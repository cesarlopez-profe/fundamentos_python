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1269" r:id="rId6"/>
    <p:sldId id="1293" r:id="rId7"/>
    <p:sldId id="1294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Isabel Oviedo Carrascal" userId="4ea640bb-d2d0-4aae-a925-c2526c8c961b" providerId="ADAL" clId="{2BB7661F-5C5B-408C-B336-C25499C4CF1C}"/>
    <pc:docChg chg="modSld">
      <pc:chgData name="Ana Isabel Oviedo Carrascal" userId="4ea640bb-d2d0-4aae-a925-c2526c8c961b" providerId="ADAL" clId="{2BB7661F-5C5B-408C-B336-C25499C4CF1C}" dt="2025-11-11T21:56:26.859" v="3" actId="20577"/>
      <pc:docMkLst>
        <pc:docMk/>
      </pc:docMkLst>
      <pc:sldChg chg="addSp modSp">
        <pc:chgData name="Ana Isabel Oviedo Carrascal" userId="4ea640bb-d2d0-4aae-a925-c2526c8c961b" providerId="ADAL" clId="{2BB7661F-5C5B-408C-B336-C25499C4CF1C}" dt="2025-11-11T21:56:26.859" v="3" actId="20577"/>
        <pc:sldMkLst>
          <pc:docMk/>
          <pc:sldMk cId="1145530373" sldId="256"/>
        </pc:sldMkLst>
        <pc:spChg chg="mod">
          <ac:chgData name="Ana Isabel Oviedo Carrascal" userId="4ea640bb-d2d0-4aae-a925-c2526c8c961b" providerId="ADAL" clId="{2BB7661F-5C5B-408C-B336-C25499C4CF1C}" dt="2025-11-11T21:56:26.859" v="3" actId="20577"/>
          <ac:spMkLst>
            <pc:docMk/>
            <pc:sldMk cId="1145530373" sldId="256"/>
            <ac:spMk id="3" creationId="{53C1B432-9E0D-49E6-B848-A4DEE3835BE2}"/>
          </ac:spMkLst>
        </pc:spChg>
        <pc:picChg chg="add mod">
          <ac:chgData name="Ana Isabel Oviedo Carrascal" userId="4ea640bb-d2d0-4aae-a925-c2526c8c961b" providerId="ADAL" clId="{2BB7661F-5C5B-408C-B336-C25499C4CF1C}" dt="2025-11-11T21:55:51.831" v="1" actId="1076"/>
          <ac:picMkLst>
            <pc:docMk/>
            <pc:sldMk cId="1145530373" sldId="256"/>
            <ac:picMk id="4" creationId="{5F347B5F-9918-48CA-9185-D672107B9F5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CFA5FB-7A5B-4CE7-A181-5C70979505BF}" type="doc">
      <dgm:prSet loTypeId="urn:microsoft.com/office/officeart/2005/8/layout/hProcess9" loCatId="process" qsTypeId="urn:microsoft.com/office/officeart/2005/8/quickstyle/simple1" qsCatId="simple" csTypeId="urn:microsoft.com/office/officeart/2005/8/colors/colorful4" csCatId="colorful" phldr="1"/>
      <dgm:spPr/>
    </dgm:pt>
    <dgm:pt modelId="{9B462026-BC4E-476B-93CF-C2A9AA7A964F}">
      <dgm:prSet phldrT="[Texto]"/>
      <dgm:spPr/>
      <dgm:t>
        <a:bodyPr/>
        <a:lstStyle/>
        <a:p>
          <a:r>
            <a:rPr lang="es-CO" b="1" dirty="0"/>
            <a:t>FUNDAMENTOS DE PROGRAMACION Y BASES DE DATOS</a:t>
          </a:r>
          <a:endParaRPr lang="es-CO" dirty="0"/>
        </a:p>
      </dgm:t>
    </dgm:pt>
    <dgm:pt modelId="{1D393A4F-8F33-4F28-BDBE-EFB830C088E1}" type="parTrans" cxnId="{1F0E28D6-DCF3-4F8D-9019-EE092614E458}">
      <dgm:prSet/>
      <dgm:spPr/>
      <dgm:t>
        <a:bodyPr/>
        <a:lstStyle/>
        <a:p>
          <a:endParaRPr lang="es-CO"/>
        </a:p>
      </dgm:t>
    </dgm:pt>
    <dgm:pt modelId="{4ADB4F31-E56B-4C8F-B4E9-0B7C1A705050}" type="sibTrans" cxnId="{1F0E28D6-DCF3-4F8D-9019-EE092614E458}">
      <dgm:prSet/>
      <dgm:spPr/>
      <dgm:t>
        <a:bodyPr/>
        <a:lstStyle/>
        <a:p>
          <a:endParaRPr lang="es-CO"/>
        </a:p>
      </dgm:t>
    </dgm:pt>
    <dgm:pt modelId="{70E7CE9C-6116-4B60-9C3E-8C936BF8C846}">
      <dgm:prSet phldrT="[Texto]"/>
      <dgm:spPr/>
      <dgm:t>
        <a:bodyPr/>
        <a:lstStyle/>
        <a:p>
          <a:r>
            <a:rPr lang="es-CO" b="1" dirty="0"/>
            <a:t>ESTADÍSTICA</a:t>
          </a:r>
          <a:endParaRPr lang="es-CO" dirty="0"/>
        </a:p>
      </dgm:t>
    </dgm:pt>
    <dgm:pt modelId="{6BBCE359-4331-4A06-AC47-344D0B06B345}" type="parTrans" cxnId="{251455D9-CFA0-4C26-9454-72CB91E3639B}">
      <dgm:prSet/>
      <dgm:spPr/>
      <dgm:t>
        <a:bodyPr/>
        <a:lstStyle/>
        <a:p>
          <a:endParaRPr lang="es-CO"/>
        </a:p>
      </dgm:t>
    </dgm:pt>
    <dgm:pt modelId="{ABB44BC5-9F5C-40FE-8840-36890F816F11}" type="sibTrans" cxnId="{251455D9-CFA0-4C26-9454-72CB91E3639B}">
      <dgm:prSet/>
      <dgm:spPr/>
      <dgm:t>
        <a:bodyPr/>
        <a:lstStyle/>
        <a:p>
          <a:endParaRPr lang="es-CO"/>
        </a:p>
      </dgm:t>
    </dgm:pt>
    <dgm:pt modelId="{211484B5-852F-4CC0-82C1-737916183EC2}">
      <dgm:prSet phldrT="[Texto]"/>
      <dgm:spPr/>
      <dgm:t>
        <a:bodyPr/>
        <a:lstStyle/>
        <a:p>
          <a:r>
            <a:rPr lang="es-ES" dirty="0"/>
            <a:t>APRENDIZAJE DE MÁQUINAS</a:t>
          </a:r>
          <a:endParaRPr lang="es-CO" dirty="0"/>
        </a:p>
      </dgm:t>
    </dgm:pt>
    <dgm:pt modelId="{184B93E5-DE4D-495F-B663-90CA7AEE226A}" type="parTrans" cxnId="{67B481A2-2A1C-4005-AA28-F2010D56811F}">
      <dgm:prSet/>
      <dgm:spPr/>
      <dgm:t>
        <a:bodyPr/>
        <a:lstStyle/>
        <a:p>
          <a:endParaRPr lang="es-CO"/>
        </a:p>
      </dgm:t>
    </dgm:pt>
    <dgm:pt modelId="{3610B23E-9889-489B-9F4E-27981F538298}" type="sibTrans" cxnId="{67B481A2-2A1C-4005-AA28-F2010D56811F}">
      <dgm:prSet/>
      <dgm:spPr/>
      <dgm:t>
        <a:bodyPr/>
        <a:lstStyle/>
        <a:p>
          <a:endParaRPr lang="es-CO"/>
        </a:p>
      </dgm:t>
    </dgm:pt>
    <dgm:pt modelId="{D433454F-603F-4860-84FD-18BBBF4B7D4B}">
      <dgm:prSet phldrT="[Texto]"/>
      <dgm:spPr/>
      <dgm:t>
        <a:bodyPr/>
        <a:lstStyle/>
        <a:p>
          <a:r>
            <a:rPr lang="es-ES" dirty="0"/>
            <a:t>RETOS</a:t>
          </a:r>
          <a:endParaRPr lang="es-CO" dirty="0"/>
        </a:p>
      </dgm:t>
    </dgm:pt>
    <dgm:pt modelId="{A82ED257-5F1F-486E-A00E-D708829EBCE5}" type="parTrans" cxnId="{26FA9EAA-306C-4084-8EA6-C9B66164AB2E}">
      <dgm:prSet/>
      <dgm:spPr/>
      <dgm:t>
        <a:bodyPr/>
        <a:lstStyle/>
        <a:p>
          <a:endParaRPr lang="es-CO"/>
        </a:p>
      </dgm:t>
    </dgm:pt>
    <dgm:pt modelId="{0A42BCB2-562F-4DEE-B4B5-F785691F11E0}" type="sibTrans" cxnId="{26FA9EAA-306C-4084-8EA6-C9B66164AB2E}">
      <dgm:prSet/>
      <dgm:spPr/>
      <dgm:t>
        <a:bodyPr/>
        <a:lstStyle/>
        <a:p>
          <a:endParaRPr lang="es-CO"/>
        </a:p>
      </dgm:t>
    </dgm:pt>
    <dgm:pt modelId="{71CA3BFD-EA49-4626-8EDB-75C1CABE3268}" type="pres">
      <dgm:prSet presAssocID="{61CFA5FB-7A5B-4CE7-A181-5C70979505BF}" presName="CompostProcess" presStyleCnt="0">
        <dgm:presLayoutVars>
          <dgm:dir/>
          <dgm:resizeHandles val="exact"/>
        </dgm:presLayoutVars>
      </dgm:prSet>
      <dgm:spPr/>
    </dgm:pt>
    <dgm:pt modelId="{AC3AC515-3A30-4733-B214-A0728008D62F}" type="pres">
      <dgm:prSet presAssocID="{61CFA5FB-7A5B-4CE7-A181-5C70979505BF}" presName="arrow" presStyleLbl="bgShp" presStyleIdx="0" presStyleCnt="1" custLinFactNeighborX="2647" custLinFactNeighborY="13281"/>
      <dgm:spPr/>
    </dgm:pt>
    <dgm:pt modelId="{4C55C1F3-3400-49FA-8D3E-6F9D8884FAE9}" type="pres">
      <dgm:prSet presAssocID="{61CFA5FB-7A5B-4CE7-A181-5C70979505BF}" presName="linearProcess" presStyleCnt="0"/>
      <dgm:spPr/>
    </dgm:pt>
    <dgm:pt modelId="{45A07C49-655A-4DEA-A539-B9A83952E0FA}" type="pres">
      <dgm:prSet presAssocID="{9B462026-BC4E-476B-93CF-C2A9AA7A964F}" presName="textNode" presStyleLbl="node1" presStyleIdx="0" presStyleCnt="4">
        <dgm:presLayoutVars>
          <dgm:bulletEnabled val="1"/>
        </dgm:presLayoutVars>
      </dgm:prSet>
      <dgm:spPr/>
    </dgm:pt>
    <dgm:pt modelId="{9FC61819-0751-4D58-9288-EC803D5846E5}" type="pres">
      <dgm:prSet presAssocID="{4ADB4F31-E56B-4C8F-B4E9-0B7C1A705050}" presName="sibTrans" presStyleCnt="0"/>
      <dgm:spPr/>
    </dgm:pt>
    <dgm:pt modelId="{EF597867-3D41-4E4A-A006-9A942D98618C}" type="pres">
      <dgm:prSet presAssocID="{70E7CE9C-6116-4B60-9C3E-8C936BF8C846}" presName="textNode" presStyleLbl="node1" presStyleIdx="1" presStyleCnt="4">
        <dgm:presLayoutVars>
          <dgm:bulletEnabled val="1"/>
        </dgm:presLayoutVars>
      </dgm:prSet>
      <dgm:spPr/>
    </dgm:pt>
    <dgm:pt modelId="{D5F2C015-5A68-4B7A-8043-B6827D5BA83C}" type="pres">
      <dgm:prSet presAssocID="{ABB44BC5-9F5C-40FE-8840-36890F816F11}" presName="sibTrans" presStyleCnt="0"/>
      <dgm:spPr/>
    </dgm:pt>
    <dgm:pt modelId="{E90FFBFD-9B60-4FEF-B566-591C71045703}" type="pres">
      <dgm:prSet presAssocID="{211484B5-852F-4CC0-82C1-737916183EC2}" presName="textNode" presStyleLbl="node1" presStyleIdx="2" presStyleCnt="4">
        <dgm:presLayoutVars>
          <dgm:bulletEnabled val="1"/>
        </dgm:presLayoutVars>
      </dgm:prSet>
      <dgm:spPr/>
    </dgm:pt>
    <dgm:pt modelId="{A27D12A9-2985-4163-A4F7-337024F3ABBA}" type="pres">
      <dgm:prSet presAssocID="{3610B23E-9889-489B-9F4E-27981F538298}" presName="sibTrans" presStyleCnt="0"/>
      <dgm:spPr/>
    </dgm:pt>
    <dgm:pt modelId="{8A542D17-B17B-4BD7-9B83-A51C8FD26891}" type="pres">
      <dgm:prSet presAssocID="{D433454F-603F-4860-84FD-18BBBF4B7D4B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8C86C41D-486D-4FC3-8A37-35A276708E01}" type="presOf" srcId="{61CFA5FB-7A5B-4CE7-A181-5C70979505BF}" destId="{71CA3BFD-EA49-4626-8EDB-75C1CABE3268}" srcOrd="0" destOrd="0" presId="urn:microsoft.com/office/officeart/2005/8/layout/hProcess9"/>
    <dgm:cxn modelId="{4F51FA36-8895-40CA-A1EB-C45815012C57}" type="presOf" srcId="{9B462026-BC4E-476B-93CF-C2A9AA7A964F}" destId="{45A07C49-655A-4DEA-A539-B9A83952E0FA}" srcOrd="0" destOrd="0" presId="urn:microsoft.com/office/officeart/2005/8/layout/hProcess9"/>
    <dgm:cxn modelId="{B8924A8E-58C8-4894-98B3-69DCA824215F}" type="presOf" srcId="{D433454F-603F-4860-84FD-18BBBF4B7D4B}" destId="{8A542D17-B17B-4BD7-9B83-A51C8FD26891}" srcOrd="0" destOrd="0" presId="urn:microsoft.com/office/officeart/2005/8/layout/hProcess9"/>
    <dgm:cxn modelId="{67B481A2-2A1C-4005-AA28-F2010D56811F}" srcId="{61CFA5FB-7A5B-4CE7-A181-5C70979505BF}" destId="{211484B5-852F-4CC0-82C1-737916183EC2}" srcOrd="2" destOrd="0" parTransId="{184B93E5-DE4D-495F-B663-90CA7AEE226A}" sibTransId="{3610B23E-9889-489B-9F4E-27981F538298}"/>
    <dgm:cxn modelId="{26FA9EAA-306C-4084-8EA6-C9B66164AB2E}" srcId="{61CFA5FB-7A5B-4CE7-A181-5C70979505BF}" destId="{D433454F-603F-4860-84FD-18BBBF4B7D4B}" srcOrd="3" destOrd="0" parTransId="{A82ED257-5F1F-486E-A00E-D708829EBCE5}" sibTransId="{0A42BCB2-562F-4DEE-B4B5-F785691F11E0}"/>
    <dgm:cxn modelId="{360458B4-C737-45B5-9215-556A5B3A3C39}" type="presOf" srcId="{211484B5-852F-4CC0-82C1-737916183EC2}" destId="{E90FFBFD-9B60-4FEF-B566-591C71045703}" srcOrd="0" destOrd="0" presId="urn:microsoft.com/office/officeart/2005/8/layout/hProcess9"/>
    <dgm:cxn modelId="{1F0E28D6-DCF3-4F8D-9019-EE092614E458}" srcId="{61CFA5FB-7A5B-4CE7-A181-5C70979505BF}" destId="{9B462026-BC4E-476B-93CF-C2A9AA7A964F}" srcOrd="0" destOrd="0" parTransId="{1D393A4F-8F33-4F28-BDBE-EFB830C088E1}" sibTransId="{4ADB4F31-E56B-4C8F-B4E9-0B7C1A705050}"/>
    <dgm:cxn modelId="{251455D9-CFA0-4C26-9454-72CB91E3639B}" srcId="{61CFA5FB-7A5B-4CE7-A181-5C70979505BF}" destId="{70E7CE9C-6116-4B60-9C3E-8C936BF8C846}" srcOrd="1" destOrd="0" parTransId="{6BBCE359-4331-4A06-AC47-344D0B06B345}" sibTransId="{ABB44BC5-9F5C-40FE-8840-36890F816F11}"/>
    <dgm:cxn modelId="{B0A0A0ED-FF42-44A0-9807-E92285C3BA2E}" type="presOf" srcId="{70E7CE9C-6116-4B60-9C3E-8C936BF8C846}" destId="{EF597867-3D41-4E4A-A006-9A942D98618C}" srcOrd="0" destOrd="0" presId="urn:microsoft.com/office/officeart/2005/8/layout/hProcess9"/>
    <dgm:cxn modelId="{5F5A1331-34B3-4322-B1AB-46A381B7DEC4}" type="presParOf" srcId="{71CA3BFD-EA49-4626-8EDB-75C1CABE3268}" destId="{AC3AC515-3A30-4733-B214-A0728008D62F}" srcOrd="0" destOrd="0" presId="urn:microsoft.com/office/officeart/2005/8/layout/hProcess9"/>
    <dgm:cxn modelId="{F927E10F-59B4-4AF6-9078-8A9E77104578}" type="presParOf" srcId="{71CA3BFD-EA49-4626-8EDB-75C1CABE3268}" destId="{4C55C1F3-3400-49FA-8D3E-6F9D8884FAE9}" srcOrd="1" destOrd="0" presId="urn:microsoft.com/office/officeart/2005/8/layout/hProcess9"/>
    <dgm:cxn modelId="{D32C664B-4AA6-47C4-A21E-DA2BAC41BBBF}" type="presParOf" srcId="{4C55C1F3-3400-49FA-8D3E-6F9D8884FAE9}" destId="{45A07C49-655A-4DEA-A539-B9A83952E0FA}" srcOrd="0" destOrd="0" presId="urn:microsoft.com/office/officeart/2005/8/layout/hProcess9"/>
    <dgm:cxn modelId="{60BCE1D2-445A-4064-A34A-70B63AE0E0AB}" type="presParOf" srcId="{4C55C1F3-3400-49FA-8D3E-6F9D8884FAE9}" destId="{9FC61819-0751-4D58-9288-EC803D5846E5}" srcOrd="1" destOrd="0" presId="urn:microsoft.com/office/officeart/2005/8/layout/hProcess9"/>
    <dgm:cxn modelId="{168DDCBB-9EAE-4220-8A6E-34B11655D181}" type="presParOf" srcId="{4C55C1F3-3400-49FA-8D3E-6F9D8884FAE9}" destId="{EF597867-3D41-4E4A-A006-9A942D98618C}" srcOrd="2" destOrd="0" presId="urn:microsoft.com/office/officeart/2005/8/layout/hProcess9"/>
    <dgm:cxn modelId="{9AC8D1C7-8640-4BC4-B857-20A7F06E36F9}" type="presParOf" srcId="{4C55C1F3-3400-49FA-8D3E-6F9D8884FAE9}" destId="{D5F2C015-5A68-4B7A-8043-B6827D5BA83C}" srcOrd="3" destOrd="0" presId="urn:microsoft.com/office/officeart/2005/8/layout/hProcess9"/>
    <dgm:cxn modelId="{D4578D6F-2158-4B0B-BCCD-301A19CAC66D}" type="presParOf" srcId="{4C55C1F3-3400-49FA-8D3E-6F9D8884FAE9}" destId="{E90FFBFD-9B60-4FEF-B566-591C71045703}" srcOrd="4" destOrd="0" presId="urn:microsoft.com/office/officeart/2005/8/layout/hProcess9"/>
    <dgm:cxn modelId="{A300900D-DC88-4171-ADFE-AFD4752CE88D}" type="presParOf" srcId="{4C55C1F3-3400-49FA-8D3E-6F9D8884FAE9}" destId="{A27D12A9-2985-4163-A4F7-337024F3ABBA}" srcOrd="5" destOrd="0" presId="urn:microsoft.com/office/officeart/2005/8/layout/hProcess9"/>
    <dgm:cxn modelId="{79A6EBF4-826C-4871-BB74-50F9772A9DA4}" type="presParOf" srcId="{4C55C1F3-3400-49FA-8D3E-6F9D8884FAE9}" destId="{8A542D17-B17B-4BD7-9B83-A51C8FD2689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3AC515-3A30-4733-B214-A0728008D62F}">
      <dsp:nvSpPr>
        <dsp:cNvPr id="0" name=""/>
        <dsp:cNvSpPr/>
      </dsp:nvSpPr>
      <dsp:spPr>
        <a:xfrm>
          <a:off x="792475" y="0"/>
          <a:ext cx="6908800" cy="5418667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A07C49-655A-4DEA-A539-B9A83952E0FA}">
      <dsp:nvSpPr>
        <dsp:cNvPr id="0" name=""/>
        <dsp:cNvSpPr/>
      </dsp:nvSpPr>
      <dsp:spPr>
        <a:xfrm>
          <a:off x="4067" y="1625600"/>
          <a:ext cx="1956593" cy="216746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1" kern="1200" dirty="0"/>
            <a:t>FUNDAMENTOS DE PROGRAMACION Y BASES DE DATOS</a:t>
          </a:r>
          <a:endParaRPr lang="es-CO" sz="1700" kern="1200" dirty="0"/>
        </a:p>
      </dsp:txBody>
      <dsp:txXfrm>
        <a:off x="99580" y="1721113"/>
        <a:ext cx="1765567" cy="1976440"/>
      </dsp:txXfrm>
    </dsp:sp>
    <dsp:sp modelId="{EF597867-3D41-4E4A-A006-9A942D98618C}">
      <dsp:nvSpPr>
        <dsp:cNvPr id="0" name=""/>
        <dsp:cNvSpPr/>
      </dsp:nvSpPr>
      <dsp:spPr>
        <a:xfrm>
          <a:off x="2058491" y="1625600"/>
          <a:ext cx="1956593" cy="2167466"/>
        </a:xfrm>
        <a:prstGeom prst="roundRect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1" kern="1200" dirty="0"/>
            <a:t>ESTADÍSTICA</a:t>
          </a:r>
          <a:endParaRPr lang="es-CO" sz="1700" kern="1200" dirty="0"/>
        </a:p>
      </dsp:txBody>
      <dsp:txXfrm>
        <a:off x="2154004" y="1721113"/>
        <a:ext cx="1765567" cy="1976440"/>
      </dsp:txXfrm>
    </dsp:sp>
    <dsp:sp modelId="{E90FFBFD-9B60-4FEF-B566-591C71045703}">
      <dsp:nvSpPr>
        <dsp:cNvPr id="0" name=""/>
        <dsp:cNvSpPr/>
      </dsp:nvSpPr>
      <dsp:spPr>
        <a:xfrm>
          <a:off x="4112914" y="1625600"/>
          <a:ext cx="1956593" cy="2167466"/>
        </a:xfrm>
        <a:prstGeom prst="roundRect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APRENDIZAJE DE MÁQUINAS</a:t>
          </a:r>
          <a:endParaRPr lang="es-CO" sz="1700" kern="1200" dirty="0"/>
        </a:p>
      </dsp:txBody>
      <dsp:txXfrm>
        <a:off x="4208427" y="1721113"/>
        <a:ext cx="1765567" cy="1976440"/>
      </dsp:txXfrm>
    </dsp:sp>
    <dsp:sp modelId="{8A542D17-B17B-4BD7-9B83-A51C8FD26891}">
      <dsp:nvSpPr>
        <dsp:cNvPr id="0" name=""/>
        <dsp:cNvSpPr/>
      </dsp:nvSpPr>
      <dsp:spPr>
        <a:xfrm>
          <a:off x="6167338" y="1625600"/>
          <a:ext cx="1956593" cy="2167466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RETOS</a:t>
          </a:r>
          <a:endParaRPr lang="es-CO" sz="1700" kern="1200" dirty="0"/>
        </a:p>
      </dsp:txBody>
      <dsp:txXfrm>
        <a:off x="6262851" y="1721113"/>
        <a:ext cx="1765567" cy="1976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EDEFF-D2DA-4055-A317-ED0A3230E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282089-67BE-4A0C-A5B7-937DE6247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F764E4-911C-442F-A37E-C7A24B578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43EA-97FF-41C2-BACC-2E654F6977DE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C64E9E-6166-4F10-B371-38EBEA097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7F1B94-F4DB-4BD8-81AD-BA57781E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CD09-6DB4-4859-B2EA-7BDACCF99D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3511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292532-67A9-4967-99EF-8B238B8CB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C5947B-4591-43EE-B475-7B1CE46C4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152039-E68C-49B8-AFB1-8DC1016A4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43EA-97FF-41C2-BACC-2E654F6977DE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CDD2D8-717F-438B-B497-F5428B22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5B4A1C-F98F-4E0F-AAA1-4258BC665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CD09-6DB4-4859-B2EA-7BDACCF99D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4047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21235-0BE6-4888-AE9C-8097EEDE5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B4AE77-93F2-4897-9569-F4AC4D822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438493-545E-4AB8-8C4B-B4CE2EC5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43EA-97FF-41C2-BACC-2E654F6977DE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117E79-28D4-4A64-AB85-6D14BA372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5FC450-EE00-42FE-8E26-F1C29112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CD09-6DB4-4859-B2EA-7BDACCF99D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689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0BA1C-3ECE-4F22-BBD2-51466111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F62B3D-C82C-449D-8A48-D6F07E47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65BB16-0BA9-46ED-8BDB-73CF7E0D0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CF9C81-5187-4750-ABFE-BFDAED25F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43EA-97FF-41C2-BACC-2E654F6977DE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64C99B-E836-4A4D-BA84-635ABF99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17D8ED-C32F-46BF-BDB2-8CAF93A0D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CD09-6DB4-4859-B2EA-7BDACCF99D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7426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E4367-C9E1-40E1-BA58-FD5A5485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AA1CAF-2AF5-4D39-AA9E-39BF48CC7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4C937C-3402-4F42-B770-1976D5B92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700720-3AC6-43E7-852F-6137F1CF0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1C84F7C-E476-4290-8F1F-F34DBF801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3E0BBA0-0BDE-4276-BA5F-6BAC7AF15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43EA-97FF-41C2-BACC-2E654F6977DE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A8D7E0D-9387-420E-824F-6A5156382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203113-541A-4A8A-AE98-CF283779F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CD09-6DB4-4859-B2EA-7BDACCF99D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3455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558F9-EB26-415D-ACFC-6A8505436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C497861-290F-4FCC-A16D-A2F27BE5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43EA-97FF-41C2-BACC-2E654F6977DE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A0C3518-130F-47A2-B70F-AE8EB4CB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EFDFD0-CEA8-483E-B7B5-4520446B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CD09-6DB4-4859-B2EA-7BDACCF99D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813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F2B6068-6C32-4202-A9DD-2053112D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43EA-97FF-41C2-BACC-2E654F6977DE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57D558-C8FD-4E54-9EDA-4CB27BA0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7DAFCA8-0F1C-4112-9589-6B94BD87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CD09-6DB4-4859-B2EA-7BDACCF99D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565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B8192-C22C-4EAA-A122-06BFA5ED1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DBFFEB-E3E0-44AB-8D8D-7B28BEBEF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4234BD-A228-4AE8-AB24-9928C8C47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E5B787-3AEA-40B4-B30F-03717EFBD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43EA-97FF-41C2-BACC-2E654F6977DE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EC6134-8910-49F0-80AB-0845EEF0D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D5B2E9-FDC1-4076-A810-9CE6FE2DA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CD09-6DB4-4859-B2EA-7BDACCF99D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21745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6A6A7-750D-43EC-949C-D928C568E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538836C-0E96-46CC-B077-71F8FB4B7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96AAA8-893C-447B-94E0-44D6E93D2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650E53-D27D-4256-A5DF-35FE345E2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43EA-97FF-41C2-BACC-2E654F6977DE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ABE0CC-0EB8-4E36-B52D-56FC08017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FA318E-75BC-44E3-9480-9F2442EB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CD09-6DB4-4859-B2EA-7BDACCF99D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9987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0800BC-12AB-406E-A617-443E48AD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0128E3-2DE4-436E-B1C5-FC30F1A16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72B2D0-F7DC-427E-A7B5-9F0CCD91F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43EA-97FF-41C2-BACC-2E654F6977DE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7B9173-3BE7-47D6-903A-AB000F822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9A3B63-9A02-4D22-B0CD-78A505F1F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CD09-6DB4-4859-B2EA-7BDACCF99D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879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FA1F3C-BB75-411B-86A2-B8ED0DE1D0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F025F0-8806-4539-91EC-79A10298D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1030E4-F08E-47DA-AA9C-297C067CD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843EA-97FF-41C2-BACC-2E654F6977DE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5ABC01-6085-4369-A544-362EADFC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A4842E-B773-461E-8EEB-C9FB0A42F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CD09-6DB4-4859-B2EA-7BDACCF99D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0427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799829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9922B55-365B-45DF-8C70-3EB0F4D59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411CE6-8DE5-467B-9191-8AB6CE2A5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A40FDE-C17A-4B5F-9B2B-26259D8BF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843EA-97FF-41C2-BACC-2E654F6977DE}" type="datetimeFigureOut">
              <a:rPr lang="es-CO" smtClean="0"/>
              <a:t>11/11/2025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D66FE8-35FA-45D7-91E0-5CCC7BA5A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3CEC15-3A78-4446-A6D7-71F8EDB93B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5CD09-6DB4-4859-B2EA-7BDACCF99D7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643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gif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08B25-47F6-4520-ADDD-7F7AA77547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Formación en Big Data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C1B432-9E0D-49E6-B848-A4DEE3835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057082"/>
          </a:xfrm>
        </p:spPr>
        <p:txBody>
          <a:bodyPr>
            <a:normAutofit/>
          </a:bodyPr>
          <a:lstStyle/>
          <a:p>
            <a:r>
              <a:rPr lang="es-ES" sz="4000" dirty="0"/>
              <a:t>Nivel 1 – Minería de Datos</a:t>
            </a:r>
          </a:p>
          <a:p>
            <a:endParaRPr lang="es-ES" dirty="0"/>
          </a:p>
          <a:p>
            <a:r>
              <a:rPr lang="es-ES" dirty="0"/>
              <a:t>Coordinadora: Ana Isabel Oviedo, ana.oviedo@upb.edu.co</a:t>
            </a:r>
            <a:endParaRPr lang="es-CO" dirty="0"/>
          </a:p>
        </p:txBody>
      </p:sp>
      <p:pic>
        <p:nvPicPr>
          <p:cNvPr id="4" name="Picture 1058" descr="55207-500-232">
            <a:extLst>
              <a:ext uri="{FF2B5EF4-FFF2-40B4-BE49-F238E27FC236}">
                <a16:creationId xmlns:a16="http://schemas.microsoft.com/office/drawing/2014/main" id="{5F347B5F-9918-48CA-9185-D672107B9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37"/>
          <a:stretch>
            <a:fillRect/>
          </a:stretch>
        </p:blipFill>
        <p:spPr bwMode="auto">
          <a:xfrm>
            <a:off x="4686300" y="429260"/>
            <a:ext cx="2303463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553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Resultado de imagen para minería de dato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914" y="3559853"/>
            <a:ext cx="2492828" cy="1869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echa: hacia abajo 5"/>
          <p:cNvSpPr/>
          <p:nvPr/>
        </p:nvSpPr>
        <p:spPr>
          <a:xfrm>
            <a:off x="2355318" y="2821533"/>
            <a:ext cx="625412" cy="9327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pic>
        <p:nvPicPr>
          <p:cNvPr id="3078" name="Picture 6" descr="Resultado de imagen para inteligencia de negocio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9227" y="5334992"/>
            <a:ext cx="2008415" cy="143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/>
          <p:cNvSpPr txBox="1"/>
          <p:nvPr/>
        </p:nvSpPr>
        <p:spPr>
          <a:xfrm>
            <a:off x="4897297" y="6304323"/>
            <a:ext cx="453970" cy="4847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550" b="1" dirty="0">
                <a:solidFill>
                  <a:srgbClr val="00B0F0"/>
                </a:solidFill>
              </a:rPr>
              <a:t>BI</a:t>
            </a:r>
            <a:endParaRPr lang="es-ES" sz="2550" b="1" dirty="0">
              <a:solidFill>
                <a:srgbClr val="00B0F0"/>
              </a:solidFill>
            </a:endParaRPr>
          </a:p>
        </p:txBody>
      </p:sp>
      <p:sp>
        <p:nvSpPr>
          <p:cNvPr id="12" name="Flecha: hacia abajo 11"/>
          <p:cNvSpPr/>
          <p:nvPr/>
        </p:nvSpPr>
        <p:spPr>
          <a:xfrm rot="18210399">
            <a:off x="2529904" y="5436087"/>
            <a:ext cx="625412" cy="8490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4" name="Flecha: hacia abajo 13"/>
          <p:cNvSpPr/>
          <p:nvPr/>
        </p:nvSpPr>
        <p:spPr>
          <a:xfrm rot="16200000">
            <a:off x="5674086" y="5642649"/>
            <a:ext cx="625412" cy="8490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15" name="Flecha: hacia abajo 14"/>
          <p:cNvSpPr/>
          <p:nvPr/>
        </p:nvSpPr>
        <p:spPr>
          <a:xfrm rot="13677340">
            <a:off x="8818390" y="5521473"/>
            <a:ext cx="625412" cy="8490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pic>
        <p:nvPicPr>
          <p:cNvPr id="3082" name="Picture 10" descr="Resultado de imagen para analythic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088" y="5115022"/>
            <a:ext cx="2187168" cy="173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What is Big Data? – A definition with five Vs (c) The unbelievable Machine Compan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943" y="4113239"/>
            <a:ext cx="1977442" cy="1316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/>
          <p:cNvSpPr txBox="1"/>
          <p:nvPr/>
        </p:nvSpPr>
        <p:spPr>
          <a:xfrm>
            <a:off x="7285759" y="6349761"/>
            <a:ext cx="119911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100" b="1" dirty="0" err="1"/>
              <a:t>Analytics</a:t>
            </a:r>
            <a:endParaRPr lang="es-ES" sz="2100" b="1" dirty="0"/>
          </a:p>
        </p:txBody>
      </p:sp>
      <p:pic>
        <p:nvPicPr>
          <p:cNvPr id="3084" name="Picture 12" descr="Resultado de imagen para matrix + ne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128" y="1627349"/>
            <a:ext cx="1688320" cy="128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Resultado de imagen para matrix + ne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292" y="1619588"/>
            <a:ext cx="1287723" cy="1287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uadroTexto 21"/>
          <p:cNvSpPr txBox="1"/>
          <p:nvPr/>
        </p:nvSpPr>
        <p:spPr>
          <a:xfrm>
            <a:off x="7524057" y="3039624"/>
            <a:ext cx="170809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100" b="1" dirty="0"/>
              <a:t>Data </a:t>
            </a:r>
            <a:r>
              <a:rPr lang="es-CO" sz="2100" b="1" dirty="0" err="1"/>
              <a:t>Scientist</a:t>
            </a:r>
            <a:endParaRPr lang="es-ES" sz="2100" b="1" dirty="0"/>
          </a:p>
        </p:txBody>
      </p:sp>
      <p:sp>
        <p:nvSpPr>
          <p:cNvPr id="23" name="Flecha: hacia abajo 22"/>
          <p:cNvSpPr/>
          <p:nvPr/>
        </p:nvSpPr>
        <p:spPr>
          <a:xfrm rot="8803756">
            <a:off x="9031957" y="3319167"/>
            <a:ext cx="625412" cy="8490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pic>
        <p:nvPicPr>
          <p:cNvPr id="11266" name="Picture 2" descr="High Level Conference on artificial intelligence in Helsinki - New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308" y="61788"/>
            <a:ext cx="2328193" cy="130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Machine Learning': definición, tipos y aplicaciones prácticas ...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796" y="1245427"/>
            <a:ext cx="2514167" cy="141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Flecha: hacia abajo 5"/>
          <p:cNvSpPr/>
          <p:nvPr/>
        </p:nvSpPr>
        <p:spPr>
          <a:xfrm rot="2183350">
            <a:off x="4056179" y="723718"/>
            <a:ext cx="625412" cy="93273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  <p:sp>
        <p:nvSpPr>
          <p:cNvPr id="21" name="CuadroTexto 20"/>
          <p:cNvSpPr txBox="1"/>
          <p:nvPr/>
        </p:nvSpPr>
        <p:spPr>
          <a:xfrm>
            <a:off x="4536673" y="1477589"/>
            <a:ext cx="247952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100" b="1" dirty="0"/>
              <a:t>Inteligencia Artificial</a:t>
            </a:r>
            <a:endParaRPr lang="es-ES" sz="2100" b="1" dirty="0"/>
          </a:p>
        </p:txBody>
      </p:sp>
      <p:sp>
        <p:nvSpPr>
          <p:cNvPr id="24" name="CuadroTexto 23"/>
          <p:cNvSpPr txBox="1"/>
          <p:nvPr/>
        </p:nvSpPr>
        <p:spPr>
          <a:xfrm>
            <a:off x="1524001" y="2304866"/>
            <a:ext cx="302839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100" b="1" dirty="0"/>
              <a:t>Aprendizaje de Máquinas</a:t>
            </a:r>
            <a:endParaRPr lang="es-ES" sz="2100" b="1" dirty="0"/>
          </a:p>
        </p:txBody>
      </p:sp>
      <p:sp>
        <p:nvSpPr>
          <p:cNvPr id="26" name="Flecha: hacia abajo 22"/>
          <p:cNvSpPr/>
          <p:nvPr/>
        </p:nvSpPr>
        <p:spPr>
          <a:xfrm rot="7868495">
            <a:off x="7423247" y="719405"/>
            <a:ext cx="625412" cy="84908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350"/>
          </a:p>
        </p:txBody>
      </p:sp>
    </p:spTree>
    <p:extLst>
      <p:ext uri="{BB962C8B-B14F-4D97-AF65-F5344CB8AC3E}">
        <p14:creationId xmlns:p14="http://schemas.microsoft.com/office/powerpoint/2010/main" val="2569412609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 bwMode="auto">
          <a:xfrm>
            <a:off x="1791657" y="220870"/>
            <a:ext cx="8147248" cy="86409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/>
            <a:r>
              <a:rPr kumimoji="1" lang="es-CO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empus Sans ITC" pitchFamily="82" charset="0"/>
              </a:rPr>
              <a:t>Inteligencia Artificial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BAAFEB3-9794-4DEC-9976-99A8506CB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605" y="1613731"/>
            <a:ext cx="6845441" cy="3630538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9F88DF0B-D3AF-42F9-91D0-C6B0C09004A9}"/>
              </a:ext>
            </a:extLst>
          </p:cNvPr>
          <p:cNvSpPr/>
          <p:nvPr/>
        </p:nvSpPr>
        <p:spPr>
          <a:xfrm>
            <a:off x="2234049" y="5841269"/>
            <a:ext cx="7704856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14300"/>
            <a:r>
              <a:rPr lang="es-CO" altLang="es-CO" sz="1600" dirty="0"/>
              <a:t>Rama de la informática que desarrolla procesos que imitan la inteligencia de los humanos y otros seres vivos.</a:t>
            </a:r>
          </a:p>
        </p:txBody>
      </p:sp>
    </p:spTree>
    <p:extLst>
      <p:ext uri="{BB962C8B-B14F-4D97-AF65-F5344CB8AC3E}">
        <p14:creationId xmlns:p14="http://schemas.microsoft.com/office/powerpoint/2010/main" val="22757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 bwMode="auto">
          <a:xfrm>
            <a:off x="1791657" y="220870"/>
            <a:ext cx="8147248" cy="86409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algn="ctr"/>
            <a:r>
              <a:rPr kumimoji="1" lang="es-CO" b="1" i="1" dirty="0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empus Sans ITC" pitchFamily="82" charset="0"/>
              </a:rPr>
              <a:t>Formación Minería de Datos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52576E7C-BFD7-475F-9598-7C3D2A3C47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668301"/>
              </p:ext>
            </p:extLst>
          </p:nvPr>
        </p:nvGraphicFramePr>
        <p:xfrm>
          <a:off x="2032000" y="121846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68172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95849DC8F0EB4C8BC3D471C255FE86" ma:contentTypeVersion="21" ma:contentTypeDescription="Create a new document." ma:contentTypeScope="" ma:versionID="81daeb722629161a80028f76746ca97a">
  <xsd:schema xmlns:xsd="http://www.w3.org/2001/XMLSchema" xmlns:xs="http://www.w3.org/2001/XMLSchema" xmlns:p="http://schemas.microsoft.com/office/2006/metadata/properties" xmlns:ns1="http://schemas.microsoft.com/sharepoint/v3" xmlns:ns3="1444a01f-7350-4e27-8175-161918de37dc" xmlns:ns4="6739e97c-f503-4f28-a2e1-cf524fa542cb" targetNamespace="http://schemas.microsoft.com/office/2006/metadata/properties" ma:root="true" ma:fieldsID="ff5a5ea8f9c9bae7bc8f26421059f358" ns1:_="" ns3:_="" ns4:_="">
    <xsd:import namespace="http://schemas.microsoft.com/sharepoint/v3"/>
    <xsd:import namespace="1444a01f-7350-4e27-8175-161918de37dc"/>
    <xsd:import namespace="6739e97c-f503-4f28-a2e1-cf524fa542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Location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  <xsd:element ref="ns1:_ip_UnifiedCompliancePolicyProperties" minOccurs="0"/>
                <xsd:element ref="ns1:_ip_UnifiedCompliancePolicyUIAction" minOccurs="0"/>
                <xsd:element ref="ns4:MediaLengthInSeconds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44a01f-7350-4e27-8175-161918de37d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39e97c-f503-4f28-a2e1-cf524fa54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5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5" nillable="true" ma:displayName="_activity" ma:hidden="true" ma:internalName="_activity">
      <xsd:simpleType>
        <xsd:restriction base="dms:Note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6739e97c-f503-4f28-a2e1-cf524fa542cb" xsi:nil="true"/>
  </documentManagement>
</p:properties>
</file>

<file path=customXml/itemProps1.xml><?xml version="1.0" encoding="utf-8"?>
<ds:datastoreItem xmlns:ds="http://schemas.openxmlformats.org/officeDocument/2006/customXml" ds:itemID="{48205EBD-2FB3-418B-9280-0AD5749D9A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444a01f-7350-4e27-8175-161918de37dc"/>
    <ds:schemaRef ds:uri="6739e97c-f503-4f28-a2e1-cf524fa542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90C22A1-8945-4215-8DEC-A2C39E4604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9B822E-7986-41F6-8B36-E6FA50E14502}">
  <ds:schemaRefs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sharepoint/v3"/>
    <ds:schemaRef ds:uri="http://schemas.microsoft.com/office/2006/documentManagement/types"/>
    <ds:schemaRef ds:uri="6739e97c-f503-4f28-a2e1-cf524fa542cb"/>
    <ds:schemaRef ds:uri="http://schemas.microsoft.com/office/infopath/2007/PartnerControls"/>
    <ds:schemaRef ds:uri="1444a01f-7350-4e27-8175-161918de37dc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</Words>
  <Application>Microsoft Office PowerPoint</Application>
  <PresentationFormat>Panorámica</PresentationFormat>
  <Paragraphs>16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Tempus Sans ITC</vt:lpstr>
      <vt:lpstr>Tema de Office</vt:lpstr>
      <vt:lpstr>Formación en Big Data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Formación en Big Data</dc:title>
  <dc:creator>Ana Isabel Oviedo Carrascal</dc:creator>
  <cp:lastModifiedBy>Ana Isabel Oviedo Carrascal</cp:lastModifiedBy>
  <cp:revision>1</cp:revision>
  <dcterms:created xsi:type="dcterms:W3CDTF">2025-11-11T21:54:54Z</dcterms:created>
  <dcterms:modified xsi:type="dcterms:W3CDTF">2025-11-11T21:56:39Z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0x0101003F95849DC8F0EB4C8BC3D471C255FE86</vt:lpwstr>
  </property>
</Properties>
</file>