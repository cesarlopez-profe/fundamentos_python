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9"/>
  </p:notesMasterIdLst>
  <p:sldIdLst>
    <p:sldId id="257" r:id="rId3"/>
    <p:sldId id="259" r:id="rId4"/>
    <p:sldId id="275" r:id="rId5"/>
    <p:sldId id="1060" r:id="rId6"/>
    <p:sldId id="1061" r:id="rId7"/>
    <p:sldId id="288" r:id="rId8"/>
  </p:sldIdLst>
  <p:sldSz cx="138176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>
          <p15:clr>
            <a:srgbClr val="A4A3A4"/>
          </p15:clr>
        </p15:guide>
        <p15:guide id="2" pos="435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Estilo claro 2 - Acento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B9631B5-78F2-41C9-869B-9F39066F8104}" styleName="Estilo medio 3 - Énfasis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40" autoAdjust="0"/>
    <p:restoredTop sz="94343" autoAdjust="0"/>
  </p:normalViewPr>
  <p:slideViewPr>
    <p:cSldViewPr snapToGrid="0">
      <p:cViewPr varScale="1">
        <p:scale>
          <a:sx n="71" d="100"/>
          <a:sy n="71" d="100"/>
        </p:scale>
        <p:origin x="750" y="60"/>
      </p:cViewPr>
      <p:guideLst>
        <p:guide orient="horz" pos="2448"/>
        <p:guide pos="43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sar Augusto Lopez Gallego" userId="0dfa9112-9251-4882-b472-cf2dfcee09d1" providerId="ADAL" clId="{CDA8F903-686C-4874-AA82-F52FB1FBE78C}"/>
    <pc:docChg chg="custSel delSld modSld">
      <pc:chgData name="Cesar Augusto Lopez Gallego" userId="0dfa9112-9251-4882-b472-cf2dfcee09d1" providerId="ADAL" clId="{CDA8F903-686C-4874-AA82-F52FB1FBE78C}" dt="2025-11-11T22:43:44.426" v="140" actId="20577"/>
      <pc:docMkLst>
        <pc:docMk/>
      </pc:docMkLst>
      <pc:sldChg chg="modSp mod">
        <pc:chgData name="Cesar Augusto Lopez Gallego" userId="0dfa9112-9251-4882-b472-cf2dfcee09d1" providerId="ADAL" clId="{CDA8F903-686C-4874-AA82-F52FB1FBE78C}" dt="2025-11-11T22:43:44.426" v="140" actId="20577"/>
        <pc:sldMkLst>
          <pc:docMk/>
          <pc:sldMk cId="3967091082" sldId="275"/>
        </pc:sldMkLst>
        <pc:spChg chg="mod">
          <ac:chgData name="Cesar Augusto Lopez Gallego" userId="0dfa9112-9251-4882-b472-cf2dfcee09d1" providerId="ADAL" clId="{CDA8F903-686C-4874-AA82-F52FB1FBE78C}" dt="2025-11-11T22:43:44.426" v="140" actId="20577"/>
          <ac:spMkLst>
            <pc:docMk/>
            <pc:sldMk cId="3967091082" sldId="275"/>
            <ac:spMk id="3" creationId="{00000000-0000-0000-0000-000000000000}"/>
          </ac:spMkLst>
        </pc:spChg>
      </pc:sldChg>
      <pc:sldChg chg="addSp delSp modSp mod">
        <pc:chgData name="Cesar Augusto Lopez Gallego" userId="0dfa9112-9251-4882-b472-cf2dfcee09d1" providerId="ADAL" clId="{CDA8F903-686C-4874-AA82-F52FB1FBE78C}" dt="2025-11-11T22:42:04.157" v="52" actId="1076"/>
        <pc:sldMkLst>
          <pc:docMk/>
          <pc:sldMk cId="115586374" sldId="288"/>
        </pc:sldMkLst>
        <pc:spChg chg="mod">
          <ac:chgData name="Cesar Augusto Lopez Gallego" userId="0dfa9112-9251-4882-b472-cf2dfcee09d1" providerId="ADAL" clId="{CDA8F903-686C-4874-AA82-F52FB1FBE78C}" dt="2025-11-11T22:41:02.694" v="21" actId="20577"/>
          <ac:spMkLst>
            <pc:docMk/>
            <pc:sldMk cId="115586374" sldId="288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CDA8F903-686C-4874-AA82-F52FB1FBE78C}" dt="2025-11-11T22:42:01.756" v="51" actId="1076"/>
          <ac:spMkLst>
            <pc:docMk/>
            <pc:sldMk cId="115586374" sldId="288"/>
            <ac:spMk id="3" creationId="{00000000-0000-0000-0000-000000000000}"/>
          </ac:spMkLst>
        </pc:spChg>
        <pc:picChg chg="del">
          <ac:chgData name="Cesar Augusto Lopez Gallego" userId="0dfa9112-9251-4882-b472-cf2dfcee09d1" providerId="ADAL" clId="{CDA8F903-686C-4874-AA82-F52FB1FBE78C}" dt="2025-11-11T22:41:05.846" v="22" actId="478"/>
          <ac:picMkLst>
            <pc:docMk/>
            <pc:sldMk cId="115586374" sldId="288"/>
            <ac:picMk id="5" creationId="{00000000-0000-0000-0000-000000000000}"/>
          </ac:picMkLst>
        </pc:picChg>
        <pc:picChg chg="add mod">
          <ac:chgData name="Cesar Augusto Lopez Gallego" userId="0dfa9112-9251-4882-b472-cf2dfcee09d1" providerId="ADAL" clId="{CDA8F903-686C-4874-AA82-F52FB1FBE78C}" dt="2025-11-11T22:42:04.157" v="52" actId="1076"/>
          <ac:picMkLst>
            <pc:docMk/>
            <pc:sldMk cId="115586374" sldId="288"/>
            <ac:picMk id="6" creationId="{A255FE7C-C2B0-4BB0-BEB8-71548DF7A0E4}"/>
          </ac:picMkLst>
        </pc:picChg>
        <pc:picChg chg="add mod">
          <ac:chgData name="Cesar Augusto Lopez Gallego" userId="0dfa9112-9251-4882-b472-cf2dfcee09d1" providerId="ADAL" clId="{CDA8F903-686C-4874-AA82-F52FB1FBE78C}" dt="2025-11-11T22:41:59.217" v="50" actId="1076"/>
          <ac:picMkLst>
            <pc:docMk/>
            <pc:sldMk cId="115586374" sldId="288"/>
            <ac:picMk id="8" creationId="{8BF50440-0CC8-41F0-8EAE-1B34722C3FC8}"/>
          </ac:picMkLst>
        </pc:picChg>
      </pc:sldChg>
      <pc:sldChg chg="del">
        <pc:chgData name="Cesar Augusto Lopez Gallego" userId="0dfa9112-9251-4882-b472-cf2dfcee09d1" providerId="ADAL" clId="{CDA8F903-686C-4874-AA82-F52FB1FBE78C}" dt="2025-11-11T22:39:38.550" v="0" actId="47"/>
        <pc:sldMkLst>
          <pc:docMk/>
          <pc:sldMk cId="819288712" sldId="300"/>
        </pc:sldMkLst>
      </pc:sldChg>
      <pc:sldChg chg="del">
        <pc:chgData name="Cesar Augusto Lopez Gallego" userId="0dfa9112-9251-4882-b472-cf2dfcee09d1" providerId="ADAL" clId="{CDA8F903-686C-4874-AA82-F52FB1FBE78C}" dt="2025-11-11T22:39:43.971" v="1" actId="47"/>
        <pc:sldMkLst>
          <pc:docMk/>
          <pc:sldMk cId="2185264058" sldId="301"/>
        </pc:sldMkLst>
      </pc:sldChg>
      <pc:sldChg chg="del">
        <pc:chgData name="Cesar Augusto Lopez Gallego" userId="0dfa9112-9251-4882-b472-cf2dfcee09d1" providerId="ADAL" clId="{CDA8F903-686C-4874-AA82-F52FB1FBE78C}" dt="2025-11-11T22:39:55.271" v="4" actId="47"/>
        <pc:sldMkLst>
          <pc:docMk/>
          <pc:sldMk cId="2079602644" sldId="329"/>
        </pc:sldMkLst>
      </pc:sldChg>
      <pc:sldChg chg="del">
        <pc:chgData name="Cesar Augusto Lopez Gallego" userId="0dfa9112-9251-4882-b472-cf2dfcee09d1" providerId="ADAL" clId="{CDA8F903-686C-4874-AA82-F52FB1FBE78C}" dt="2025-11-11T22:40:00.329" v="6" actId="47"/>
        <pc:sldMkLst>
          <pc:docMk/>
          <pc:sldMk cId="1648083925" sldId="330"/>
        </pc:sldMkLst>
      </pc:sldChg>
      <pc:sldChg chg="del">
        <pc:chgData name="Cesar Augusto Lopez Gallego" userId="0dfa9112-9251-4882-b472-cf2dfcee09d1" providerId="ADAL" clId="{CDA8F903-686C-4874-AA82-F52FB1FBE78C}" dt="2025-11-11T22:39:55.271" v="4" actId="47"/>
        <pc:sldMkLst>
          <pc:docMk/>
          <pc:sldMk cId="1166180606" sldId="379"/>
        </pc:sldMkLst>
      </pc:sldChg>
      <pc:sldChg chg="del">
        <pc:chgData name="Cesar Augusto Lopez Gallego" userId="0dfa9112-9251-4882-b472-cf2dfcee09d1" providerId="ADAL" clId="{CDA8F903-686C-4874-AA82-F52FB1FBE78C}" dt="2025-11-11T22:39:55.271" v="4" actId="47"/>
        <pc:sldMkLst>
          <pc:docMk/>
          <pc:sldMk cId="3755391478" sldId="380"/>
        </pc:sldMkLst>
      </pc:sldChg>
      <pc:sldChg chg="del">
        <pc:chgData name="Cesar Augusto Lopez Gallego" userId="0dfa9112-9251-4882-b472-cf2dfcee09d1" providerId="ADAL" clId="{CDA8F903-686C-4874-AA82-F52FB1FBE78C}" dt="2025-11-11T22:39:55.271" v="4" actId="47"/>
        <pc:sldMkLst>
          <pc:docMk/>
          <pc:sldMk cId="1657955515" sldId="381"/>
        </pc:sldMkLst>
      </pc:sldChg>
      <pc:sldChg chg="del">
        <pc:chgData name="Cesar Augusto Lopez Gallego" userId="0dfa9112-9251-4882-b472-cf2dfcee09d1" providerId="ADAL" clId="{CDA8F903-686C-4874-AA82-F52FB1FBE78C}" dt="2025-11-11T22:39:55.271" v="4" actId="47"/>
        <pc:sldMkLst>
          <pc:docMk/>
          <pc:sldMk cId="596443565" sldId="384"/>
        </pc:sldMkLst>
      </pc:sldChg>
      <pc:sldChg chg="del">
        <pc:chgData name="Cesar Augusto Lopez Gallego" userId="0dfa9112-9251-4882-b472-cf2dfcee09d1" providerId="ADAL" clId="{CDA8F903-686C-4874-AA82-F52FB1FBE78C}" dt="2025-11-11T22:39:55.271" v="4" actId="47"/>
        <pc:sldMkLst>
          <pc:docMk/>
          <pc:sldMk cId="3282146141" sldId="396"/>
        </pc:sldMkLst>
      </pc:sldChg>
      <pc:sldChg chg="del">
        <pc:chgData name="Cesar Augusto Lopez Gallego" userId="0dfa9112-9251-4882-b472-cf2dfcee09d1" providerId="ADAL" clId="{CDA8F903-686C-4874-AA82-F52FB1FBE78C}" dt="2025-11-11T22:39:55.271" v="4" actId="47"/>
        <pc:sldMkLst>
          <pc:docMk/>
          <pc:sldMk cId="4138965778" sldId="398"/>
        </pc:sldMkLst>
      </pc:sldChg>
      <pc:sldChg chg="del">
        <pc:chgData name="Cesar Augusto Lopez Gallego" userId="0dfa9112-9251-4882-b472-cf2dfcee09d1" providerId="ADAL" clId="{CDA8F903-686C-4874-AA82-F52FB1FBE78C}" dt="2025-11-11T22:39:55.271" v="4" actId="47"/>
        <pc:sldMkLst>
          <pc:docMk/>
          <pc:sldMk cId="524226" sldId="399"/>
        </pc:sldMkLst>
      </pc:sldChg>
      <pc:sldChg chg="del">
        <pc:chgData name="Cesar Augusto Lopez Gallego" userId="0dfa9112-9251-4882-b472-cf2dfcee09d1" providerId="ADAL" clId="{CDA8F903-686C-4874-AA82-F52FB1FBE78C}" dt="2025-11-11T22:39:55.271" v="4" actId="47"/>
        <pc:sldMkLst>
          <pc:docMk/>
          <pc:sldMk cId="2126830260" sldId="400"/>
        </pc:sldMkLst>
      </pc:sldChg>
      <pc:sldChg chg="del">
        <pc:chgData name="Cesar Augusto Lopez Gallego" userId="0dfa9112-9251-4882-b472-cf2dfcee09d1" providerId="ADAL" clId="{CDA8F903-686C-4874-AA82-F52FB1FBE78C}" dt="2025-11-11T22:39:55.271" v="4" actId="47"/>
        <pc:sldMkLst>
          <pc:docMk/>
          <pc:sldMk cId="4088157566" sldId="401"/>
        </pc:sldMkLst>
      </pc:sldChg>
      <pc:sldChg chg="modSp mod">
        <pc:chgData name="Cesar Augusto Lopez Gallego" userId="0dfa9112-9251-4882-b472-cf2dfcee09d1" providerId="ADAL" clId="{CDA8F903-686C-4874-AA82-F52FB1FBE78C}" dt="2025-11-11T22:40:48.223" v="7" actId="1076"/>
        <pc:sldMkLst>
          <pc:docMk/>
          <pc:sldMk cId="4273355344" sldId="1060"/>
        </pc:sldMkLst>
        <pc:picChg chg="mod">
          <ac:chgData name="Cesar Augusto Lopez Gallego" userId="0dfa9112-9251-4882-b472-cf2dfcee09d1" providerId="ADAL" clId="{CDA8F903-686C-4874-AA82-F52FB1FBE78C}" dt="2025-11-11T22:40:48.223" v="7" actId="1076"/>
          <ac:picMkLst>
            <pc:docMk/>
            <pc:sldMk cId="4273355344" sldId="1060"/>
            <ac:picMk id="14" creationId="{A7F21CB1-0129-451D-8CBF-DEA74773BB5D}"/>
          </ac:picMkLst>
        </pc:picChg>
      </pc:sldChg>
      <pc:sldChg chg="del">
        <pc:chgData name="Cesar Augusto Lopez Gallego" userId="0dfa9112-9251-4882-b472-cf2dfcee09d1" providerId="ADAL" clId="{CDA8F903-686C-4874-AA82-F52FB1FBE78C}" dt="2025-11-11T22:39:47.096" v="2" actId="47"/>
        <pc:sldMkLst>
          <pc:docMk/>
          <pc:sldMk cId="0" sldId="1062"/>
        </pc:sldMkLst>
      </pc:sldChg>
      <pc:sldChg chg="del">
        <pc:chgData name="Cesar Augusto Lopez Gallego" userId="0dfa9112-9251-4882-b472-cf2dfcee09d1" providerId="ADAL" clId="{CDA8F903-686C-4874-AA82-F52FB1FBE78C}" dt="2025-11-11T22:39:51.237" v="3" actId="47"/>
        <pc:sldMkLst>
          <pc:docMk/>
          <pc:sldMk cId="1325680985" sldId="1063"/>
        </pc:sldMkLst>
      </pc:sldChg>
      <pc:sldChg chg="del">
        <pc:chgData name="Cesar Augusto Lopez Gallego" userId="0dfa9112-9251-4882-b472-cf2dfcee09d1" providerId="ADAL" clId="{CDA8F903-686C-4874-AA82-F52FB1FBE78C}" dt="2025-11-11T22:39:58.831" v="5" actId="47"/>
        <pc:sldMkLst>
          <pc:docMk/>
          <pc:sldMk cId="838333773" sldId="10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CF4082-7146-476A-B590-4447682ABE83}" type="datetimeFigureOut">
              <a:rPr lang="es-CO" smtClean="0"/>
              <a:t>11/11/2025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36A931-19EC-45C7-8535-923E2C626D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30030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0" y="1272011"/>
            <a:ext cx="10363200" cy="2705947"/>
          </a:xfrm>
        </p:spPr>
        <p:txBody>
          <a:bodyPr anchor="b"/>
          <a:lstStyle>
            <a:lvl1pPr algn="ctr">
              <a:defRPr sz="6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4082310"/>
            <a:ext cx="10363200" cy="1876530"/>
          </a:xfrm>
        </p:spPr>
        <p:txBody>
          <a:bodyPr/>
          <a:lstStyle>
            <a:lvl1pPr marL="0" indent="0" algn="ctr">
              <a:buNone/>
              <a:defRPr sz="2720"/>
            </a:lvl1pPr>
            <a:lvl2pPr marL="518145" indent="0" algn="ctr">
              <a:buNone/>
              <a:defRPr sz="2267"/>
            </a:lvl2pPr>
            <a:lvl3pPr marL="1036290" indent="0" algn="ctr">
              <a:buNone/>
              <a:defRPr sz="2040"/>
            </a:lvl3pPr>
            <a:lvl4pPr marL="1554434" indent="0" algn="ctr">
              <a:buNone/>
              <a:defRPr sz="1813"/>
            </a:lvl4pPr>
            <a:lvl5pPr marL="2072579" indent="0" algn="ctr">
              <a:buNone/>
              <a:defRPr sz="1813"/>
            </a:lvl5pPr>
            <a:lvl6pPr marL="2590724" indent="0" algn="ctr">
              <a:buNone/>
              <a:defRPr sz="1813"/>
            </a:lvl6pPr>
            <a:lvl7pPr marL="3108869" indent="0" algn="ctr">
              <a:buNone/>
              <a:defRPr sz="1813"/>
            </a:lvl7pPr>
            <a:lvl8pPr marL="3627013" indent="0" algn="ctr">
              <a:buNone/>
              <a:defRPr sz="1813"/>
            </a:lvl8pPr>
            <a:lvl9pPr marL="4145158" indent="0" algn="ctr">
              <a:buNone/>
              <a:defRPr sz="1813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11/11/2025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38272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11/11/2025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9873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763" y="1937704"/>
            <a:ext cx="11917680" cy="3233102"/>
          </a:xfrm>
        </p:spPr>
        <p:txBody>
          <a:bodyPr anchor="b"/>
          <a:lstStyle>
            <a:lvl1pPr>
              <a:defRPr sz="6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763" y="5201392"/>
            <a:ext cx="11917680" cy="1700212"/>
          </a:xfrm>
        </p:spPr>
        <p:txBody>
          <a:bodyPr/>
          <a:lstStyle>
            <a:lvl1pPr marL="0" indent="0">
              <a:buNone/>
              <a:defRPr sz="2720">
                <a:solidFill>
                  <a:schemeClr val="tx1">
                    <a:tint val="75000"/>
                  </a:schemeClr>
                </a:solidFill>
              </a:defRPr>
            </a:lvl1pPr>
            <a:lvl2pPr marL="518145" indent="0">
              <a:buNone/>
              <a:defRPr sz="2267">
                <a:solidFill>
                  <a:schemeClr val="tx1">
                    <a:tint val="75000"/>
                  </a:schemeClr>
                </a:solidFill>
              </a:defRPr>
            </a:lvl2pPr>
            <a:lvl3pPr marL="1036290" indent="0">
              <a:buNone/>
              <a:defRPr sz="2040">
                <a:solidFill>
                  <a:schemeClr val="tx1">
                    <a:tint val="75000"/>
                  </a:schemeClr>
                </a:solidFill>
              </a:defRPr>
            </a:lvl3pPr>
            <a:lvl4pPr marL="1554434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4pPr>
            <a:lvl5pPr marL="2072579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5pPr>
            <a:lvl6pPr marL="2590724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6pPr>
            <a:lvl7pPr marL="3108869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7pPr>
            <a:lvl8pPr marL="3627013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8pPr>
            <a:lvl9pPr marL="4145158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11/11/2025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3130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9960" y="2069042"/>
            <a:ext cx="5872480" cy="4931516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95160" y="2069042"/>
            <a:ext cx="5872480" cy="4931516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11/11/2025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58430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1760" y="413809"/>
            <a:ext cx="11917680" cy="1502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1760" y="1905318"/>
            <a:ext cx="5845492" cy="933767"/>
          </a:xfrm>
        </p:spPr>
        <p:txBody>
          <a:bodyPr anchor="b"/>
          <a:lstStyle>
            <a:lvl1pPr marL="0" indent="0">
              <a:buNone/>
              <a:defRPr sz="2720" b="1"/>
            </a:lvl1pPr>
            <a:lvl2pPr marL="518145" indent="0">
              <a:buNone/>
              <a:defRPr sz="2267" b="1"/>
            </a:lvl2pPr>
            <a:lvl3pPr marL="1036290" indent="0">
              <a:buNone/>
              <a:defRPr sz="2040" b="1"/>
            </a:lvl3pPr>
            <a:lvl4pPr marL="1554434" indent="0">
              <a:buNone/>
              <a:defRPr sz="1813" b="1"/>
            </a:lvl4pPr>
            <a:lvl5pPr marL="2072579" indent="0">
              <a:buNone/>
              <a:defRPr sz="1813" b="1"/>
            </a:lvl5pPr>
            <a:lvl6pPr marL="2590724" indent="0">
              <a:buNone/>
              <a:defRPr sz="1813" b="1"/>
            </a:lvl6pPr>
            <a:lvl7pPr marL="3108869" indent="0">
              <a:buNone/>
              <a:defRPr sz="1813" b="1"/>
            </a:lvl7pPr>
            <a:lvl8pPr marL="3627013" indent="0">
              <a:buNone/>
              <a:defRPr sz="1813" b="1"/>
            </a:lvl8pPr>
            <a:lvl9pPr marL="4145158" indent="0">
              <a:buNone/>
              <a:defRPr sz="1813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1760" y="2839085"/>
            <a:ext cx="5845492" cy="4175866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95160" y="1905318"/>
            <a:ext cx="5874280" cy="933767"/>
          </a:xfrm>
        </p:spPr>
        <p:txBody>
          <a:bodyPr anchor="b"/>
          <a:lstStyle>
            <a:lvl1pPr marL="0" indent="0">
              <a:buNone/>
              <a:defRPr sz="2720" b="1"/>
            </a:lvl1pPr>
            <a:lvl2pPr marL="518145" indent="0">
              <a:buNone/>
              <a:defRPr sz="2267" b="1"/>
            </a:lvl2pPr>
            <a:lvl3pPr marL="1036290" indent="0">
              <a:buNone/>
              <a:defRPr sz="2040" b="1"/>
            </a:lvl3pPr>
            <a:lvl4pPr marL="1554434" indent="0">
              <a:buNone/>
              <a:defRPr sz="1813" b="1"/>
            </a:lvl4pPr>
            <a:lvl5pPr marL="2072579" indent="0">
              <a:buNone/>
              <a:defRPr sz="1813" b="1"/>
            </a:lvl5pPr>
            <a:lvl6pPr marL="2590724" indent="0">
              <a:buNone/>
              <a:defRPr sz="1813" b="1"/>
            </a:lvl6pPr>
            <a:lvl7pPr marL="3108869" indent="0">
              <a:buNone/>
              <a:defRPr sz="1813" b="1"/>
            </a:lvl7pPr>
            <a:lvl8pPr marL="3627013" indent="0">
              <a:buNone/>
              <a:defRPr sz="1813" b="1"/>
            </a:lvl8pPr>
            <a:lvl9pPr marL="4145158" indent="0">
              <a:buNone/>
              <a:defRPr sz="1813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95160" y="2839085"/>
            <a:ext cx="5874280" cy="4175866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11/11/2025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9903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11/11/2025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82768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11/11/2025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0584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1760" y="518160"/>
            <a:ext cx="4456535" cy="1813560"/>
          </a:xfrm>
        </p:spPr>
        <p:txBody>
          <a:bodyPr anchor="b"/>
          <a:lstStyle>
            <a:lvl1pPr>
              <a:defRPr sz="362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4280" y="1119082"/>
            <a:ext cx="6995160" cy="5523442"/>
          </a:xfrm>
        </p:spPr>
        <p:txBody>
          <a:bodyPr/>
          <a:lstStyle>
            <a:lvl1pPr>
              <a:defRPr sz="3627"/>
            </a:lvl1pPr>
            <a:lvl2pPr>
              <a:defRPr sz="3173"/>
            </a:lvl2pPr>
            <a:lvl3pPr>
              <a:defRPr sz="2720"/>
            </a:lvl3pPr>
            <a:lvl4pPr>
              <a:defRPr sz="2267"/>
            </a:lvl4pPr>
            <a:lvl5pPr>
              <a:defRPr sz="2267"/>
            </a:lvl5pPr>
            <a:lvl6pPr>
              <a:defRPr sz="2267"/>
            </a:lvl6pPr>
            <a:lvl7pPr>
              <a:defRPr sz="2267"/>
            </a:lvl7pPr>
            <a:lvl8pPr>
              <a:defRPr sz="2267"/>
            </a:lvl8pPr>
            <a:lvl9pPr>
              <a:defRPr sz="2267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1760" y="2331720"/>
            <a:ext cx="4456535" cy="4319800"/>
          </a:xfrm>
        </p:spPr>
        <p:txBody>
          <a:bodyPr/>
          <a:lstStyle>
            <a:lvl1pPr marL="0" indent="0">
              <a:buNone/>
              <a:defRPr sz="1813"/>
            </a:lvl1pPr>
            <a:lvl2pPr marL="518145" indent="0">
              <a:buNone/>
              <a:defRPr sz="1587"/>
            </a:lvl2pPr>
            <a:lvl3pPr marL="1036290" indent="0">
              <a:buNone/>
              <a:defRPr sz="1360"/>
            </a:lvl3pPr>
            <a:lvl4pPr marL="1554434" indent="0">
              <a:buNone/>
              <a:defRPr sz="1133"/>
            </a:lvl4pPr>
            <a:lvl5pPr marL="2072579" indent="0">
              <a:buNone/>
              <a:defRPr sz="1133"/>
            </a:lvl5pPr>
            <a:lvl6pPr marL="2590724" indent="0">
              <a:buNone/>
              <a:defRPr sz="1133"/>
            </a:lvl6pPr>
            <a:lvl7pPr marL="3108869" indent="0">
              <a:buNone/>
              <a:defRPr sz="1133"/>
            </a:lvl7pPr>
            <a:lvl8pPr marL="3627013" indent="0">
              <a:buNone/>
              <a:defRPr sz="1133"/>
            </a:lvl8pPr>
            <a:lvl9pPr marL="4145158" indent="0">
              <a:buNone/>
              <a:defRPr sz="1133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11/11/2025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62420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1760" y="518160"/>
            <a:ext cx="4456535" cy="1813560"/>
          </a:xfrm>
        </p:spPr>
        <p:txBody>
          <a:bodyPr anchor="b"/>
          <a:lstStyle>
            <a:lvl1pPr>
              <a:defRPr sz="362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74280" y="1119082"/>
            <a:ext cx="6995160" cy="5523442"/>
          </a:xfrm>
        </p:spPr>
        <p:txBody>
          <a:bodyPr anchor="t"/>
          <a:lstStyle>
            <a:lvl1pPr marL="0" indent="0">
              <a:buNone/>
              <a:defRPr sz="3627"/>
            </a:lvl1pPr>
            <a:lvl2pPr marL="518145" indent="0">
              <a:buNone/>
              <a:defRPr sz="3173"/>
            </a:lvl2pPr>
            <a:lvl3pPr marL="1036290" indent="0">
              <a:buNone/>
              <a:defRPr sz="2720"/>
            </a:lvl3pPr>
            <a:lvl4pPr marL="1554434" indent="0">
              <a:buNone/>
              <a:defRPr sz="2267"/>
            </a:lvl4pPr>
            <a:lvl5pPr marL="2072579" indent="0">
              <a:buNone/>
              <a:defRPr sz="2267"/>
            </a:lvl5pPr>
            <a:lvl6pPr marL="2590724" indent="0">
              <a:buNone/>
              <a:defRPr sz="2267"/>
            </a:lvl6pPr>
            <a:lvl7pPr marL="3108869" indent="0">
              <a:buNone/>
              <a:defRPr sz="2267"/>
            </a:lvl7pPr>
            <a:lvl8pPr marL="3627013" indent="0">
              <a:buNone/>
              <a:defRPr sz="2267"/>
            </a:lvl8pPr>
            <a:lvl9pPr marL="4145158" indent="0">
              <a:buNone/>
              <a:defRPr sz="2267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1760" y="2331720"/>
            <a:ext cx="4456535" cy="4319800"/>
          </a:xfrm>
        </p:spPr>
        <p:txBody>
          <a:bodyPr/>
          <a:lstStyle>
            <a:lvl1pPr marL="0" indent="0">
              <a:buNone/>
              <a:defRPr sz="1813"/>
            </a:lvl1pPr>
            <a:lvl2pPr marL="518145" indent="0">
              <a:buNone/>
              <a:defRPr sz="1587"/>
            </a:lvl2pPr>
            <a:lvl3pPr marL="1036290" indent="0">
              <a:buNone/>
              <a:defRPr sz="1360"/>
            </a:lvl3pPr>
            <a:lvl4pPr marL="1554434" indent="0">
              <a:buNone/>
              <a:defRPr sz="1133"/>
            </a:lvl4pPr>
            <a:lvl5pPr marL="2072579" indent="0">
              <a:buNone/>
              <a:defRPr sz="1133"/>
            </a:lvl5pPr>
            <a:lvl6pPr marL="2590724" indent="0">
              <a:buNone/>
              <a:defRPr sz="1133"/>
            </a:lvl6pPr>
            <a:lvl7pPr marL="3108869" indent="0">
              <a:buNone/>
              <a:defRPr sz="1133"/>
            </a:lvl7pPr>
            <a:lvl8pPr marL="3627013" indent="0">
              <a:buNone/>
              <a:defRPr sz="1133"/>
            </a:lvl8pPr>
            <a:lvl9pPr marL="4145158" indent="0">
              <a:buNone/>
              <a:defRPr sz="1133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11/11/2025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86478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11/11/2025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98998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88220" y="413808"/>
            <a:ext cx="2979420" cy="658675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9960" y="413808"/>
            <a:ext cx="8765540" cy="6586750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11/11/2025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96657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0" y="1272011"/>
            <a:ext cx="10363200" cy="2705947"/>
          </a:xfrm>
        </p:spPr>
        <p:txBody>
          <a:bodyPr anchor="b"/>
          <a:lstStyle>
            <a:lvl1pPr algn="ctr">
              <a:defRPr sz="6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4082310"/>
            <a:ext cx="10363200" cy="1876530"/>
          </a:xfrm>
        </p:spPr>
        <p:txBody>
          <a:bodyPr/>
          <a:lstStyle>
            <a:lvl1pPr marL="0" indent="0" algn="ctr">
              <a:buNone/>
              <a:defRPr sz="2720"/>
            </a:lvl1pPr>
            <a:lvl2pPr marL="518145" indent="0" algn="ctr">
              <a:buNone/>
              <a:defRPr sz="2267"/>
            </a:lvl2pPr>
            <a:lvl3pPr marL="1036290" indent="0" algn="ctr">
              <a:buNone/>
              <a:defRPr sz="2040"/>
            </a:lvl3pPr>
            <a:lvl4pPr marL="1554434" indent="0" algn="ctr">
              <a:buNone/>
              <a:defRPr sz="1813"/>
            </a:lvl4pPr>
            <a:lvl5pPr marL="2072579" indent="0" algn="ctr">
              <a:buNone/>
              <a:defRPr sz="1813"/>
            </a:lvl5pPr>
            <a:lvl6pPr marL="2590724" indent="0" algn="ctr">
              <a:buNone/>
              <a:defRPr sz="1813"/>
            </a:lvl6pPr>
            <a:lvl7pPr marL="3108869" indent="0" algn="ctr">
              <a:buNone/>
              <a:defRPr sz="1813"/>
            </a:lvl7pPr>
            <a:lvl8pPr marL="3627013" indent="0" algn="ctr">
              <a:buNone/>
              <a:defRPr sz="1813"/>
            </a:lvl8pPr>
            <a:lvl9pPr marL="4145158" indent="0" algn="ctr">
              <a:buNone/>
              <a:defRPr sz="1813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11/11/2025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12473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11/11/2025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7545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763" y="1937704"/>
            <a:ext cx="11917680" cy="3233102"/>
          </a:xfrm>
        </p:spPr>
        <p:txBody>
          <a:bodyPr anchor="b"/>
          <a:lstStyle>
            <a:lvl1pPr>
              <a:defRPr sz="6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763" y="5201392"/>
            <a:ext cx="11917680" cy="1700212"/>
          </a:xfrm>
        </p:spPr>
        <p:txBody>
          <a:bodyPr/>
          <a:lstStyle>
            <a:lvl1pPr marL="0" indent="0">
              <a:buNone/>
              <a:defRPr sz="2720">
                <a:solidFill>
                  <a:schemeClr val="tx1">
                    <a:tint val="75000"/>
                  </a:schemeClr>
                </a:solidFill>
              </a:defRPr>
            </a:lvl1pPr>
            <a:lvl2pPr marL="518145" indent="0">
              <a:buNone/>
              <a:defRPr sz="2267">
                <a:solidFill>
                  <a:schemeClr val="tx1">
                    <a:tint val="75000"/>
                  </a:schemeClr>
                </a:solidFill>
              </a:defRPr>
            </a:lvl2pPr>
            <a:lvl3pPr marL="1036290" indent="0">
              <a:buNone/>
              <a:defRPr sz="2040">
                <a:solidFill>
                  <a:schemeClr val="tx1">
                    <a:tint val="75000"/>
                  </a:schemeClr>
                </a:solidFill>
              </a:defRPr>
            </a:lvl3pPr>
            <a:lvl4pPr marL="1554434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4pPr>
            <a:lvl5pPr marL="2072579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5pPr>
            <a:lvl6pPr marL="2590724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6pPr>
            <a:lvl7pPr marL="3108869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7pPr>
            <a:lvl8pPr marL="3627013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8pPr>
            <a:lvl9pPr marL="4145158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11/11/2025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25272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9960" y="2069042"/>
            <a:ext cx="5872480" cy="4931516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95160" y="2069042"/>
            <a:ext cx="5872480" cy="4931516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11/11/2025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2444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1760" y="413809"/>
            <a:ext cx="11917680" cy="1502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1760" y="1905318"/>
            <a:ext cx="5845492" cy="933767"/>
          </a:xfrm>
        </p:spPr>
        <p:txBody>
          <a:bodyPr anchor="b"/>
          <a:lstStyle>
            <a:lvl1pPr marL="0" indent="0">
              <a:buNone/>
              <a:defRPr sz="2720" b="1"/>
            </a:lvl1pPr>
            <a:lvl2pPr marL="518145" indent="0">
              <a:buNone/>
              <a:defRPr sz="2267" b="1"/>
            </a:lvl2pPr>
            <a:lvl3pPr marL="1036290" indent="0">
              <a:buNone/>
              <a:defRPr sz="2040" b="1"/>
            </a:lvl3pPr>
            <a:lvl4pPr marL="1554434" indent="0">
              <a:buNone/>
              <a:defRPr sz="1813" b="1"/>
            </a:lvl4pPr>
            <a:lvl5pPr marL="2072579" indent="0">
              <a:buNone/>
              <a:defRPr sz="1813" b="1"/>
            </a:lvl5pPr>
            <a:lvl6pPr marL="2590724" indent="0">
              <a:buNone/>
              <a:defRPr sz="1813" b="1"/>
            </a:lvl6pPr>
            <a:lvl7pPr marL="3108869" indent="0">
              <a:buNone/>
              <a:defRPr sz="1813" b="1"/>
            </a:lvl7pPr>
            <a:lvl8pPr marL="3627013" indent="0">
              <a:buNone/>
              <a:defRPr sz="1813" b="1"/>
            </a:lvl8pPr>
            <a:lvl9pPr marL="4145158" indent="0">
              <a:buNone/>
              <a:defRPr sz="1813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1760" y="2839085"/>
            <a:ext cx="5845492" cy="4175866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95160" y="1905318"/>
            <a:ext cx="5874280" cy="933767"/>
          </a:xfrm>
        </p:spPr>
        <p:txBody>
          <a:bodyPr anchor="b"/>
          <a:lstStyle>
            <a:lvl1pPr marL="0" indent="0">
              <a:buNone/>
              <a:defRPr sz="2720" b="1"/>
            </a:lvl1pPr>
            <a:lvl2pPr marL="518145" indent="0">
              <a:buNone/>
              <a:defRPr sz="2267" b="1"/>
            </a:lvl2pPr>
            <a:lvl3pPr marL="1036290" indent="0">
              <a:buNone/>
              <a:defRPr sz="2040" b="1"/>
            </a:lvl3pPr>
            <a:lvl4pPr marL="1554434" indent="0">
              <a:buNone/>
              <a:defRPr sz="1813" b="1"/>
            </a:lvl4pPr>
            <a:lvl5pPr marL="2072579" indent="0">
              <a:buNone/>
              <a:defRPr sz="1813" b="1"/>
            </a:lvl5pPr>
            <a:lvl6pPr marL="2590724" indent="0">
              <a:buNone/>
              <a:defRPr sz="1813" b="1"/>
            </a:lvl6pPr>
            <a:lvl7pPr marL="3108869" indent="0">
              <a:buNone/>
              <a:defRPr sz="1813" b="1"/>
            </a:lvl7pPr>
            <a:lvl8pPr marL="3627013" indent="0">
              <a:buNone/>
              <a:defRPr sz="1813" b="1"/>
            </a:lvl8pPr>
            <a:lvl9pPr marL="4145158" indent="0">
              <a:buNone/>
              <a:defRPr sz="1813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95160" y="2839085"/>
            <a:ext cx="5874280" cy="4175866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11/11/2025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174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11/11/2025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47734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11/11/2025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28272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1760" y="518160"/>
            <a:ext cx="4456535" cy="1813560"/>
          </a:xfrm>
        </p:spPr>
        <p:txBody>
          <a:bodyPr anchor="b"/>
          <a:lstStyle>
            <a:lvl1pPr>
              <a:defRPr sz="362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4280" y="1119082"/>
            <a:ext cx="6995160" cy="5523442"/>
          </a:xfrm>
        </p:spPr>
        <p:txBody>
          <a:bodyPr/>
          <a:lstStyle>
            <a:lvl1pPr>
              <a:defRPr sz="3627"/>
            </a:lvl1pPr>
            <a:lvl2pPr>
              <a:defRPr sz="3173"/>
            </a:lvl2pPr>
            <a:lvl3pPr>
              <a:defRPr sz="2720"/>
            </a:lvl3pPr>
            <a:lvl4pPr>
              <a:defRPr sz="2267"/>
            </a:lvl4pPr>
            <a:lvl5pPr>
              <a:defRPr sz="2267"/>
            </a:lvl5pPr>
            <a:lvl6pPr>
              <a:defRPr sz="2267"/>
            </a:lvl6pPr>
            <a:lvl7pPr>
              <a:defRPr sz="2267"/>
            </a:lvl7pPr>
            <a:lvl8pPr>
              <a:defRPr sz="2267"/>
            </a:lvl8pPr>
            <a:lvl9pPr>
              <a:defRPr sz="2267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1760" y="2331720"/>
            <a:ext cx="4456535" cy="4319800"/>
          </a:xfrm>
        </p:spPr>
        <p:txBody>
          <a:bodyPr/>
          <a:lstStyle>
            <a:lvl1pPr marL="0" indent="0">
              <a:buNone/>
              <a:defRPr sz="1813"/>
            </a:lvl1pPr>
            <a:lvl2pPr marL="518145" indent="0">
              <a:buNone/>
              <a:defRPr sz="1587"/>
            </a:lvl2pPr>
            <a:lvl3pPr marL="1036290" indent="0">
              <a:buNone/>
              <a:defRPr sz="1360"/>
            </a:lvl3pPr>
            <a:lvl4pPr marL="1554434" indent="0">
              <a:buNone/>
              <a:defRPr sz="1133"/>
            </a:lvl4pPr>
            <a:lvl5pPr marL="2072579" indent="0">
              <a:buNone/>
              <a:defRPr sz="1133"/>
            </a:lvl5pPr>
            <a:lvl6pPr marL="2590724" indent="0">
              <a:buNone/>
              <a:defRPr sz="1133"/>
            </a:lvl6pPr>
            <a:lvl7pPr marL="3108869" indent="0">
              <a:buNone/>
              <a:defRPr sz="1133"/>
            </a:lvl7pPr>
            <a:lvl8pPr marL="3627013" indent="0">
              <a:buNone/>
              <a:defRPr sz="1133"/>
            </a:lvl8pPr>
            <a:lvl9pPr marL="4145158" indent="0">
              <a:buNone/>
              <a:defRPr sz="1133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11/11/2025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18044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1760" y="518160"/>
            <a:ext cx="4456535" cy="1813560"/>
          </a:xfrm>
        </p:spPr>
        <p:txBody>
          <a:bodyPr anchor="b"/>
          <a:lstStyle>
            <a:lvl1pPr>
              <a:defRPr sz="362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74280" y="1119082"/>
            <a:ext cx="6995160" cy="5523442"/>
          </a:xfrm>
        </p:spPr>
        <p:txBody>
          <a:bodyPr anchor="t"/>
          <a:lstStyle>
            <a:lvl1pPr marL="0" indent="0">
              <a:buNone/>
              <a:defRPr sz="3627"/>
            </a:lvl1pPr>
            <a:lvl2pPr marL="518145" indent="0">
              <a:buNone/>
              <a:defRPr sz="3173"/>
            </a:lvl2pPr>
            <a:lvl3pPr marL="1036290" indent="0">
              <a:buNone/>
              <a:defRPr sz="2720"/>
            </a:lvl3pPr>
            <a:lvl4pPr marL="1554434" indent="0">
              <a:buNone/>
              <a:defRPr sz="2267"/>
            </a:lvl4pPr>
            <a:lvl5pPr marL="2072579" indent="0">
              <a:buNone/>
              <a:defRPr sz="2267"/>
            </a:lvl5pPr>
            <a:lvl6pPr marL="2590724" indent="0">
              <a:buNone/>
              <a:defRPr sz="2267"/>
            </a:lvl6pPr>
            <a:lvl7pPr marL="3108869" indent="0">
              <a:buNone/>
              <a:defRPr sz="2267"/>
            </a:lvl7pPr>
            <a:lvl8pPr marL="3627013" indent="0">
              <a:buNone/>
              <a:defRPr sz="2267"/>
            </a:lvl8pPr>
            <a:lvl9pPr marL="4145158" indent="0">
              <a:buNone/>
              <a:defRPr sz="2267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1760" y="2331720"/>
            <a:ext cx="4456535" cy="4319800"/>
          </a:xfrm>
        </p:spPr>
        <p:txBody>
          <a:bodyPr/>
          <a:lstStyle>
            <a:lvl1pPr marL="0" indent="0">
              <a:buNone/>
              <a:defRPr sz="1813"/>
            </a:lvl1pPr>
            <a:lvl2pPr marL="518145" indent="0">
              <a:buNone/>
              <a:defRPr sz="1587"/>
            </a:lvl2pPr>
            <a:lvl3pPr marL="1036290" indent="0">
              <a:buNone/>
              <a:defRPr sz="1360"/>
            </a:lvl3pPr>
            <a:lvl4pPr marL="1554434" indent="0">
              <a:buNone/>
              <a:defRPr sz="1133"/>
            </a:lvl4pPr>
            <a:lvl5pPr marL="2072579" indent="0">
              <a:buNone/>
              <a:defRPr sz="1133"/>
            </a:lvl5pPr>
            <a:lvl6pPr marL="2590724" indent="0">
              <a:buNone/>
              <a:defRPr sz="1133"/>
            </a:lvl6pPr>
            <a:lvl7pPr marL="3108869" indent="0">
              <a:buNone/>
              <a:defRPr sz="1133"/>
            </a:lvl7pPr>
            <a:lvl8pPr marL="3627013" indent="0">
              <a:buNone/>
              <a:defRPr sz="1133"/>
            </a:lvl8pPr>
            <a:lvl9pPr marL="4145158" indent="0">
              <a:buNone/>
              <a:defRPr sz="1133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11/11/2025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5775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11/11/2025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7802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88220" y="413808"/>
            <a:ext cx="2979420" cy="658675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9960" y="413808"/>
            <a:ext cx="8765540" cy="6586750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11/11/2025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921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9960" y="413809"/>
            <a:ext cx="1191768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9960" y="2069042"/>
            <a:ext cx="1191768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9960" y="7203864"/>
            <a:ext cx="310896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86245D-015E-46AE-96CC-32E8A5E9A1DF}" type="datetimeFigureOut">
              <a:rPr lang="es-CO" smtClean="0"/>
              <a:t>11/11/2025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7080" y="7203864"/>
            <a:ext cx="46634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758680" y="7203864"/>
            <a:ext cx="310896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6273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36290" rtl="0" eaLnBrk="1" latinLnBrk="0" hangingPunct="1">
        <a:lnSpc>
          <a:spcPct val="90000"/>
        </a:lnSpc>
        <a:spcBef>
          <a:spcPct val="0"/>
        </a:spcBef>
        <a:buNone/>
        <a:defRPr sz="49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9072" indent="-259072" algn="l" defTabSz="1036290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3173" kern="1200">
          <a:solidFill>
            <a:schemeClr val="tx1"/>
          </a:solidFill>
          <a:latin typeface="+mn-lt"/>
          <a:ea typeface="+mn-ea"/>
          <a:cs typeface="+mn-cs"/>
        </a:defRPr>
      </a:lvl1pPr>
      <a:lvl2pPr marL="777217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720" kern="1200">
          <a:solidFill>
            <a:schemeClr val="tx1"/>
          </a:solidFill>
          <a:latin typeface="+mn-lt"/>
          <a:ea typeface="+mn-ea"/>
          <a:cs typeface="+mn-cs"/>
        </a:defRPr>
      </a:lvl2pPr>
      <a:lvl3pPr marL="1295362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267" kern="1200">
          <a:solidFill>
            <a:schemeClr val="tx1"/>
          </a:solidFill>
          <a:latin typeface="+mn-lt"/>
          <a:ea typeface="+mn-ea"/>
          <a:cs typeface="+mn-cs"/>
        </a:defRPr>
      </a:lvl3pPr>
      <a:lvl4pPr marL="1813507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4pPr>
      <a:lvl5pPr marL="2331651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5pPr>
      <a:lvl6pPr marL="2849796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6pPr>
      <a:lvl7pPr marL="3367941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7pPr>
      <a:lvl8pPr marL="3886086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8pPr>
      <a:lvl9pPr marL="4404230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1pPr>
      <a:lvl2pPr marL="518145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1036290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3pPr>
      <a:lvl4pPr marL="1554434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4pPr>
      <a:lvl5pPr marL="2072579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5pPr>
      <a:lvl6pPr marL="2590724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6pPr>
      <a:lvl7pPr marL="3108869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7pPr>
      <a:lvl8pPr marL="3627013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8pPr>
      <a:lvl9pPr marL="4145158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9960" y="413809"/>
            <a:ext cx="1191768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9960" y="2069042"/>
            <a:ext cx="1191768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9960" y="7203864"/>
            <a:ext cx="310896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86245D-015E-46AE-96CC-32E8A5E9A1DF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11/11/2025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7080" y="7203864"/>
            <a:ext cx="46634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758680" y="7203864"/>
            <a:ext cx="310896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C52531-C0F7-4A3B-9293-860134404F61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6125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36290" rtl="0" eaLnBrk="1" latinLnBrk="0" hangingPunct="1">
        <a:lnSpc>
          <a:spcPct val="90000"/>
        </a:lnSpc>
        <a:spcBef>
          <a:spcPct val="0"/>
        </a:spcBef>
        <a:buNone/>
        <a:defRPr sz="49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9072" indent="-259072" algn="l" defTabSz="1036290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3173" kern="1200">
          <a:solidFill>
            <a:schemeClr val="tx1"/>
          </a:solidFill>
          <a:latin typeface="+mn-lt"/>
          <a:ea typeface="+mn-ea"/>
          <a:cs typeface="+mn-cs"/>
        </a:defRPr>
      </a:lvl1pPr>
      <a:lvl2pPr marL="777217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720" kern="1200">
          <a:solidFill>
            <a:schemeClr val="tx1"/>
          </a:solidFill>
          <a:latin typeface="+mn-lt"/>
          <a:ea typeface="+mn-ea"/>
          <a:cs typeface="+mn-cs"/>
        </a:defRPr>
      </a:lvl2pPr>
      <a:lvl3pPr marL="1295362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267" kern="1200">
          <a:solidFill>
            <a:schemeClr val="tx1"/>
          </a:solidFill>
          <a:latin typeface="+mn-lt"/>
          <a:ea typeface="+mn-ea"/>
          <a:cs typeface="+mn-cs"/>
        </a:defRPr>
      </a:lvl3pPr>
      <a:lvl4pPr marL="1813507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4pPr>
      <a:lvl5pPr marL="2331651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5pPr>
      <a:lvl6pPr marL="2849796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6pPr>
      <a:lvl7pPr marL="3367941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7pPr>
      <a:lvl8pPr marL="3886086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8pPr>
      <a:lvl9pPr marL="4404230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1pPr>
      <a:lvl2pPr marL="518145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1036290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3pPr>
      <a:lvl4pPr marL="1554434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4pPr>
      <a:lvl5pPr marL="2072579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5pPr>
      <a:lvl6pPr marL="2590724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6pPr>
      <a:lvl7pPr marL="3108869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7pPr>
      <a:lvl8pPr marL="3627013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8pPr>
      <a:lvl9pPr marL="4145158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mailto:cesar.lopezg@upb.edu.co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1.jpeg"/><Relationship Id="rId7" Type="http://schemas.openxmlformats.org/officeDocument/2006/relationships/image" Target="../media/image14.jpeg"/><Relationship Id="rId2" Type="http://schemas.openxmlformats.org/officeDocument/2006/relationships/hyperlink" Target="http://images.google.com.co/imgres?imgurl=http://www.sabelotodo.org/ondas/imagenes/fijo.gif&amp;imgrefurl=http://www.sabelotodo.org/ondas/efectodoppelr.html&amp;h=193&amp;w=190&amp;sz=2&amp;hl=es&amp;start=108&amp;tbnid=QsgGoDPzoDbWrM:&amp;tbnh=103&amp;tbnw=101&amp;prev=/images%3Fq%3Dondas%2B%252B%2Bvibracion%26start%3D90%26gbv%3D2%26ndsp%3D18%26svnum%3D10%26hl%3Des%26sa%3DN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jpeg"/><Relationship Id="rId5" Type="http://schemas.openxmlformats.org/officeDocument/2006/relationships/hyperlink" Target="http://images.google.com.co/imgres?imgurl=http://www.protocolo.org/gestweb/gestfiles/proto-55-686666.jpg&amp;imgrefurl=http://cafeguaguau.com/2006/07/10/hablar-por-celular-produce-excitacion/&amp;h=250&amp;w=200&amp;sz=23&amp;hl=es&amp;start=33&amp;tbnid=o09kdkPrKGWttM:&amp;tbnh=111&amp;tbnw=89&amp;prev=/images%3Fq%3D%2522hablar%2Bpor%2Bcelular%2522%26start%3D18%26gbv%3D2%26ndsp%3D18%26svnum%3D10%26hl%3Des%26sa%3DN" TargetMode="External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359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5956300" y="1269224"/>
            <a:ext cx="3276600" cy="678573"/>
          </a:xfrm>
          <a:prstGeom prst="rect">
            <a:avLst/>
          </a:prstGeom>
        </p:spPr>
        <p:txBody>
          <a:bodyPr wrap="square" lIns="123371" tIns="61685" rIns="123371" bIns="61685">
            <a:spAutoFit/>
          </a:bodyPr>
          <a:lstStyle/>
          <a:p>
            <a:pPr algn="ctr" defTabSz="457211"/>
            <a:r>
              <a:rPr lang="es-CO" dirty="0">
                <a:solidFill>
                  <a:prstClr val="black"/>
                </a:solidFill>
                <a:latin typeface="Calibri" panose="020F0502020204030204"/>
                <a:hlinkClick r:id="rId2"/>
              </a:rPr>
              <a:t>cesar.lopezg@upb.edu.co</a:t>
            </a:r>
            <a:endParaRPr lang="es-CO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457211"/>
            <a:r>
              <a:rPr lang="es-CO" dirty="0">
                <a:solidFill>
                  <a:prstClr val="black"/>
                </a:solidFill>
                <a:latin typeface="Calibri" panose="020F0502020204030204"/>
              </a:rPr>
              <a:t>L-V 8am hasta las 5pm.</a:t>
            </a:r>
          </a:p>
        </p:txBody>
      </p:sp>
      <p:sp>
        <p:nvSpPr>
          <p:cNvPr id="5" name="4 CuadroTexto"/>
          <p:cNvSpPr txBox="1"/>
          <p:nvPr/>
        </p:nvSpPr>
        <p:spPr>
          <a:xfrm>
            <a:off x="4608072" y="3207039"/>
            <a:ext cx="8619214" cy="2617565"/>
          </a:xfrm>
          <a:prstGeom prst="rect">
            <a:avLst/>
          </a:prstGeom>
          <a:noFill/>
        </p:spPr>
        <p:txBody>
          <a:bodyPr wrap="square" lIns="123371" tIns="61685" rIns="123371" bIns="61685" rtlCol="0">
            <a:spAutoFit/>
          </a:bodyPr>
          <a:lstStyle/>
          <a:p>
            <a:pPr algn="ctr" defTabSz="457211"/>
            <a:r>
              <a:rPr lang="es-CO" dirty="0">
                <a:solidFill>
                  <a:prstClr val="black"/>
                </a:solidFill>
                <a:latin typeface="Calibri" panose="020F0502020204030204"/>
              </a:rPr>
              <a:t>Magíster en Ingeniería de Sistemas, Especialista en Telemática y sistemas Distribuidos</a:t>
            </a:r>
          </a:p>
          <a:p>
            <a:pPr algn="ctr" defTabSz="457211"/>
            <a:r>
              <a:rPr lang="es-CO" dirty="0">
                <a:solidFill>
                  <a:prstClr val="black"/>
                </a:solidFill>
                <a:latin typeface="Calibri" panose="020F0502020204030204"/>
              </a:rPr>
              <a:t>Ingeniero de Sistemas</a:t>
            </a:r>
          </a:p>
          <a:p>
            <a:pPr algn="ctr" defTabSz="457211"/>
            <a:r>
              <a:rPr lang="es-CO" dirty="0">
                <a:solidFill>
                  <a:prstClr val="black"/>
                </a:solidFill>
                <a:latin typeface="Calibri" panose="020F0502020204030204"/>
              </a:rPr>
              <a:t>Certificado ITIL, ISO27000 – 9000</a:t>
            </a:r>
          </a:p>
          <a:p>
            <a:pPr algn="ctr" defTabSz="457211"/>
            <a:r>
              <a:rPr lang="es-CO" dirty="0">
                <a:solidFill>
                  <a:prstClr val="black"/>
                </a:solidFill>
                <a:latin typeface="Calibri" panose="020F0502020204030204"/>
              </a:rPr>
              <a:t>Docente: UPB, </a:t>
            </a:r>
            <a:r>
              <a:rPr lang="es-CO" dirty="0" err="1">
                <a:solidFill>
                  <a:prstClr val="black"/>
                </a:solidFill>
                <a:latin typeface="Calibri" panose="020F0502020204030204"/>
              </a:rPr>
              <a:t>UdeA</a:t>
            </a:r>
            <a:r>
              <a:rPr lang="es-CO" dirty="0">
                <a:solidFill>
                  <a:prstClr val="black"/>
                </a:solidFill>
                <a:latin typeface="Calibri" panose="020F0502020204030204"/>
              </a:rPr>
              <a:t>, Politécnico JIC, </a:t>
            </a:r>
            <a:r>
              <a:rPr lang="es-CO" dirty="0" err="1">
                <a:solidFill>
                  <a:prstClr val="black"/>
                </a:solidFill>
                <a:latin typeface="Calibri" panose="020F0502020204030204"/>
              </a:rPr>
              <a:t>UdeM</a:t>
            </a:r>
            <a:r>
              <a:rPr lang="es-CO" dirty="0">
                <a:solidFill>
                  <a:prstClr val="black"/>
                </a:solidFill>
                <a:latin typeface="Calibri" panose="020F0502020204030204"/>
              </a:rPr>
              <a:t>, UNAULA, UNAB</a:t>
            </a:r>
          </a:p>
          <a:p>
            <a:pPr algn="ctr" defTabSz="457211"/>
            <a:r>
              <a:rPr lang="es-CO" dirty="0">
                <a:solidFill>
                  <a:prstClr val="black"/>
                </a:solidFill>
                <a:latin typeface="Calibri" panose="020F0502020204030204"/>
              </a:rPr>
              <a:t>Empresas: Metro de Medellín, Bancolombia, Sura, Arroz Caribe, Comfama, UNE, Unión Eléctrica, </a:t>
            </a:r>
            <a:r>
              <a:rPr lang="es-CO" dirty="0" err="1">
                <a:solidFill>
                  <a:prstClr val="black"/>
                </a:solidFill>
                <a:latin typeface="Calibri" panose="020F0502020204030204"/>
              </a:rPr>
              <a:t>Akzo</a:t>
            </a:r>
            <a:r>
              <a:rPr lang="es-CO" dirty="0">
                <a:solidFill>
                  <a:prstClr val="black"/>
                </a:solidFill>
                <a:latin typeface="Calibri" panose="020F0502020204030204"/>
              </a:rPr>
              <a:t> Nobel, </a:t>
            </a:r>
            <a:r>
              <a:rPr lang="es-CO" dirty="0" err="1">
                <a:solidFill>
                  <a:prstClr val="black"/>
                </a:solidFill>
                <a:latin typeface="Calibri" panose="020F0502020204030204"/>
              </a:rPr>
              <a:t>Erecos</a:t>
            </a:r>
            <a:r>
              <a:rPr lang="es-CO" dirty="0">
                <a:solidFill>
                  <a:prstClr val="black"/>
                </a:solidFill>
                <a:latin typeface="Calibri" panose="020F0502020204030204"/>
              </a:rPr>
              <a:t>, ICETEX, ETB, BAT, ITS, BAVARIA, EMTELCO, ITS</a:t>
            </a:r>
          </a:p>
          <a:p>
            <a:pPr algn="ctr" defTabSz="457211"/>
            <a:r>
              <a:rPr lang="es-ES" dirty="0">
                <a:solidFill>
                  <a:prstClr val="black"/>
                </a:solidFill>
                <a:latin typeface="Calibri" panose="020F0502020204030204"/>
              </a:rPr>
              <a:t>Consultor Gobierno de Datos</a:t>
            </a:r>
          </a:p>
          <a:p>
            <a:pPr algn="ctr" defTabSz="457211"/>
            <a:r>
              <a:rPr lang="es-ES" dirty="0">
                <a:solidFill>
                  <a:prstClr val="black"/>
                </a:solidFill>
                <a:latin typeface="Calibri" panose="020F0502020204030204"/>
              </a:rPr>
              <a:t>TUYA, </a:t>
            </a:r>
            <a:r>
              <a:rPr lang="es-ES" dirty="0" err="1">
                <a:solidFill>
                  <a:prstClr val="black"/>
                </a:solidFill>
                <a:latin typeface="Calibri" panose="020F0502020204030204"/>
              </a:rPr>
              <a:t>Eduardoño</a:t>
            </a:r>
            <a:r>
              <a:rPr lang="es-ES" dirty="0">
                <a:solidFill>
                  <a:prstClr val="black"/>
                </a:solidFill>
                <a:latin typeface="Calibri" panose="020F0502020204030204"/>
              </a:rPr>
              <a:t>, Fundación Cardio Infantil, ARUS, COBELEN, Fondo Empleados Grupo Éxito, Gobernación de Antioquia, </a:t>
            </a:r>
            <a:r>
              <a:rPr lang="es-ES" dirty="0">
                <a:solidFill>
                  <a:prstClr val="black"/>
                </a:solidFill>
              </a:rPr>
              <a:t>UPB, Dislicores, CENS</a:t>
            </a:r>
            <a:endParaRPr lang="es-CO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" name="1 Rectángulo"/>
          <p:cNvSpPr/>
          <p:nvPr/>
        </p:nvSpPr>
        <p:spPr>
          <a:xfrm>
            <a:off x="3669476" y="596965"/>
            <a:ext cx="6320656" cy="709350"/>
          </a:xfrm>
          <a:prstGeom prst="rect">
            <a:avLst/>
          </a:prstGeom>
        </p:spPr>
        <p:txBody>
          <a:bodyPr wrap="square" lIns="123371" tIns="61685" rIns="123371" bIns="61685">
            <a:spAutoFit/>
          </a:bodyPr>
          <a:lstStyle/>
          <a:p>
            <a:pPr algn="r" defTabSz="457211"/>
            <a:r>
              <a:rPr lang="es-CO" sz="3800" b="1" dirty="0">
                <a:solidFill>
                  <a:srgbClr val="C00000"/>
                </a:solidFill>
                <a:latin typeface="Calibri" panose="020F0502020204030204"/>
              </a:rPr>
              <a:t>César Augusto López Gallego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D070866-78BE-463A-BEA9-890C01721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659" y="1818243"/>
            <a:ext cx="3595696" cy="458031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3747C04-9549-4B35-9337-D5E70D8AE2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5853" y="1281924"/>
            <a:ext cx="777531" cy="67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129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7746" y="311256"/>
            <a:ext cx="5134494" cy="1295400"/>
          </a:xfrm>
        </p:spPr>
        <p:txBody>
          <a:bodyPr/>
          <a:lstStyle/>
          <a:p>
            <a:r>
              <a:rPr lang="es-ES" dirty="0"/>
              <a:t>Temas de Interés</a:t>
            </a:r>
            <a:endParaRPr lang="es-C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932208" y="2115959"/>
            <a:ext cx="4883267" cy="4168832"/>
          </a:xfrm>
        </p:spPr>
        <p:txBody>
          <a:bodyPr>
            <a:normAutofit fontScale="77500" lnSpcReduction="20000"/>
          </a:bodyPr>
          <a:lstStyle/>
          <a:p>
            <a:r>
              <a:rPr lang="es-ES" sz="2400" dirty="0"/>
              <a:t>Gerencia y estrategia de TI</a:t>
            </a:r>
          </a:p>
          <a:p>
            <a:r>
              <a:rPr lang="es-ES" sz="2400" dirty="0"/>
              <a:t>Gestión de Servicios de TI</a:t>
            </a:r>
          </a:p>
          <a:p>
            <a:r>
              <a:rPr lang="es-ES" sz="2400" dirty="0"/>
              <a:t>Gobierno TIC</a:t>
            </a:r>
          </a:p>
          <a:p>
            <a:r>
              <a:rPr lang="es-ES" sz="2400" dirty="0"/>
              <a:t>Gobierno de Datos</a:t>
            </a:r>
          </a:p>
          <a:p>
            <a:r>
              <a:rPr lang="es-ES" sz="2400" dirty="0"/>
              <a:t>Arquitectura Empresarial</a:t>
            </a:r>
          </a:p>
          <a:p>
            <a:r>
              <a:rPr lang="es-ES" sz="2400" dirty="0"/>
              <a:t>BPM – RPA</a:t>
            </a:r>
          </a:p>
          <a:p>
            <a:r>
              <a:rPr lang="es-ES" sz="2400" dirty="0" err="1"/>
              <a:t>KPIs</a:t>
            </a:r>
            <a:endParaRPr lang="es-ES" sz="2400" dirty="0"/>
          </a:p>
          <a:p>
            <a:r>
              <a:rPr lang="es-ES" sz="2400" dirty="0"/>
              <a:t>Transformación Digital</a:t>
            </a:r>
          </a:p>
          <a:p>
            <a:r>
              <a:rPr lang="es-ES" sz="2400" dirty="0"/>
              <a:t>Gestión de Proyectos TIC</a:t>
            </a:r>
          </a:p>
          <a:p>
            <a:r>
              <a:rPr lang="es-ES" sz="2400" dirty="0"/>
              <a:t>Organizaciones Ágiles</a:t>
            </a:r>
          </a:p>
          <a:p>
            <a:r>
              <a:rPr lang="es-ES" sz="2400" dirty="0"/>
              <a:t>Arquitectura de software</a:t>
            </a:r>
          </a:p>
          <a:p>
            <a:r>
              <a:rPr lang="es-ES" sz="2400" dirty="0"/>
              <a:t>IA Aplicada al Ciclo de Vida del Desarrollo</a:t>
            </a:r>
          </a:p>
          <a:p>
            <a:endParaRPr lang="es-CO" sz="24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800" y="3043827"/>
            <a:ext cx="4747469" cy="265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091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04C554-1B58-435E-9E9C-5D5D7B4C1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545" y="211514"/>
            <a:ext cx="10476120" cy="1502305"/>
          </a:xfrm>
        </p:spPr>
        <p:txBody>
          <a:bodyPr/>
          <a:lstStyle/>
          <a:p>
            <a:r>
              <a:rPr lang="es-ES" dirty="0"/>
              <a:t>Acuerdos para el curso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1140E7-010D-47CD-B1A5-55729F49E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4508" y="2058269"/>
            <a:ext cx="5041667" cy="4770590"/>
          </a:xfrm>
        </p:spPr>
        <p:txBody>
          <a:bodyPr>
            <a:normAutofit lnSpcReduction="10000"/>
          </a:bodyPr>
          <a:lstStyle/>
          <a:p>
            <a:r>
              <a:rPr lang="es-ES" sz="2800" dirty="0"/>
              <a:t>Llega a tiempo, no dejes de venir</a:t>
            </a:r>
          </a:p>
          <a:p>
            <a:endParaRPr lang="es-ES" sz="2800" dirty="0"/>
          </a:p>
          <a:p>
            <a:r>
              <a:rPr lang="es-ES" sz="2800" dirty="0"/>
              <a:t>Cumple con el horario de clases y las evaluaciones. Si llega tarde, ingrese y siempre salude.</a:t>
            </a:r>
          </a:p>
          <a:p>
            <a:endParaRPr lang="es-ES" sz="2800" dirty="0"/>
          </a:p>
          <a:p>
            <a:r>
              <a:rPr lang="es-ES" sz="2800" dirty="0"/>
              <a:t>Participa en clase, sígueme en la codificación</a:t>
            </a:r>
          </a:p>
          <a:p>
            <a:endParaRPr lang="es-ES" sz="2800" dirty="0"/>
          </a:p>
          <a:p>
            <a:r>
              <a:rPr lang="es-ES" sz="2800" dirty="0"/>
              <a:t>Calidad en el trabajo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FA1D9C8-5917-4AB1-9B14-162A07E59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4</a:t>
            </a:fld>
            <a:endParaRPr lang="es-CO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C8337939-55EC-4C4E-A6F2-F3E87E78E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3370" y="1596312"/>
            <a:ext cx="1243606" cy="1221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36">
            <a:extLst>
              <a:ext uri="{FF2B5EF4-FFF2-40B4-BE49-F238E27FC236}">
                <a16:creationId xmlns:a16="http://schemas.microsoft.com/office/drawing/2014/main" id="{D4AB06C7-B196-48D4-9BF6-03440EC665A3}"/>
              </a:ext>
            </a:extLst>
          </p:cNvPr>
          <p:cNvGrpSpPr>
            <a:grpSpLocks/>
          </p:cNvGrpSpPr>
          <p:nvPr/>
        </p:nvGrpSpPr>
        <p:grpSpPr bwMode="auto">
          <a:xfrm>
            <a:off x="2721935" y="2667187"/>
            <a:ext cx="1140025" cy="883885"/>
            <a:chOff x="1020" y="2387"/>
            <a:chExt cx="1044" cy="815"/>
          </a:xfrm>
        </p:grpSpPr>
        <p:pic>
          <p:nvPicPr>
            <p:cNvPr id="10" name="Picture 38">
              <a:extLst>
                <a:ext uri="{FF2B5EF4-FFF2-40B4-BE49-F238E27FC236}">
                  <a16:creationId xmlns:a16="http://schemas.microsoft.com/office/drawing/2014/main" id="{8E1A1F33-4456-4EAC-8CC8-4816FB7E54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0" y="2387"/>
              <a:ext cx="402" cy="8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1" name="Group 39">
              <a:extLst>
                <a:ext uri="{FF2B5EF4-FFF2-40B4-BE49-F238E27FC236}">
                  <a16:creationId xmlns:a16="http://schemas.microsoft.com/office/drawing/2014/main" id="{813EBD04-027B-478B-BA45-FE96613834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74" y="2537"/>
              <a:ext cx="590" cy="576"/>
              <a:chOff x="2699" y="2750"/>
              <a:chExt cx="590" cy="576"/>
            </a:xfrm>
          </p:grpSpPr>
          <p:pic>
            <p:nvPicPr>
              <p:cNvPr id="12" name="Picture 40">
                <a:extLst>
                  <a:ext uri="{FF2B5EF4-FFF2-40B4-BE49-F238E27FC236}">
                    <a16:creationId xmlns:a16="http://schemas.microsoft.com/office/drawing/2014/main" id="{41C84EE6-C6F6-4FCD-B49B-77EF4983358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99" y="2750"/>
                <a:ext cx="576" cy="57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" name="AutoShape 41">
                <a:extLst>
                  <a:ext uri="{FF2B5EF4-FFF2-40B4-BE49-F238E27FC236}">
                    <a16:creationId xmlns:a16="http://schemas.microsoft.com/office/drawing/2014/main" id="{2B3B2E15-F1CD-4B8B-AD2A-A6742B6B73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9" y="2795"/>
                <a:ext cx="590" cy="499"/>
              </a:xfrm>
              <a:custGeom>
                <a:avLst/>
                <a:gdLst>
                  <a:gd name="G0" fmla="+- 2700 0 0"/>
                  <a:gd name="G1" fmla="*/ G0 2 1"/>
                  <a:gd name="G2" fmla="+- 21600 0 G1"/>
                  <a:gd name="G3" fmla="*/ G2 G2 1"/>
                  <a:gd name="G4" fmla="*/ G0 G0 1"/>
                  <a:gd name="G5" fmla="+- G3 0 G4"/>
                  <a:gd name="G6" fmla="*/ G5 1 8"/>
                  <a:gd name="G7" fmla="sqrt G6"/>
                  <a:gd name="G8" fmla="*/ G4 1 8"/>
                  <a:gd name="G9" fmla="sqrt G8"/>
                  <a:gd name="G10" fmla="+- G7 G9 0"/>
                  <a:gd name="G11" fmla="+- G7 0 G9"/>
                  <a:gd name="G12" fmla="+- G10 10800 0"/>
                  <a:gd name="G13" fmla="+- 10800 0 G10"/>
                  <a:gd name="G14" fmla="+- G11 10800 0"/>
                  <a:gd name="G15" fmla="+- 10800 0 G11"/>
                  <a:gd name="G16" fmla="+- 21600 0 G0"/>
                  <a:gd name="T0" fmla="*/ 10800 w 21600"/>
                  <a:gd name="T1" fmla="*/ 0 h 21600"/>
                  <a:gd name="T2" fmla="*/ 3163 w 21600"/>
                  <a:gd name="T3" fmla="*/ 3163 h 21600"/>
                  <a:gd name="T4" fmla="*/ 0 w 21600"/>
                  <a:gd name="T5" fmla="*/ 10800 h 21600"/>
                  <a:gd name="T6" fmla="*/ 3163 w 21600"/>
                  <a:gd name="T7" fmla="*/ 18437 h 21600"/>
                  <a:gd name="T8" fmla="*/ 10800 w 21600"/>
                  <a:gd name="T9" fmla="*/ 21600 h 21600"/>
                  <a:gd name="T10" fmla="*/ 18437 w 21600"/>
                  <a:gd name="T11" fmla="*/ 18437 h 21600"/>
                  <a:gd name="T12" fmla="*/ 21600 w 21600"/>
                  <a:gd name="T13" fmla="*/ 10800 h 21600"/>
                  <a:gd name="T14" fmla="*/ 18437 w 21600"/>
                  <a:gd name="T15" fmla="*/ 3163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7401" y="15493"/>
                    </a:moveTo>
                    <a:cubicBezTo>
                      <a:pt x="18376" y="14122"/>
                      <a:pt x="18900" y="12482"/>
                      <a:pt x="18900" y="10800"/>
                    </a:cubicBezTo>
                    <a:cubicBezTo>
                      <a:pt x="18900" y="6326"/>
                      <a:pt x="15273" y="2700"/>
                      <a:pt x="10800" y="2700"/>
                    </a:cubicBezTo>
                    <a:cubicBezTo>
                      <a:pt x="9117" y="2700"/>
                      <a:pt x="7477" y="3223"/>
                      <a:pt x="6106" y="4198"/>
                    </a:cubicBezTo>
                    <a:close/>
                    <a:moveTo>
                      <a:pt x="4198" y="6106"/>
                    </a:moveTo>
                    <a:cubicBezTo>
                      <a:pt x="3223" y="7477"/>
                      <a:pt x="2700" y="9117"/>
                      <a:pt x="2700" y="10799"/>
                    </a:cubicBezTo>
                    <a:cubicBezTo>
                      <a:pt x="2700" y="15273"/>
                      <a:pt x="6326" y="18900"/>
                      <a:pt x="10800" y="18900"/>
                    </a:cubicBezTo>
                    <a:cubicBezTo>
                      <a:pt x="12482" y="18899"/>
                      <a:pt x="14122" y="18376"/>
                      <a:pt x="15493" y="17401"/>
                    </a:cubicBez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419" sz="2040"/>
              </a:p>
            </p:txBody>
          </p:sp>
        </p:grpSp>
      </p:grpSp>
      <p:pic>
        <p:nvPicPr>
          <p:cNvPr id="14" name="Imagen 13">
            <a:extLst>
              <a:ext uri="{FF2B5EF4-FFF2-40B4-BE49-F238E27FC236}">
                <a16:creationId xmlns:a16="http://schemas.microsoft.com/office/drawing/2014/main" id="{A7F21CB1-0129-451D-8CBF-DEA74773BB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4011" y="4601464"/>
            <a:ext cx="1460822" cy="1498601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467FDFA-D2DB-47B6-9341-6F7EA39786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2491" y="5501248"/>
            <a:ext cx="1089616" cy="883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355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9" name="Rectangle 13">
            <a:extLst>
              <a:ext uri="{FF2B5EF4-FFF2-40B4-BE49-F238E27FC236}">
                <a16:creationId xmlns:a16="http://schemas.microsoft.com/office/drawing/2014/main" id="{2CB56FAE-5233-4419-83F5-421EEC8336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9960" y="413809"/>
            <a:ext cx="10991028" cy="1502305"/>
          </a:xfrm>
        </p:spPr>
        <p:txBody>
          <a:bodyPr>
            <a:normAutofit/>
          </a:bodyPr>
          <a:lstStyle/>
          <a:p>
            <a:r>
              <a:rPr lang="es-ES" sz="4400" dirty="0"/>
              <a:t>Acuerdos para el curso: Evitar Distracciones</a:t>
            </a:r>
            <a:endParaRPr lang="es-ES" altLang="es-419" sz="4000" dirty="0"/>
          </a:p>
        </p:txBody>
      </p:sp>
      <p:grpSp>
        <p:nvGrpSpPr>
          <p:cNvPr id="4139" name="Group 43">
            <a:extLst>
              <a:ext uri="{FF2B5EF4-FFF2-40B4-BE49-F238E27FC236}">
                <a16:creationId xmlns:a16="http://schemas.microsoft.com/office/drawing/2014/main" id="{9DB6CC23-B6DE-4051-92E9-02F0C4CA18AE}"/>
              </a:ext>
            </a:extLst>
          </p:cNvPr>
          <p:cNvGrpSpPr>
            <a:grpSpLocks/>
          </p:cNvGrpSpPr>
          <p:nvPr/>
        </p:nvGrpSpPr>
        <p:grpSpPr bwMode="auto">
          <a:xfrm>
            <a:off x="1434054" y="2459087"/>
            <a:ext cx="1520296" cy="2459461"/>
            <a:chOff x="476" y="1207"/>
            <a:chExt cx="845" cy="1367"/>
          </a:xfrm>
        </p:grpSpPr>
        <p:grpSp>
          <p:nvGrpSpPr>
            <p:cNvPr id="4121" name="Group 25">
              <a:extLst>
                <a:ext uri="{FF2B5EF4-FFF2-40B4-BE49-F238E27FC236}">
                  <a16:creationId xmlns:a16="http://schemas.microsoft.com/office/drawing/2014/main" id="{9E0C4610-C2A9-4023-A51B-37C622143D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" y="1207"/>
              <a:ext cx="845" cy="907"/>
              <a:chOff x="1791" y="2568"/>
              <a:chExt cx="845" cy="907"/>
            </a:xfrm>
          </p:grpSpPr>
          <p:pic>
            <p:nvPicPr>
              <p:cNvPr id="4120" name="Picture 24">
                <a:hlinkClick r:id="rId2"/>
                <a:extLst>
                  <a:ext uri="{FF2B5EF4-FFF2-40B4-BE49-F238E27FC236}">
                    <a16:creationId xmlns:a16="http://schemas.microsoft.com/office/drawing/2014/main" id="{3A7FA4C8-3D98-426A-BB05-2F5890BC861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91" y="2568"/>
                <a:ext cx="845" cy="86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16" name="Picture 20">
                <a:extLst>
                  <a:ext uri="{FF2B5EF4-FFF2-40B4-BE49-F238E27FC236}">
                    <a16:creationId xmlns:a16="http://schemas.microsoft.com/office/drawing/2014/main" id="{B702EB17-1105-4A86-9286-136E5268369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87" y="2569"/>
                <a:ext cx="449" cy="90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4138" name="Text Box 42">
              <a:extLst>
                <a:ext uri="{FF2B5EF4-FFF2-40B4-BE49-F238E27FC236}">
                  <a16:creationId xmlns:a16="http://schemas.microsoft.com/office/drawing/2014/main" id="{7708D9AE-690C-45C0-A37A-0FC0EF42BB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" y="2115"/>
              <a:ext cx="816" cy="4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s-CO" altLang="es-419" sz="1587" b="1" dirty="0"/>
                <a:t>Pon el Teléfono en silencio o vibración</a:t>
              </a:r>
              <a:endParaRPr lang="es-ES" altLang="es-419" sz="1587" b="1" dirty="0"/>
            </a:p>
          </p:txBody>
        </p:sp>
      </p:grpSp>
      <p:grpSp>
        <p:nvGrpSpPr>
          <p:cNvPr id="4142" name="Group 46">
            <a:extLst>
              <a:ext uri="{FF2B5EF4-FFF2-40B4-BE49-F238E27FC236}">
                <a16:creationId xmlns:a16="http://schemas.microsoft.com/office/drawing/2014/main" id="{53E41026-6B16-4D7D-B5FD-01ED62E643A5}"/>
              </a:ext>
            </a:extLst>
          </p:cNvPr>
          <p:cNvGrpSpPr>
            <a:grpSpLocks/>
          </p:cNvGrpSpPr>
          <p:nvPr/>
        </p:nvGrpSpPr>
        <p:grpSpPr bwMode="auto">
          <a:xfrm>
            <a:off x="3686573" y="2459087"/>
            <a:ext cx="2367703" cy="2295736"/>
            <a:chOff x="1428" y="1162"/>
            <a:chExt cx="1316" cy="1276"/>
          </a:xfrm>
        </p:grpSpPr>
        <p:grpSp>
          <p:nvGrpSpPr>
            <p:cNvPr id="4128" name="Group 32">
              <a:extLst>
                <a:ext uri="{FF2B5EF4-FFF2-40B4-BE49-F238E27FC236}">
                  <a16:creationId xmlns:a16="http://schemas.microsoft.com/office/drawing/2014/main" id="{D505B127-58BA-4466-924C-E3A1D54B86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1" y="1162"/>
              <a:ext cx="764" cy="953"/>
              <a:chOff x="793" y="1071"/>
              <a:chExt cx="764" cy="953"/>
            </a:xfrm>
          </p:grpSpPr>
          <p:pic>
            <p:nvPicPr>
              <p:cNvPr id="4114" name="Picture 18">
                <a:hlinkClick r:id="rId5"/>
                <a:extLst>
                  <a:ext uri="{FF2B5EF4-FFF2-40B4-BE49-F238E27FC236}">
                    <a16:creationId xmlns:a16="http://schemas.microsoft.com/office/drawing/2014/main" id="{9E5EF237-2EE2-47CA-A9EE-6CE8D76E09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3" y="1071"/>
                <a:ext cx="764" cy="95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115" name="AutoShape 19">
                <a:extLst>
                  <a:ext uri="{FF2B5EF4-FFF2-40B4-BE49-F238E27FC236}">
                    <a16:creationId xmlns:a16="http://schemas.microsoft.com/office/drawing/2014/main" id="{FA5761E3-BE87-47A7-9236-8AF11FA326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5" y="1344"/>
                <a:ext cx="454" cy="454"/>
              </a:xfrm>
              <a:custGeom>
                <a:avLst/>
                <a:gdLst>
                  <a:gd name="G0" fmla="+- 2700 0 0"/>
                  <a:gd name="G1" fmla="*/ G0 2 1"/>
                  <a:gd name="G2" fmla="+- 21600 0 G1"/>
                  <a:gd name="G3" fmla="*/ G2 G2 1"/>
                  <a:gd name="G4" fmla="*/ G0 G0 1"/>
                  <a:gd name="G5" fmla="+- G3 0 G4"/>
                  <a:gd name="G6" fmla="*/ G5 1 8"/>
                  <a:gd name="G7" fmla="sqrt G6"/>
                  <a:gd name="G8" fmla="*/ G4 1 8"/>
                  <a:gd name="G9" fmla="sqrt G8"/>
                  <a:gd name="G10" fmla="+- G7 G9 0"/>
                  <a:gd name="G11" fmla="+- G7 0 G9"/>
                  <a:gd name="G12" fmla="+- G10 10800 0"/>
                  <a:gd name="G13" fmla="+- 10800 0 G10"/>
                  <a:gd name="G14" fmla="+- G11 10800 0"/>
                  <a:gd name="G15" fmla="+- 10800 0 G11"/>
                  <a:gd name="G16" fmla="+- 21600 0 G0"/>
                  <a:gd name="T0" fmla="*/ 10800 w 21600"/>
                  <a:gd name="T1" fmla="*/ 0 h 21600"/>
                  <a:gd name="T2" fmla="*/ 3163 w 21600"/>
                  <a:gd name="T3" fmla="*/ 3163 h 21600"/>
                  <a:gd name="T4" fmla="*/ 0 w 21600"/>
                  <a:gd name="T5" fmla="*/ 10800 h 21600"/>
                  <a:gd name="T6" fmla="*/ 3163 w 21600"/>
                  <a:gd name="T7" fmla="*/ 18437 h 21600"/>
                  <a:gd name="T8" fmla="*/ 10800 w 21600"/>
                  <a:gd name="T9" fmla="*/ 21600 h 21600"/>
                  <a:gd name="T10" fmla="*/ 18437 w 21600"/>
                  <a:gd name="T11" fmla="*/ 18437 h 21600"/>
                  <a:gd name="T12" fmla="*/ 21600 w 21600"/>
                  <a:gd name="T13" fmla="*/ 10800 h 21600"/>
                  <a:gd name="T14" fmla="*/ 18437 w 21600"/>
                  <a:gd name="T15" fmla="*/ 3163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7401" y="15493"/>
                    </a:moveTo>
                    <a:cubicBezTo>
                      <a:pt x="18376" y="14122"/>
                      <a:pt x="18900" y="12482"/>
                      <a:pt x="18900" y="10800"/>
                    </a:cubicBezTo>
                    <a:cubicBezTo>
                      <a:pt x="18900" y="6326"/>
                      <a:pt x="15273" y="2700"/>
                      <a:pt x="10800" y="2700"/>
                    </a:cubicBezTo>
                    <a:cubicBezTo>
                      <a:pt x="9117" y="2700"/>
                      <a:pt x="7477" y="3223"/>
                      <a:pt x="6106" y="4198"/>
                    </a:cubicBezTo>
                    <a:close/>
                    <a:moveTo>
                      <a:pt x="4198" y="6106"/>
                    </a:moveTo>
                    <a:cubicBezTo>
                      <a:pt x="3223" y="7477"/>
                      <a:pt x="2700" y="9117"/>
                      <a:pt x="2700" y="10799"/>
                    </a:cubicBezTo>
                    <a:cubicBezTo>
                      <a:pt x="2700" y="15273"/>
                      <a:pt x="6326" y="18900"/>
                      <a:pt x="10800" y="18900"/>
                    </a:cubicBezTo>
                    <a:cubicBezTo>
                      <a:pt x="12482" y="18899"/>
                      <a:pt x="14122" y="18376"/>
                      <a:pt x="15493" y="17401"/>
                    </a:cubicBez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419" sz="2040"/>
              </a:p>
            </p:txBody>
          </p:sp>
        </p:grpSp>
        <p:sp>
          <p:nvSpPr>
            <p:cNvPr id="4140" name="Text Box 44">
              <a:extLst>
                <a:ext uri="{FF2B5EF4-FFF2-40B4-BE49-F238E27FC236}">
                  <a16:creationId xmlns:a16="http://schemas.microsoft.com/office/drawing/2014/main" id="{E31125D5-E915-472C-BD32-B4C53E6E7C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8" y="2115"/>
              <a:ext cx="1316" cy="3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s-CO" altLang="es-419" sz="1587" b="1" dirty="0"/>
                <a:t>Evita usar el celular durante la clase</a:t>
              </a:r>
              <a:endParaRPr lang="es-ES" altLang="es-419" sz="1587" b="1" dirty="0"/>
            </a:p>
          </p:txBody>
        </p:sp>
      </p:grpSp>
      <p:grpSp>
        <p:nvGrpSpPr>
          <p:cNvPr id="4144" name="Group 48">
            <a:extLst>
              <a:ext uri="{FF2B5EF4-FFF2-40B4-BE49-F238E27FC236}">
                <a16:creationId xmlns:a16="http://schemas.microsoft.com/office/drawing/2014/main" id="{3236A34F-BA2D-4122-9E2B-84AC6A64F9BA}"/>
              </a:ext>
            </a:extLst>
          </p:cNvPr>
          <p:cNvGrpSpPr>
            <a:grpSpLocks/>
          </p:cNvGrpSpPr>
          <p:nvPr/>
        </p:nvGrpSpPr>
        <p:grpSpPr bwMode="auto">
          <a:xfrm>
            <a:off x="6414147" y="2351138"/>
            <a:ext cx="1957493" cy="2457662"/>
            <a:chOff x="2653" y="1208"/>
            <a:chExt cx="1088" cy="1366"/>
          </a:xfrm>
        </p:grpSpPr>
        <p:grpSp>
          <p:nvGrpSpPr>
            <p:cNvPr id="4127" name="Group 31">
              <a:extLst>
                <a:ext uri="{FF2B5EF4-FFF2-40B4-BE49-F238E27FC236}">
                  <a16:creationId xmlns:a16="http://schemas.microsoft.com/office/drawing/2014/main" id="{9B3B07F2-0F0D-468A-BFE9-E634F25188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4" y="1208"/>
              <a:ext cx="816" cy="816"/>
              <a:chOff x="3061" y="1163"/>
              <a:chExt cx="816" cy="816"/>
            </a:xfrm>
          </p:grpSpPr>
          <p:pic>
            <p:nvPicPr>
              <p:cNvPr id="4107" name="Picture 11">
                <a:extLst>
                  <a:ext uri="{FF2B5EF4-FFF2-40B4-BE49-F238E27FC236}">
                    <a16:creationId xmlns:a16="http://schemas.microsoft.com/office/drawing/2014/main" id="{E1BEEC0A-2C4E-4585-B451-4B32552F6B2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61" y="1163"/>
                <a:ext cx="816" cy="8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126" name="AutoShape 30">
                <a:extLst>
                  <a:ext uri="{FF2B5EF4-FFF2-40B4-BE49-F238E27FC236}">
                    <a16:creationId xmlns:a16="http://schemas.microsoft.com/office/drawing/2014/main" id="{4F8A0D75-603D-4E58-96A5-A244A3D8E7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8" y="1298"/>
                <a:ext cx="454" cy="454"/>
              </a:xfrm>
              <a:custGeom>
                <a:avLst/>
                <a:gdLst>
                  <a:gd name="G0" fmla="+- 2700 0 0"/>
                  <a:gd name="G1" fmla="*/ G0 2 1"/>
                  <a:gd name="G2" fmla="+- 21600 0 G1"/>
                  <a:gd name="G3" fmla="*/ G2 G2 1"/>
                  <a:gd name="G4" fmla="*/ G0 G0 1"/>
                  <a:gd name="G5" fmla="+- G3 0 G4"/>
                  <a:gd name="G6" fmla="*/ G5 1 8"/>
                  <a:gd name="G7" fmla="sqrt G6"/>
                  <a:gd name="G8" fmla="*/ G4 1 8"/>
                  <a:gd name="G9" fmla="sqrt G8"/>
                  <a:gd name="G10" fmla="+- G7 G9 0"/>
                  <a:gd name="G11" fmla="+- G7 0 G9"/>
                  <a:gd name="G12" fmla="+- G10 10800 0"/>
                  <a:gd name="G13" fmla="+- 10800 0 G10"/>
                  <a:gd name="G14" fmla="+- G11 10800 0"/>
                  <a:gd name="G15" fmla="+- 10800 0 G11"/>
                  <a:gd name="G16" fmla="+- 21600 0 G0"/>
                  <a:gd name="T0" fmla="*/ 10800 w 21600"/>
                  <a:gd name="T1" fmla="*/ 0 h 21600"/>
                  <a:gd name="T2" fmla="*/ 3163 w 21600"/>
                  <a:gd name="T3" fmla="*/ 3163 h 21600"/>
                  <a:gd name="T4" fmla="*/ 0 w 21600"/>
                  <a:gd name="T5" fmla="*/ 10800 h 21600"/>
                  <a:gd name="T6" fmla="*/ 3163 w 21600"/>
                  <a:gd name="T7" fmla="*/ 18437 h 21600"/>
                  <a:gd name="T8" fmla="*/ 10800 w 21600"/>
                  <a:gd name="T9" fmla="*/ 21600 h 21600"/>
                  <a:gd name="T10" fmla="*/ 18437 w 21600"/>
                  <a:gd name="T11" fmla="*/ 18437 h 21600"/>
                  <a:gd name="T12" fmla="*/ 21600 w 21600"/>
                  <a:gd name="T13" fmla="*/ 10800 h 21600"/>
                  <a:gd name="T14" fmla="*/ 18437 w 21600"/>
                  <a:gd name="T15" fmla="*/ 3163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7401" y="15493"/>
                    </a:moveTo>
                    <a:cubicBezTo>
                      <a:pt x="18376" y="14122"/>
                      <a:pt x="18900" y="12482"/>
                      <a:pt x="18900" y="10800"/>
                    </a:cubicBezTo>
                    <a:cubicBezTo>
                      <a:pt x="18900" y="6326"/>
                      <a:pt x="15273" y="2700"/>
                      <a:pt x="10800" y="2700"/>
                    </a:cubicBezTo>
                    <a:cubicBezTo>
                      <a:pt x="9117" y="2700"/>
                      <a:pt x="7477" y="3223"/>
                      <a:pt x="6106" y="4198"/>
                    </a:cubicBezTo>
                    <a:close/>
                    <a:moveTo>
                      <a:pt x="4198" y="6106"/>
                    </a:moveTo>
                    <a:cubicBezTo>
                      <a:pt x="3223" y="7477"/>
                      <a:pt x="2700" y="9117"/>
                      <a:pt x="2700" y="10799"/>
                    </a:cubicBezTo>
                    <a:cubicBezTo>
                      <a:pt x="2700" y="15273"/>
                      <a:pt x="6326" y="18900"/>
                      <a:pt x="10800" y="18900"/>
                    </a:cubicBezTo>
                    <a:cubicBezTo>
                      <a:pt x="12482" y="18899"/>
                      <a:pt x="14122" y="18376"/>
                      <a:pt x="15493" y="17401"/>
                    </a:cubicBez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419" sz="2040"/>
              </a:p>
            </p:txBody>
          </p:sp>
        </p:grpSp>
        <p:sp>
          <p:nvSpPr>
            <p:cNvPr id="4141" name="Text Box 45">
              <a:extLst>
                <a:ext uri="{FF2B5EF4-FFF2-40B4-BE49-F238E27FC236}">
                  <a16:creationId xmlns:a16="http://schemas.microsoft.com/office/drawing/2014/main" id="{55353BDE-B5B9-48A3-8753-94D666A149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2115"/>
              <a:ext cx="1088" cy="4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s-CO" altLang="es-419" sz="1587" b="1" dirty="0"/>
                <a:t>Retírese los audífonos durante la clase</a:t>
              </a:r>
              <a:endParaRPr lang="es-ES" altLang="es-419" sz="1587" b="1" dirty="0"/>
            </a:p>
          </p:txBody>
        </p:sp>
      </p:grpSp>
      <p:grpSp>
        <p:nvGrpSpPr>
          <p:cNvPr id="4145" name="Group 49">
            <a:extLst>
              <a:ext uri="{FF2B5EF4-FFF2-40B4-BE49-F238E27FC236}">
                <a16:creationId xmlns:a16="http://schemas.microsoft.com/office/drawing/2014/main" id="{B15E867C-91E4-4E25-86BD-B43617631211}"/>
              </a:ext>
            </a:extLst>
          </p:cNvPr>
          <p:cNvGrpSpPr>
            <a:grpSpLocks/>
          </p:cNvGrpSpPr>
          <p:nvPr/>
        </p:nvGrpSpPr>
        <p:grpSpPr bwMode="auto">
          <a:xfrm>
            <a:off x="9535662" y="2621911"/>
            <a:ext cx="2040255" cy="1842346"/>
            <a:chOff x="4059" y="1312"/>
            <a:chExt cx="1134" cy="1024"/>
          </a:xfrm>
        </p:grpSpPr>
        <p:grpSp>
          <p:nvGrpSpPr>
            <p:cNvPr id="4131" name="Group 35">
              <a:extLst>
                <a:ext uri="{FF2B5EF4-FFF2-40B4-BE49-F238E27FC236}">
                  <a16:creationId xmlns:a16="http://schemas.microsoft.com/office/drawing/2014/main" id="{0AA271DC-DC2E-47C3-81EB-0119567889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59" y="1312"/>
              <a:ext cx="1134" cy="757"/>
              <a:chOff x="3878" y="1207"/>
              <a:chExt cx="1134" cy="757"/>
            </a:xfrm>
          </p:grpSpPr>
          <p:pic>
            <p:nvPicPr>
              <p:cNvPr id="4129" name="Picture 33">
                <a:extLst>
                  <a:ext uri="{FF2B5EF4-FFF2-40B4-BE49-F238E27FC236}">
                    <a16:creationId xmlns:a16="http://schemas.microsoft.com/office/drawing/2014/main" id="{33B97052-290D-4E33-B2F6-5C7D3820101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78" y="1207"/>
                <a:ext cx="1134" cy="75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130" name="AutoShape 34">
                <a:extLst>
                  <a:ext uri="{FF2B5EF4-FFF2-40B4-BE49-F238E27FC236}">
                    <a16:creationId xmlns:a16="http://schemas.microsoft.com/office/drawing/2014/main" id="{5CBB5104-7616-4F39-BC33-08912CAB64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0" y="1252"/>
                <a:ext cx="590" cy="590"/>
              </a:xfrm>
              <a:custGeom>
                <a:avLst/>
                <a:gdLst>
                  <a:gd name="G0" fmla="+- 2700 0 0"/>
                  <a:gd name="G1" fmla="*/ G0 2 1"/>
                  <a:gd name="G2" fmla="+- 21600 0 G1"/>
                  <a:gd name="G3" fmla="*/ G2 G2 1"/>
                  <a:gd name="G4" fmla="*/ G0 G0 1"/>
                  <a:gd name="G5" fmla="+- G3 0 G4"/>
                  <a:gd name="G6" fmla="*/ G5 1 8"/>
                  <a:gd name="G7" fmla="sqrt G6"/>
                  <a:gd name="G8" fmla="*/ G4 1 8"/>
                  <a:gd name="G9" fmla="sqrt G8"/>
                  <a:gd name="G10" fmla="+- G7 G9 0"/>
                  <a:gd name="G11" fmla="+- G7 0 G9"/>
                  <a:gd name="G12" fmla="+- G10 10800 0"/>
                  <a:gd name="G13" fmla="+- 10800 0 G10"/>
                  <a:gd name="G14" fmla="+- G11 10800 0"/>
                  <a:gd name="G15" fmla="+- 10800 0 G11"/>
                  <a:gd name="G16" fmla="+- 21600 0 G0"/>
                  <a:gd name="T0" fmla="*/ 10800 w 21600"/>
                  <a:gd name="T1" fmla="*/ 0 h 21600"/>
                  <a:gd name="T2" fmla="*/ 3163 w 21600"/>
                  <a:gd name="T3" fmla="*/ 3163 h 21600"/>
                  <a:gd name="T4" fmla="*/ 0 w 21600"/>
                  <a:gd name="T5" fmla="*/ 10800 h 21600"/>
                  <a:gd name="T6" fmla="*/ 3163 w 21600"/>
                  <a:gd name="T7" fmla="*/ 18437 h 21600"/>
                  <a:gd name="T8" fmla="*/ 10800 w 21600"/>
                  <a:gd name="T9" fmla="*/ 21600 h 21600"/>
                  <a:gd name="T10" fmla="*/ 18437 w 21600"/>
                  <a:gd name="T11" fmla="*/ 18437 h 21600"/>
                  <a:gd name="T12" fmla="*/ 21600 w 21600"/>
                  <a:gd name="T13" fmla="*/ 10800 h 21600"/>
                  <a:gd name="T14" fmla="*/ 18437 w 21600"/>
                  <a:gd name="T15" fmla="*/ 3163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7401" y="15493"/>
                    </a:moveTo>
                    <a:cubicBezTo>
                      <a:pt x="18376" y="14122"/>
                      <a:pt x="18900" y="12482"/>
                      <a:pt x="18900" y="10800"/>
                    </a:cubicBezTo>
                    <a:cubicBezTo>
                      <a:pt x="18900" y="6326"/>
                      <a:pt x="15273" y="2700"/>
                      <a:pt x="10800" y="2700"/>
                    </a:cubicBezTo>
                    <a:cubicBezTo>
                      <a:pt x="9117" y="2700"/>
                      <a:pt x="7477" y="3223"/>
                      <a:pt x="6106" y="4198"/>
                    </a:cubicBezTo>
                    <a:close/>
                    <a:moveTo>
                      <a:pt x="4198" y="6106"/>
                    </a:moveTo>
                    <a:cubicBezTo>
                      <a:pt x="3223" y="7477"/>
                      <a:pt x="2700" y="9117"/>
                      <a:pt x="2700" y="10799"/>
                    </a:cubicBezTo>
                    <a:cubicBezTo>
                      <a:pt x="2700" y="15273"/>
                      <a:pt x="6326" y="18900"/>
                      <a:pt x="10800" y="18900"/>
                    </a:cubicBezTo>
                    <a:cubicBezTo>
                      <a:pt x="12482" y="18899"/>
                      <a:pt x="14122" y="18376"/>
                      <a:pt x="15493" y="17401"/>
                    </a:cubicBez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419" sz="2040"/>
              </a:p>
            </p:txBody>
          </p:sp>
        </p:grpSp>
        <p:sp>
          <p:nvSpPr>
            <p:cNvPr id="4143" name="Text Box 47">
              <a:extLst>
                <a:ext uri="{FF2B5EF4-FFF2-40B4-BE49-F238E27FC236}">
                  <a16:creationId xmlns:a16="http://schemas.microsoft.com/office/drawing/2014/main" id="{D1140516-ADB5-492E-99AC-E2A5074CAD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5" y="2149"/>
              <a:ext cx="726" cy="1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s-CO" altLang="es-419" sz="1587" b="1"/>
                <a:t>Actitud</a:t>
              </a:r>
              <a:endParaRPr lang="es-ES" altLang="es-419" sz="1587" b="1"/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9EA3E6C6-E0CA-44E8-9F90-6202460FC461}"/>
              </a:ext>
            </a:extLst>
          </p:cNvPr>
          <p:cNvSpPr txBox="1"/>
          <p:nvPr/>
        </p:nvSpPr>
        <p:spPr>
          <a:xfrm>
            <a:off x="776614" y="5215412"/>
            <a:ext cx="12275098" cy="14773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dirty="0"/>
              <a:t>SIEMPRE, TODOS VAN A TENER UN 0.3 DE BONIFICACIÓN PARA LA SIGUIENTE EVALUACIÓN (No acumulable)</a:t>
            </a:r>
          </a:p>
          <a:p>
            <a:pPr algn="ctr"/>
            <a:endParaRPr lang="es-ES" dirty="0"/>
          </a:p>
          <a:p>
            <a:pPr algn="ctr"/>
            <a:r>
              <a:rPr lang="es-ES" dirty="0"/>
              <a:t>SE PERDERÁ 0,1 CADA VEZ QUE SE LE LLAME LA ATENCIÓN POR ESTAR DISTRAÍDO CON EL CELULAR, JUGANDO, DORMIDO, CON LOS AUDÍFONOS PUESTOS O CADA VEZ QUE ENTRE AL SALÓN SIN SALUDAR</a:t>
            </a:r>
          </a:p>
          <a:p>
            <a:endParaRPr lang="es-419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49960" y="413809"/>
            <a:ext cx="10841706" cy="1502305"/>
          </a:xfrm>
        </p:spPr>
        <p:txBody>
          <a:bodyPr/>
          <a:lstStyle/>
          <a:p>
            <a:pPr algn="ctr"/>
            <a:r>
              <a:rPr lang="es-CO" dirty="0"/>
              <a:t>Coffe Break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924832" y="3115877"/>
            <a:ext cx="3412344" cy="6051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58445" indent="-258445"/>
            <a:r>
              <a:rPr lang="es-ES" dirty="0"/>
              <a:t>7:15pm – 7:30pm</a:t>
            </a:r>
            <a:endParaRPr lang="es-CO" sz="3200" dirty="0">
              <a:ea typeface="Calibri"/>
              <a:cs typeface="Calibri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255FE7C-C2B0-4BB0-BEB8-71548DF7A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142" y="2744859"/>
            <a:ext cx="2105191" cy="165233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BF50440-0CC8-41F0-8EAE-1B34722C3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9871" y="2027098"/>
            <a:ext cx="1598160" cy="278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863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4158</TotalTime>
  <Words>295</Words>
  <Application>Microsoft Office PowerPoint</Application>
  <PresentationFormat>Personalizado</PresentationFormat>
  <Paragraphs>42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1_Tema de Office</vt:lpstr>
      <vt:lpstr>Presentación de PowerPoint</vt:lpstr>
      <vt:lpstr>Presentación de PowerPoint</vt:lpstr>
      <vt:lpstr>Temas de Interés</vt:lpstr>
      <vt:lpstr>Acuerdos para el curso</vt:lpstr>
      <vt:lpstr>Acuerdos para el curso: Evitar Distracciones</vt:lpstr>
      <vt:lpstr>Coffe Break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Natalia Arango Hincapie</dc:creator>
  <cp:lastModifiedBy>Cesar Augusto Lopez Gallego</cp:lastModifiedBy>
  <cp:revision>346</cp:revision>
  <dcterms:created xsi:type="dcterms:W3CDTF">2017-09-01T21:22:22Z</dcterms:created>
  <dcterms:modified xsi:type="dcterms:W3CDTF">2025-11-11T22:43:47Z</dcterms:modified>
</cp:coreProperties>
</file>