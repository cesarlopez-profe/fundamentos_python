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56"/>
  </p:notesMasterIdLst>
  <p:sldIdLst>
    <p:sldId id="266" r:id="rId5"/>
    <p:sldId id="267" r:id="rId6"/>
    <p:sldId id="268" r:id="rId7"/>
    <p:sldId id="278" r:id="rId8"/>
    <p:sldId id="269" r:id="rId9"/>
    <p:sldId id="271" r:id="rId10"/>
    <p:sldId id="286" r:id="rId11"/>
    <p:sldId id="258" r:id="rId12"/>
    <p:sldId id="259" r:id="rId13"/>
    <p:sldId id="272" r:id="rId14"/>
    <p:sldId id="260" r:id="rId15"/>
    <p:sldId id="273" r:id="rId16"/>
    <p:sldId id="261" r:id="rId17"/>
    <p:sldId id="262" r:id="rId18"/>
    <p:sldId id="274" r:id="rId19"/>
    <p:sldId id="279" r:id="rId20"/>
    <p:sldId id="288" r:id="rId21"/>
    <p:sldId id="275" r:id="rId22"/>
    <p:sldId id="287" r:id="rId23"/>
    <p:sldId id="280" r:id="rId24"/>
    <p:sldId id="281" r:id="rId25"/>
    <p:sldId id="283" r:id="rId26"/>
    <p:sldId id="289" r:id="rId27"/>
    <p:sldId id="306" r:id="rId28"/>
    <p:sldId id="303" r:id="rId29"/>
    <p:sldId id="290" r:id="rId30"/>
    <p:sldId id="294" r:id="rId31"/>
    <p:sldId id="291" r:id="rId32"/>
    <p:sldId id="292" r:id="rId33"/>
    <p:sldId id="293" r:id="rId34"/>
    <p:sldId id="277" r:id="rId35"/>
    <p:sldId id="284" r:id="rId36"/>
    <p:sldId id="295" r:id="rId37"/>
    <p:sldId id="304" r:id="rId38"/>
    <p:sldId id="264" r:id="rId39"/>
    <p:sldId id="265" r:id="rId40"/>
    <p:sldId id="297" r:id="rId41"/>
    <p:sldId id="298" r:id="rId42"/>
    <p:sldId id="299" r:id="rId43"/>
    <p:sldId id="270" r:id="rId44"/>
    <p:sldId id="300" r:id="rId45"/>
    <p:sldId id="301" r:id="rId46"/>
    <p:sldId id="302" r:id="rId47"/>
    <p:sldId id="305" r:id="rId48"/>
    <p:sldId id="309" r:id="rId49"/>
    <p:sldId id="310" r:id="rId50"/>
    <p:sldId id="311" r:id="rId51"/>
    <p:sldId id="307" r:id="rId52"/>
    <p:sldId id="308" r:id="rId53"/>
    <p:sldId id="312" r:id="rId54"/>
    <p:sldId id="313" r:id="rId55"/>
  </p:sldIdLst>
  <p:sldSz cx="138176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690" autoAdjust="0"/>
  </p:normalViewPr>
  <p:slideViewPr>
    <p:cSldViewPr snapToGrid="0">
      <p:cViewPr varScale="1">
        <p:scale>
          <a:sx n="55" d="100"/>
          <a:sy n="55" d="100"/>
        </p:scale>
        <p:origin x="744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microsoft.com/office/2016/11/relationships/changesInfo" Target="changesInfos/changesInfo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Lopez Gallego" userId="0dfa9112-9251-4882-b472-cf2dfcee09d1" providerId="ADAL" clId="{BCFD196B-FAB1-4A5C-A359-F5F61932B113}"/>
    <pc:docChg chg="undo custSel addSld delSld modSld sldOrd">
      <pc:chgData name="Cesar Augusto Lopez Gallego" userId="0dfa9112-9251-4882-b472-cf2dfcee09d1" providerId="ADAL" clId="{BCFD196B-FAB1-4A5C-A359-F5F61932B113}" dt="2025-11-11T21:16:13.876" v="1732" actId="122"/>
      <pc:docMkLst>
        <pc:docMk/>
      </pc:docMkLst>
      <pc:sldChg chg="addSp modSp mod">
        <pc:chgData name="Cesar Augusto Lopez Gallego" userId="0dfa9112-9251-4882-b472-cf2dfcee09d1" providerId="ADAL" clId="{BCFD196B-FAB1-4A5C-A359-F5F61932B113}" dt="2025-11-11T19:45:17.531" v="494" actId="1076"/>
        <pc:sldMkLst>
          <pc:docMk/>
          <pc:sldMk cId="0" sldId="258"/>
        </pc:sldMkLst>
        <pc:spChg chg="add mod">
          <ac:chgData name="Cesar Augusto Lopez Gallego" userId="0dfa9112-9251-4882-b472-cf2dfcee09d1" providerId="ADAL" clId="{BCFD196B-FAB1-4A5C-A359-F5F61932B113}" dt="2025-11-11T19:45:17.531" v="494" actId="1076"/>
          <ac:spMkLst>
            <pc:docMk/>
            <pc:sldMk cId="0" sldId="258"/>
            <ac:spMk id="7" creationId="{84659AB2-8116-426E-ACF5-75522013EC69}"/>
          </ac:spMkLst>
        </pc:spChg>
        <pc:spChg chg="mod">
          <ac:chgData name="Cesar Augusto Lopez Gallego" userId="0dfa9112-9251-4882-b472-cf2dfcee09d1" providerId="ADAL" clId="{BCFD196B-FAB1-4A5C-A359-F5F61932B113}" dt="2025-11-11T19:43:48.949" v="490" actId="14100"/>
          <ac:spMkLst>
            <pc:docMk/>
            <pc:sldMk cId="0" sldId="258"/>
            <ac:spMk id="100" creationId="{00000000-0000-0000-0000-000000000000}"/>
          </ac:spMkLst>
        </pc:spChg>
        <pc:picChg chg="add mod">
          <ac:chgData name="Cesar Augusto Lopez Gallego" userId="0dfa9112-9251-4882-b472-cf2dfcee09d1" providerId="ADAL" clId="{BCFD196B-FAB1-4A5C-A359-F5F61932B113}" dt="2025-11-11T19:43:52.194" v="492" actId="1076"/>
          <ac:picMkLst>
            <pc:docMk/>
            <pc:sldMk cId="0" sldId="258"/>
            <ac:picMk id="3" creationId="{D86EAD10-80D0-49F1-B7F4-79946609EE36}"/>
          </ac:picMkLst>
        </pc:picChg>
      </pc:sldChg>
      <pc:sldChg chg="modSp add mod">
        <pc:chgData name="Cesar Augusto Lopez Gallego" userId="0dfa9112-9251-4882-b472-cf2dfcee09d1" providerId="ADAL" clId="{BCFD196B-FAB1-4A5C-A359-F5F61932B113}" dt="2025-11-11T19:50:53.213" v="661" actId="313"/>
        <pc:sldMkLst>
          <pc:docMk/>
          <pc:sldMk cId="0" sldId="264"/>
        </pc:sldMkLst>
        <pc:spChg chg="mod">
          <ac:chgData name="Cesar Augusto Lopez Gallego" userId="0dfa9112-9251-4882-b472-cf2dfcee09d1" providerId="ADAL" clId="{BCFD196B-FAB1-4A5C-A359-F5F61932B113}" dt="2025-11-11T19:50:53.213" v="661" actId="313"/>
          <ac:spMkLst>
            <pc:docMk/>
            <pc:sldMk cId="0" sldId="264"/>
            <ac:spMk id="181" creationId="{00000000-0000-0000-0000-000000000000}"/>
          </ac:spMkLst>
        </pc:spChg>
      </pc:sldChg>
      <pc:sldChg chg="add">
        <pc:chgData name="Cesar Augusto Lopez Gallego" userId="0dfa9112-9251-4882-b472-cf2dfcee09d1" providerId="ADAL" clId="{BCFD196B-FAB1-4A5C-A359-F5F61932B113}" dt="2025-11-11T19:49:08.464" v="600"/>
        <pc:sldMkLst>
          <pc:docMk/>
          <pc:sldMk cId="0" sldId="265"/>
        </pc:sldMkLst>
      </pc:sldChg>
      <pc:sldChg chg="addSp delSp modSp mod">
        <pc:chgData name="Cesar Augusto Lopez Gallego" userId="0dfa9112-9251-4882-b472-cf2dfcee09d1" providerId="ADAL" clId="{BCFD196B-FAB1-4A5C-A359-F5F61932B113}" dt="2025-11-11T19:39:08.842" v="487" actId="20577"/>
        <pc:sldMkLst>
          <pc:docMk/>
          <pc:sldMk cId="69948619" sldId="266"/>
        </pc:sldMkLst>
        <pc:spChg chg="mod">
          <ac:chgData name="Cesar Augusto Lopez Gallego" userId="0dfa9112-9251-4882-b472-cf2dfcee09d1" providerId="ADAL" clId="{BCFD196B-FAB1-4A5C-A359-F5F61932B113}" dt="2025-11-11T19:39:08.842" v="487" actId="20577"/>
          <ac:spMkLst>
            <pc:docMk/>
            <pc:sldMk cId="69948619" sldId="266"/>
            <ac:spMk id="2" creationId="{7411F3AA-5844-37BC-2251-9C7DC7723ED5}"/>
          </ac:spMkLst>
        </pc:spChg>
        <pc:spChg chg="del">
          <ac:chgData name="Cesar Augusto Lopez Gallego" userId="0dfa9112-9251-4882-b472-cf2dfcee09d1" providerId="ADAL" clId="{BCFD196B-FAB1-4A5C-A359-F5F61932B113}" dt="2025-11-11T16:24:39.923" v="63" actId="478"/>
          <ac:spMkLst>
            <pc:docMk/>
            <pc:sldMk cId="69948619" sldId="266"/>
            <ac:spMk id="3" creationId="{84920C13-AC7F-28BA-FBBC-CD0C7FCC5D9C}"/>
          </ac:spMkLst>
        </pc:spChg>
        <pc:spChg chg="add mod">
          <ac:chgData name="Cesar Augusto Lopez Gallego" userId="0dfa9112-9251-4882-b472-cf2dfcee09d1" providerId="ADAL" clId="{BCFD196B-FAB1-4A5C-A359-F5F61932B113}" dt="2025-11-11T16:24:39.923" v="63" actId="478"/>
          <ac:spMkLst>
            <pc:docMk/>
            <pc:sldMk cId="69948619" sldId="266"/>
            <ac:spMk id="5" creationId="{332D652A-CE9A-4339-B840-E4E2A4254B68}"/>
          </ac:spMkLst>
        </pc:spChg>
      </pc:sldChg>
      <pc:sldChg chg="addSp delSp modSp mod">
        <pc:chgData name="Cesar Augusto Lopez Gallego" userId="0dfa9112-9251-4882-b472-cf2dfcee09d1" providerId="ADAL" clId="{BCFD196B-FAB1-4A5C-A359-F5F61932B113}" dt="2025-11-11T16:26:53.987" v="69" actId="1076"/>
        <pc:sldMkLst>
          <pc:docMk/>
          <pc:sldMk cId="3965336153" sldId="267"/>
        </pc:sldMkLst>
        <pc:picChg chg="add mod">
          <ac:chgData name="Cesar Augusto Lopez Gallego" userId="0dfa9112-9251-4882-b472-cf2dfcee09d1" providerId="ADAL" clId="{BCFD196B-FAB1-4A5C-A359-F5F61932B113}" dt="2025-11-11T16:26:53.987" v="69" actId="1076"/>
          <ac:picMkLst>
            <pc:docMk/>
            <pc:sldMk cId="3965336153" sldId="267"/>
            <ac:picMk id="4" creationId="{8D75FD71-886A-4572-86F7-0E7F6EB152F6}"/>
          </ac:picMkLst>
        </pc:picChg>
        <pc:picChg chg="del">
          <ac:chgData name="Cesar Augusto Lopez Gallego" userId="0dfa9112-9251-4882-b472-cf2dfcee09d1" providerId="ADAL" clId="{BCFD196B-FAB1-4A5C-A359-F5F61932B113}" dt="2025-11-11T16:24:44.708" v="64" actId="478"/>
          <ac:picMkLst>
            <pc:docMk/>
            <pc:sldMk cId="3965336153" sldId="267"/>
            <ac:picMk id="5" creationId="{E2F8D168-D436-D67F-2C06-A16EDDB84CD6}"/>
          </ac:picMkLst>
        </pc:picChg>
      </pc:sldChg>
      <pc:sldChg chg="addSp modSp mod">
        <pc:chgData name="Cesar Augusto Lopez Gallego" userId="0dfa9112-9251-4882-b472-cf2dfcee09d1" providerId="ADAL" clId="{BCFD196B-FAB1-4A5C-A359-F5F61932B113}" dt="2025-11-11T16:29:49.054" v="88" actId="403"/>
        <pc:sldMkLst>
          <pc:docMk/>
          <pc:sldMk cId="1552259946" sldId="268"/>
        </pc:sldMkLst>
        <pc:spChg chg="mod">
          <ac:chgData name="Cesar Augusto Lopez Gallego" userId="0dfa9112-9251-4882-b472-cf2dfcee09d1" providerId="ADAL" clId="{BCFD196B-FAB1-4A5C-A359-F5F61932B113}" dt="2025-11-11T16:29:49.054" v="88" actId="403"/>
          <ac:spMkLst>
            <pc:docMk/>
            <pc:sldMk cId="1552259946" sldId="268"/>
            <ac:spMk id="3" creationId="{9C62F524-F364-8BE0-51E4-BB5FCC2DD743}"/>
          </ac:spMkLst>
        </pc:spChg>
        <pc:spChg chg="add mod">
          <ac:chgData name="Cesar Augusto Lopez Gallego" userId="0dfa9112-9251-4882-b472-cf2dfcee09d1" providerId="ADAL" clId="{BCFD196B-FAB1-4A5C-A359-F5F61932B113}" dt="2025-11-11T16:29:10.674" v="81" actId="2711"/>
          <ac:spMkLst>
            <pc:docMk/>
            <pc:sldMk cId="1552259946" sldId="268"/>
            <ac:spMk id="6" creationId="{78067B9C-436D-4AF8-8F56-8DFBB40E83F6}"/>
          </ac:spMkLst>
        </pc:spChg>
        <pc:picChg chg="mod">
          <ac:chgData name="Cesar Augusto Lopez Gallego" userId="0dfa9112-9251-4882-b472-cf2dfcee09d1" providerId="ADAL" clId="{BCFD196B-FAB1-4A5C-A359-F5F61932B113}" dt="2025-11-11T16:28:30.531" v="74" actId="1076"/>
          <ac:picMkLst>
            <pc:docMk/>
            <pc:sldMk cId="1552259946" sldId="268"/>
            <ac:picMk id="1026" creationId="{FA85D52C-7CC1-5301-3F00-BE2A996F38A1}"/>
          </ac:picMkLst>
        </pc:picChg>
      </pc:sldChg>
      <pc:sldChg chg="add">
        <pc:chgData name="Cesar Augusto Lopez Gallego" userId="0dfa9112-9251-4882-b472-cf2dfcee09d1" providerId="ADAL" clId="{BCFD196B-FAB1-4A5C-A359-F5F61932B113}" dt="2025-11-11T19:52:31.064" v="664"/>
        <pc:sldMkLst>
          <pc:docMk/>
          <pc:sldMk cId="0" sldId="270"/>
        </pc:sldMkLst>
      </pc:sldChg>
      <pc:sldChg chg="modSp mod ord">
        <pc:chgData name="Cesar Augusto Lopez Gallego" userId="0dfa9112-9251-4882-b472-cf2dfcee09d1" providerId="ADAL" clId="{BCFD196B-FAB1-4A5C-A359-F5F61932B113}" dt="2025-11-11T19:43:08.892" v="489"/>
        <pc:sldMkLst>
          <pc:docMk/>
          <pc:sldMk cId="326340929" sldId="272"/>
        </pc:sldMkLst>
        <pc:spChg chg="mod">
          <ac:chgData name="Cesar Augusto Lopez Gallego" userId="0dfa9112-9251-4882-b472-cf2dfcee09d1" providerId="ADAL" clId="{BCFD196B-FAB1-4A5C-A359-F5F61932B113}" dt="2025-11-11T16:43:55.388" v="192" actId="14100"/>
          <ac:spMkLst>
            <pc:docMk/>
            <pc:sldMk cId="326340929" sldId="272"/>
            <ac:spMk id="2" creationId="{C1D4EC05-B2E3-1D2C-D61E-CB1BADA7C3C1}"/>
          </ac:spMkLst>
        </pc:spChg>
        <pc:picChg chg="mod">
          <ac:chgData name="Cesar Augusto Lopez Gallego" userId="0dfa9112-9251-4882-b472-cf2dfcee09d1" providerId="ADAL" clId="{BCFD196B-FAB1-4A5C-A359-F5F61932B113}" dt="2025-11-11T16:43:57.675" v="193" actId="1076"/>
          <ac:picMkLst>
            <pc:docMk/>
            <pc:sldMk cId="326340929" sldId="272"/>
            <ac:picMk id="6" creationId="{494A9C4C-FBAF-FF4B-1870-23D01B61BAD8}"/>
          </ac:picMkLst>
        </pc:picChg>
      </pc:sldChg>
      <pc:sldChg chg="addSp modSp mod">
        <pc:chgData name="Cesar Augusto Lopez Gallego" userId="0dfa9112-9251-4882-b472-cf2dfcee09d1" providerId="ADAL" clId="{BCFD196B-FAB1-4A5C-A359-F5F61932B113}" dt="2025-11-11T16:46:29.532" v="209" actId="14100"/>
        <pc:sldMkLst>
          <pc:docMk/>
          <pc:sldMk cId="2287646833" sldId="274"/>
        </pc:sldMkLst>
        <pc:spChg chg="add mod">
          <ac:chgData name="Cesar Augusto Lopez Gallego" userId="0dfa9112-9251-4882-b472-cf2dfcee09d1" providerId="ADAL" clId="{BCFD196B-FAB1-4A5C-A359-F5F61932B113}" dt="2025-11-11T16:46:26.135" v="208" actId="1076"/>
          <ac:spMkLst>
            <pc:docMk/>
            <pc:sldMk cId="2287646833" sldId="274"/>
            <ac:spMk id="8" creationId="{46C84BB1-C087-4879-8C60-66B58F7EF77D}"/>
          </ac:spMkLst>
        </pc:spChg>
        <pc:picChg chg="add mod">
          <ac:chgData name="Cesar Augusto Lopez Gallego" userId="0dfa9112-9251-4882-b472-cf2dfcee09d1" providerId="ADAL" clId="{BCFD196B-FAB1-4A5C-A359-F5F61932B113}" dt="2025-11-11T16:45:52.388" v="201" actId="1076"/>
          <ac:picMkLst>
            <pc:docMk/>
            <pc:sldMk cId="2287646833" sldId="274"/>
            <ac:picMk id="5" creationId="{DB27BC33-78D0-4B5F-AE4A-11E8DD959807}"/>
          </ac:picMkLst>
        </pc:picChg>
        <pc:picChg chg="mod">
          <ac:chgData name="Cesar Augusto Lopez Gallego" userId="0dfa9112-9251-4882-b472-cf2dfcee09d1" providerId="ADAL" clId="{BCFD196B-FAB1-4A5C-A359-F5F61932B113}" dt="2025-11-11T16:46:29.532" v="209" actId="14100"/>
          <ac:picMkLst>
            <pc:docMk/>
            <pc:sldMk cId="2287646833" sldId="274"/>
            <ac:picMk id="4098" creationId="{6FE2BDCF-F58C-DABA-3E0F-26095999274A}"/>
          </ac:picMkLst>
        </pc:picChg>
      </pc:sldChg>
      <pc:sldChg chg="modSp mod">
        <pc:chgData name="Cesar Augusto Lopez Gallego" userId="0dfa9112-9251-4882-b472-cf2dfcee09d1" providerId="ADAL" clId="{BCFD196B-FAB1-4A5C-A359-F5F61932B113}" dt="2025-11-11T16:43:26.292" v="179" actId="1076"/>
        <pc:sldMkLst>
          <pc:docMk/>
          <pc:sldMk cId="3425946230" sldId="275"/>
        </pc:sldMkLst>
        <pc:spChg chg="mod">
          <ac:chgData name="Cesar Augusto Lopez Gallego" userId="0dfa9112-9251-4882-b472-cf2dfcee09d1" providerId="ADAL" clId="{BCFD196B-FAB1-4A5C-A359-F5F61932B113}" dt="2025-11-11T16:43:15.701" v="175" actId="122"/>
          <ac:spMkLst>
            <pc:docMk/>
            <pc:sldMk cId="3425946230" sldId="275"/>
            <ac:spMk id="2" creationId="{7E4A1B3F-28BD-DD14-804C-462D102A41B8}"/>
          </ac:spMkLst>
        </pc:spChg>
        <pc:spChg chg="mod">
          <ac:chgData name="Cesar Augusto Lopez Gallego" userId="0dfa9112-9251-4882-b472-cf2dfcee09d1" providerId="ADAL" clId="{BCFD196B-FAB1-4A5C-A359-F5F61932B113}" dt="2025-11-11T16:43:26.292" v="179" actId="1076"/>
          <ac:spMkLst>
            <pc:docMk/>
            <pc:sldMk cId="3425946230" sldId="275"/>
            <ac:spMk id="3" creationId="{62D4FF5F-5B86-E833-63B1-B3A958BCD03B}"/>
          </ac:spMkLst>
        </pc:spChg>
      </pc:sldChg>
      <pc:sldChg chg="ord">
        <pc:chgData name="Cesar Augusto Lopez Gallego" userId="0dfa9112-9251-4882-b472-cf2dfcee09d1" providerId="ADAL" clId="{BCFD196B-FAB1-4A5C-A359-F5F61932B113}" dt="2025-11-11T16:50:47.697" v="236"/>
        <pc:sldMkLst>
          <pc:docMk/>
          <pc:sldMk cId="1242279489" sldId="277"/>
        </pc:sldMkLst>
      </pc:sldChg>
      <pc:sldChg chg="addSp delSp modSp mod">
        <pc:chgData name="Cesar Augusto Lopez Gallego" userId="0dfa9112-9251-4882-b472-cf2dfcee09d1" providerId="ADAL" clId="{BCFD196B-FAB1-4A5C-A359-F5F61932B113}" dt="2025-11-11T16:42:38.987" v="170" actId="1076"/>
        <pc:sldMkLst>
          <pc:docMk/>
          <pc:sldMk cId="4007516876" sldId="281"/>
        </pc:sldMkLst>
        <pc:spChg chg="del">
          <ac:chgData name="Cesar Augusto Lopez Gallego" userId="0dfa9112-9251-4882-b472-cf2dfcee09d1" providerId="ADAL" clId="{BCFD196B-FAB1-4A5C-A359-F5F61932B113}" dt="2025-11-11T16:39:08.241" v="159" actId="478"/>
          <ac:spMkLst>
            <pc:docMk/>
            <pc:sldMk cId="4007516876" sldId="281"/>
            <ac:spMk id="2" creationId="{517896F8-FCE4-161F-5E64-63F67244206B}"/>
          </ac:spMkLst>
        </pc:spChg>
        <pc:picChg chg="mod">
          <ac:chgData name="Cesar Augusto Lopez Gallego" userId="0dfa9112-9251-4882-b472-cf2dfcee09d1" providerId="ADAL" clId="{BCFD196B-FAB1-4A5C-A359-F5F61932B113}" dt="2025-11-11T16:39:14.461" v="162" actId="14100"/>
          <ac:picMkLst>
            <pc:docMk/>
            <pc:sldMk cId="4007516876" sldId="281"/>
            <ac:picMk id="6" creationId="{ECD8D58C-209C-598C-2A37-3197D6F87348}"/>
          </ac:picMkLst>
        </pc:picChg>
        <pc:picChg chg="add mod">
          <ac:chgData name="Cesar Augusto Lopez Gallego" userId="0dfa9112-9251-4882-b472-cf2dfcee09d1" providerId="ADAL" clId="{BCFD196B-FAB1-4A5C-A359-F5F61932B113}" dt="2025-11-11T16:39:26.905" v="165" actId="1076"/>
          <ac:picMkLst>
            <pc:docMk/>
            <pc:sldMk cId="4007516876" sldId="281"/>
            <ac:picMk id="7" creationId="{C9DE93B6-74CF-4A73-AE8D-FBD3F998082C}"/>
          </ac:picMkLst>
        </pc:picChg>
        <pc:picChg chg="add mod">
          <ac:chgData name="Cesar Augusto Lopez Gallego" userId="0dfa9112-9251-4882-b472-cf2dfcee09d1" providerId="ADAL" clId="{BCFD196B-FAB1-4A5C-A359-F5F61932B113}" dt="2025-11-11T16:42:38.987" v="170" actId="1076"/>
          <ac:picMkLst>
            <pc:docMk/>
            <pc:sldMk cId="4007516876" sldId="281"/>
            <ac:picMk id="8" creationId="{C7A1F136-423B-4F11-A715-13F852219416}"/>
          </ac:picMkLst>
        </pc:picChg>
      </pc:sldChg>
      <pc:sldChg chg="del">
        <pc:chgData name="Cesar Augusto Lopez Gallego" userId="0dfa9112-9251-4882-b472-cf2dfcee09d1" providerId="ADAL" clId="{BCFD196B-FAB1-4A5C-A359-F5F61932B113}" dt="2025-11-11T16:42:03.266" v="166" actId="47"/>
        <pc:sldMkLst>
          <pc:docMk/>
          <pc:sldMk cId="1614526137" sldId="282"/>
        </pc:sldMkLst>
      </pc:sldChg>
      <pc:sldChg chg="addSp delSp modSp add del mod">
        <pc:chgData name="Cesar Augusto Lopez Gallego" userId="0dfa9112-9251-4882-b472-cf2dfcee09d1" providerId="ADAL" clId="{BCFD196B-FAB1-4A5C-A359-F5F61932B113}" dt="2025-11-11T19:38:48.605" v="443" actId="478"/>
        <pc:sldMkLst>
          <pc:docMk/>
          <pc:sldMk cId="3639559193" sldId="284"/>
        </pc:sldMkLst>
        <pc:spChg chg="del">
          <ac:chgData name="Cesar Augusto Lopez Gallego" userId="0dfa9112-9251-4882-b472-cf2dfcee09d1" providerId="ADAL" clId="{BCFD196B-FAB1-4A5C-A359-F5F61932B113}" dt="2025-11-11T19:22:19.094" v="364" actId="478"/>
          <ac:spMkLst>
            <pc:docMk/>
            <pc:sldMk cId="3639559193" sldId="284"/>
            <ac:spMk id="2" creationId="{4FF1A9C4-5B80-A881-C4D1-AEC0B395091F}"/>
          </ac:spMkLst>
        </pc:spChg>
        <pc:spChg chg="del">
          <ac:chgData name="Cesar Augusto Lopez Gallego" userId="0dfa9112-9251-4882-b472-cf2dfcee09d1" providerId="ADAL" clId="{BCFD196B-FAB1-4A5C-A359-F5F61932B113}" dt="2025-11-11T19:22:15.814" v="363" actId="478"/>
          <ac:spMkLst>
            <pc:docMk/>
            <pc:sldMk cId="3639559193" sldId="284"/>
            <ac:spMk id="3" creationId="{9C947CF3-7585-FCFC-4638-EB672D662D02}"/>
          </ac:spMkLst>
        </pc:spChg>
        <pc:spChg chg="add del mod">
          <ac:chgData name="Cesar Augusto Lopez Gallego" userId="0dfa9112-9251-4882-b472-cf2dfcee09d1" providerId="ADAL" clId="{BCFD196B-FAB1-4A5C-A359-F5F61932B113}" dt="2025-11-11T19:38:48.605" v="443" actId="478"/>
          <ac:spMkLst>
            <pc:docMk/>
            <pc:sldMk cId="3639559193" sldId="284"/>
            <ac:spMk id="5" creationId="{227100D6-22A4-4EE5-AD0B-6EAA6027E403}"/>
          </ac:spMkLst>
        </pc:spChg>
        <pc:spChg chg="add del mod">
          <ac:chgData name="Cesar Augusto Lopez Gallego" userId="0dfa9112-9251-4882-b472-cf2dfcee09d1" providerId="ADAL" clId="{BCFD196B-FAB1-4A5C-A359-F5F61932B113}" dt="2025-11-11T19:38:48.605" v="443" actId="478"/>
          <ac:spMkLst>
            <pc:docMk/>
            <pc:sldMk cId="3639559193" sldId="284"/>
            <ac:spMk id="7" creationId="{E21792DF-5E66-4484-B6E3-1244CE5B7863}"/>
          </ac:spMkLst>
        </pc:spChg>
        <pc:picChg chg="mod">
          <ac:chgData name="Cesar Augusto Lopez Gallego" userId="0dfa9112-9251-4882-b472-cf2dfcee09d1" providerId="ADAL" clId="{BCFD196B-FAB1-4A5C-A359-F5F61932B113}" dt="2025-11-11T19:22:20.909" v="365" actId="1076"/>
          <ac:picMkLst>
            <pc:docMk/>
            <pc:sldMk cId="3639559193" sldId="284"/>
            <ac:picMk id="5122" creationId="{431D57C8-0B6F-36BB-508E-3CBA0932E91C}"/>
          </ac:picMkLst>
        </pc:picChg>
      </pc:sldChg>
      <pc:sldChg chg="del">
        <pc:chgData name="Cesar Augusto Lopez Gallego" userId="0dfa9112-9251-4882-b472-cf2dfcee09d1" providerId="ADAL" clId="{BCFD196B-FAB1-4A5C-A359-F5F61932B113}" dt="2025-11-11T16:27:03.070" v="70" actId="47"/>
        <pc:sldMkLst>
          <pc:docMk/>
          <pc:sldMk cId="1063005694" sldId="285"/>
        </pc:sldMkLst>
      </pc:sldChg>
      <pc:sldChg chg="addSp delSp modSp del setBg">
        <pc:chgData name="Cesar Augusto Lopez Gallego" userId="0dfa9112-9251-4882-b472-cf2dfcee09d1" providerId="ADAL" clId="{BCFD196B-FAB1-4A5C-A359-F5F61932B113}" dt="2025-11-11T16:37:21.733" v="113" actId="47"/>
        <pc:sldMkLst>
          <pc:docMk/>
          <pc:sldMk cId="2982763748" sldId="285"/>
        </pc:sldMkLst>
        <pc:spChg chg="del mod">
          <ac:chgData name="Cesar Augusto Lopez Gallego" userId="0dfa9112-9251-4882-b472-cf2dfcee09d1" providerId="ADAL" clId="{BCFD196B-FAB1-4A5C-A359-F5F61932B113}" dt="2025-11-11T16:34:22.911" v="92" actId="21"/>
          <ac:spMkLst>
            <pc:docMk/>
            <pc:sldMk cId="2982763748" sldId="285"/>
            <ac:spMk id="2" creationId="{E54DFEB6-8E1B-4C41-B64A-82E497312EFC}"/>
          </ac:spMkLst>
        </pc:spChg>
        <pc:spChg chg="del">
          <ac:chgData name="Cesar Augusto Lopez Gallego" userId="0dfa9112-9251-4882-b472-cf2dfcee09d1" providerId="ADAL" clId="{BCFD196B-FAB1-4A5C-A359-F5F61932B113}" dt="2025-11-11T16:34:22.911" v="92" actId="21"/>
          <ac:spMkLst>
            <pc:docMk/>
            <pc:sldMk cId="2982763748" sldId="285"/>
            <ac:spMk id="3" creationId="{CDCD0999-BD48-4A2F-8721-3E697CA929AD}"/>
          </ac:spMkLst>
        </pc:spChg>
        <pc:spChg chg="add mod">
          <ac:chgData name="Cesar Augusto Lopez Gallego" userId="0dfa9112-9251-4882-b472-cf2dfcee09d1" providerId="ADAL" clId="{BCFD196B-FAB1-4A5C-A359-F5F61932B113}" dt="2025-11-11T16:34:22.911" v="92" actId="21"/>
          <ac:spMkLst>
            <pc:docMk/>
            <pc:sldMk cId="2982763748" sldId="285"/>
            <ac:spMk id="5" creationId="{05D03BD6-E218-4BB8-9C09-6C8C006F1720}"/>
          </ac:spMkLst>
        </pc:spChg>
        <pc:spChg chg="add mod">
          <ac:chgData name="Cesar Augusto Lopez Gallego" userId="0dfa9112-9251-4882-b472-cf2dfcee09d1" providerId="ADAL" clId="{BCFD196B-FAB1-4A5C-A359-F5F61932B113}" dt="2025-11-11T16:34:22.911" v="92" actId="21"/>
          <ac:spMkLst>
            <pc:docMk/>
            <pc:sldMk cId="2982763748" sldId="285"/>
            <ac:spMk id="6" creationId="{BF2BB002-A220-4B91-B32B-499538231008}"/>
          </ac:spMkLst>
        </pc:spChg>
        <pc:picChg chg="del">
          <ac:chgData name="Cesar Augusto Lopez Gallego" userId="0dfa9112-9251-4882-b472-cf2dfcee09d1" providerId="ADAL" clId="{BCFD196B-FAB1-4A5C-A359-F5F61932B113}" dt="2025-11-11T16:34:22.911" v="92" actId="21"/>
          <ac:picMkLst>
            <pc:docMk/>
            <pc:sldMk cId="2982763748" sldId="285"/>
            <ac:picMk id="12290" creationId="{58C5DED8-DB55-4837-B8A9-FD9DA1040BA5}"/>
          </ac:picMkLst>
        </pc:picChg>
      </pc:sldChg>
      <pc:sldChg chg="addSp delSp modSp new mod">
        <pc:chgData name="Cesar Augusto Lopez Gallego" userId="0dfa9112-9251-4882-b472-cf2dfcee09d1" providerId="ADAL" clId="{BCFD196B-FAB1-4A5C-A359-F5F61932B113}" dt="2025-11-11T16:38:17.578" v="158" actId="20577"/>
        <pc:sldMkLst>
          <pc:docMk/>
          <pc:sldMk cId="3587053037" sldId="286"/>
        </pc:sldMkLst>
        <pc:spChg chg="del">
          <ac:chgData name="Cesar Augusto Lopez Gallego" userId="0dfa9112-9251-4882-b472-cf2dfcee09d1" providerId="ADAL" clId="{BCFD196B-FAB1-4A5C-A359-F5F61932B113}" dt="2025-11-11T16:34:28.748" v="94" actId="478"/>
          <ac:spMkLst>
            <pc:docMk/>
            <pc:sldMk cId="3587053037" sldId="286"/>
            <ac:spMk id="2" creationId="{49D42A07-AC6C-48D5-858A-68C94D2E5035}"/>
          </ac:spMkLst>
        </pc:spChg>
        <pc:spChg chg="del">
          <ac:chgData name="Cesar Augusto Lopez Gallego" userId="0dfa9112-9251-4882-b472-cf2dfcee09d1" providerId="ADAL" clId="{BCFD196B-FAB1-4A5C-A359-F5F61932B113}" dt="2025-11-11T16:34:28.748" v="94" actId="478"/>
          <ac:spMkLst>
            <pc:docMk/>
            <pc:sldMk cId="3587053037" sldId="286"/>
            <ac:spMk id="3" creationId="{620773EB-A7DF-43DF-B85F-FD961D216F61}"/>
          </ac:spMkLst>
        </pc:spChg>
        <pc:spChg chg="add mod">
          <ac:chgData name="Cesar Augusto Lopez Gallego" userId="0dfa9112-9251-4882-b472-cf2dfcee09d1" providerId="ADAL" clId="{BCFD196B-FAB1-4A5C-A359-F5F61932B113}" dt="2025-11-11T16:38:17.578" v="158" actId="20577"/>
          <ac:spMkLst>
            <pc:docMk/>
            <pc:sldMk cId="3587053037" sldId="286"/>
            <ac:spMk id="4" creationId="{83A7F1A8-FBA4-4AA4-A519-B2E0F19D287D}"/>
          </ac:spMkLst>
        </pc:spChg>
        <pc:spChg chg="add mod">
          <ac:chgData name="Cesar Augusto Lopez Gallego" userId="0dfa9112-9251-4882-b472-cf2dfcee09d1" providerId="ADAL" clId="{BCFD196B-FAB1-4A5C-A359-F5F61932B113}" dt="2025-11-11T16:35:22.243" v="111" actId="1076"/>
          <ac:spMkLst>
            <pc:docMk/>
            <pc:sldMk cId="3587053037" sldId="286"/>
            <ac:spMk id="5" creationId="{619F95E4-9477-4D33-A725-175B17664655}"/>
          </ac:spMkLst>
        </pc:spChg>
        <pc:picChg chg="add mod">
          <ac:chgData name="Cesar Augusto Lopez Gallego" userId="0dfa9112-9251-4882-b472-cf2dfcee09d1" providerId="ADAL" clId="{BCFD196B-FAB1-4A5C-A359-F5F61932B113}" dt="2025-11-11T16:35:25.187" v="112" actId="1076"/>
          <ac:picMkLst>
            <pc:docMk/>
            <pc:sldMk cId="3587053037" sldId="286"/>
            <ac:picMk id="6" creationId="{9A079993-5460-4631-93C0-6003C2B8BFD2}"/>
          </ac:picMkLst>
        </pc:picChg>
      </pc:sldChg>
      <pc:sldChg chg="addSp delSp modSp add del mod">
        <pc:chgData name="Cesar Augusto Lopez Gallego" userId="0dfa9112-9251-4882-b472-cf2dfcee09d1" providerId="ADAL" clId="{BCFD196B-FAB1-4A5C-A359-F5F61932B113}" dt="2025-11-11T19:47:13.473" v="497" actId="2696"/>
        <pc:sldMkLst>
          <pc:docMk/>
          <pc:sldMk cId="1627682332" sldId="287"/>
        </pc:sldMkLst>
        <pc:spChg chg="mod">
          <ac:chgData name="Cesar Augusto Lopez Gallego" userId="0dfa9112-9251-4882-b472-cf2dfcee09d1" providerId="ADAL" clId="{BCFD196B-FAB1-4A5C-A359-F5F61932B113}" dt="2025-11-11T16:37:49.292" v="140" actId="20577"/>
          <ac:spMkLst>
            <pc:docMk/>
            <pc:sldMk cId="1627682332" sldId="287"/>
            <ac:spMk id="4" creationId="{83A7F1A8-FBA4-4AA4-A519-B2E0F19D287D}"/>
          </ac:spMkLst>
        </pc:spChg>
        <pc:spChg chg="del">
          <ac:chgData name="Cesar Augusto Lopez Gallego" userId="0dfa9112-9251-4882-b472-cf2dfcee09d1" providerId="ADAL" clId="{BCFD196B-FAB1-4A5C-A359-F5F61932B113}" dt="2025-11-11T16:37:33.900" v="117" actId="478"/>
          <ac:spMkLst>
            <pc:docMk/>
            <pc:sldMk cId="1627682332" sldId="287"/>
            <ac:spMk id="5" creationId="{619F95E4-9477-4D33-A725-175B17664655}"/>
          </ac:spMkLst>
        </pc:spChg>
        <pc:picChg chg="del">
          <ac:chgData name="Cesar Augusto Lopez Gallego" userId="0dfa9112-9251-4882-b472-cf2dfcee09d1" providerId="ADAL" clId="{BCFD196B-FAB1-4A5C-A359-F5F61932B113}" dt="2025-11-11T16:37:33.900" v="117" actId="478"/>
          <ac:picMkLst>
            <pc:docMk/>
            <pc:sldMk cId="1627682332" sldId="287"/>
            <ac:picMk id="6" creationId="{9A079993-5460-4631-93C0-6003C2B8BFD2}"/>
          </ac:picMkLst>
        </pc:picChg>
        <pc:picChg chg="add mod">
          <ac:chgData name="Cesar Augusto Lopez Gallego" userId="0dfa9112-9251-4882-b472-cf2dfcee09d1" providerId="ADAL" clId="{BCFD196B-FAB1-4A5C-A359-F5F61932B113}" dt="2025-11-11T16:37:40.436" v="119" actId="1076"/>
          <ac:picMkLst>
            <pc:docMk/>
            <pc:sldMk cId="1627682332" sldId="287"/>
            <ac:picMk id="7" creationId="{6617804F-2B6E-4BE2-8F28-229E1D23D2E3}"/>
          </ac:picMkLst>
        </pc:picChg>
      </pc:sldChg>
      <pc:sldChg chg="add">
        <pc:chgData name="Cesar Augusto Lopez Gallego" userId="0dfa9112-9251-4882-b472-cf2dfcee09d1" providerId="ADAL" clId="{BCFD196B-FAB1-4A5C-A359-F5F61932B113}" dt="2025-11-11T19:47:23.141" v="498"/>
        <pc:sldMkLst>
          <pc:docMk/>
          <pc:sldMk cId="3719223444" sldId="287"/>
        </pc:sldMkLst>
      </pc:sldChg>
      <pc:sldChg chg="addSp delSp modSp new mod">
        <pc:chgData name="Cesar Augusto Lopez Gallego" userId="0dfa9112-9251-4882-b472-cf2dfcee09d1" providerId="ADAL" clId="{BCFD196B-FAB1-4A5C-A359-F5F61932B113}" dt="2025-11-11T19:33:15.355" v="401" actId="1076"/>
        <pc:sldMkLst>
          <pc:docMk/>
          <pc:sldMk cId="622910961" sldId="288"/>
        </pc:sldMkLst>
        <pc:spChg chg="del">
          <ac:chgData name="Cesar Augusto Lopez Gallego" userId="0dfa9112-9251-4882-b472-cf2dfcee09d1" providerId="ADAL" clId="{BCFD196B-FAB1-4A5C-A359-F5F61932B113}" dt="2025-11-11T19:31:08.241" v="373" actId="478"/>
          <ac:spMkLst>
            <pc:docMk/>
            <pc:sldMk cId="622910961" sldId="288"/>
            <ac:spMk id="2" creationId="{745C5230-9564-4F4F-A215-050055F57E58}"/>
          </ac:spMkLst>
        </pc:spChg>
        <pc:spChg chg="del">
          <ac:chgData name="Cesar Augusto Lopez Gallego" userId="0dfa9112-9251-4882-b472-cf2dfcee09d1" providerId="ADAL" clId="{BCFD196B-FAB1-4A5C-A359-F5F61932B113}" dt="2025-11-11T19:31:08.241" v="373" actId="478"/>
          <ac:spMkLst>
            <pc:docMk/>
            <pc:sldMk cId="622910961" sldId="288"/>
            <ac:spMk id="3" creationId="{EA8DD11A-07F0-4476-9C14-8EEB059EC5ED}"/>
          </ac:spMkLst>
        </pc:spChg>
        <pc:spChg chg="add mod">
          <ac:chgData name="Cesar Augusto Lopez Gallego" userId="0dfa9112-9251-4882-b472-cf2dfcee09d1" providerId="ADAL" clId="{BCFD196B-FAB1-4A5C-A359-F5F61932B113}" dt="2025-11-11T19:31:30.282" v="387" actId="14100"/>
          <ac:spMkLst>
            <pc:docMk/>
            <pc:sldMk cId="622910961" sldId="288"/>
            <ac:spMk id="4" creationId="{D17413C9-8938-4247-9A46-4C5BAFF2CF77}"/>
          </ac:spMkLst>
        </pc:spChg>
        <pc:spChg chg="add mod">
          <ac:chgData name="Cesar Augusto Lopez Gallego" userId="0dfa9112-9251-4882-b472-cf2dfcee09d1" providerId="ADAL" clId="{BCFD196B-FAB1-4A5C-A359-F5F61932B113}" dt="2025-11-11T19:33:15.355" v="401" actId="1076"/>
          <ac:spMkLst>
            <pc:docMk/>
            <pc:sldMk cId="622910961" sldId="288"/>
            <ac:spMk id="12" creationId="{CC653506-BEEB-47AD-B24D-B01FAD14CDC2}"/>
          </ac:spMkLst>
        </pc:spChg>
        <pc:picChg chg="add del mod">
          <ac:chgData name="Cesar Augusto Lopez Gallego" userId="0dfa9112-9251-4882-b472-cf2dfcee09d1" providerId="ADAL" clId="{BCFD196B-FAB1-4A5C-A359-F5F61932B113}" dt="2025-11-11T19:30:48.995" v="369" actId="22"/>
          <ac:picMkLst>
            <pc:docMk/>
            <pc:sldMk cId="622910961" sldId="288"/>
            <ac:picMk id="6" creationId="{1142703F-37C9-4CD2-BBE4-E36C5B46AB82}"/>
          </ac:picMkLst>
        </pc:picChg>
        <pc:picChg chg="add mod">
          <ac:chgData name="Cesar Augusto Lopez Gallego" userId="0dfa9112-9251-4882-b472-cf2dfcee09d1" providerId="ADAL" clId="{BCFD196B-FAB1-4A5C-A359-F5F61932B113}" dt="2025-11-11T19:31:46.731" v="390" actId="1076"/>
          <ac:picMkLst>
            <pc:docMk/>
            <pc:sldMk cId="622910961" sldId="288"/>
            <ac:picMk id="8" creationId="{FC52FFA3-5EBC-4BA9-B890-1B749F57A09E}"/>
          </ac:picMkLst>
        </pc:picChg>
        <pc:picChg chg="add mod">
          <ac:chgData name="Cesar Augusto Lopez Gallego" userId="0dfa9112-9251-4882-b472-cf2dfcee09d1" providerId="ADAL" clId="{BCFD196B-FAB1-4A5C-A359-F5F61932B113}" dt="2025-11-11T19:32:50.496" v="394" actId="1076"/>
          <ac:picMkLst>
            <pc:docMk/>
            <pc:sldMk cId="622910961" sldId="288"/>
            <ac:picMk id="10" creationId="{0186E560-018B-4FEB-B94B-E56F44BE0370}"/>
          </ac:picMkLst>
        </pc:picChg>
      </pc:sldChg>
      <pc:sldChg chg="delSp modSp new mod">
        <pc:chgData name="Cesar Augusto Lopez Gallego" userId="0dfa9112-9251-4882-b472-cf2dfcee09d1" providerId="ADAL" clId="{BCFD196B-FAB1-4A5C-A359-F5F61932B113}" dt="2025-11-11T19:20:58.028" v="353" actId="478"/>
        <pc:sldMkLst>
          <pc:docMk/>
          <pc:sldMk cId="3993674002" sldId="289"/>
        </pc:sldMkLst>
        <pc:spChg chg="mod">
          <ac:chgData name="Cesar Augusto Lopez Gallego" userId="0dfa9112-9251-4882-b472-cf2dfcee09d1" providerId="ADAL" clId="{BCFD196B-FAB1-4A5C-A359-F5F61932B113}" dt="2025-11-11T16:51:05.324" v="272" actId="20577"/>
          <ac:spMkLst>
            <pc:docMk/>
            <pc:sldMk cId="3993674002" sldId="289"/>
            <ac:spMk id="2" creationId="{22FC60EA-B9E7-4D84-9CE9-BEC75ED0C684}"/>
          </ac:spMkLst>
        </pc:spChg>
        <pc:spChg chg="del">
          <ac:chgData name="Cesar Augusto Lopez Gallego" userId="0dfa9112-9251-4882-b472-cf2dfcee09d1" providerId="ADAL" clId="{BCFD196B-FAB1-4A5C-A359-F5F61932B113}" dt="2025-11-11T19:20:58.028" v="353" actId="478"/>
          <ac:spMkLst>
            <pc:docMk/>
            <pc:sldMk cId="3993674002" sldId="289"/>
            <ac:spMk id="3" creationId="{562A5494-F03E-45DE-932A-B8BEC1608092}"/>
          </ac:spMkLst>
        </pc:spChg>
      </pc:sldChg>
      <pc:sldChg chg="addSp delSp modSp new mod modClrScheme chgLayout">
        <pc:chgData name="Cesar Augusto Lopez Gallego" userId="0dfa9112-9251-4882-b472-cf2dfcee09d1" providerId="ADAL" clId="{BCFD196B-FAB1-4A5C-A359-F5F61932B113}" dt="2025-11-11T19:55:50.715" v="727" actId="1076"/>
        <pc:sldMkLst>
          <pc:docMk/>
          <pc:sldMk cId="2041778593" sldId="290"/>
        </pc:sldMkLst>
        <pc:spChg chg="del">
          <ac:chgData name="Cesar Augusto Lopez Gallego" userId="0dfa9112-9251-4882-b472-cf2dfcee09d1" providerId="ADAL" clId="{BCFD196B-FAB1-4A5C-A359-F5F61932B113}" dt="2025-11-11T16:51:19.157" v="274" actId="700"/>
          <ac:spMkLst>
            <pc:docMk/>
            <pc:sldMk cId="2041778593" sldId="290"/>
            <ac:spMk id="2" creationId="{38D937B3-C7BE-4FB5-9132-52C869DFB5E8}"/>
          </ac:spMkLst>
        </pc:spChg>
        <pc:spChg chg="del">
          <ac:chgData name="Cesar Augusto Lopez Gallego" userId="0dfa9112-9251-4882-b472-cf2dfcee09d1" providerId="ADAL" clId="{BCFD196B-FAB1-4A5C-A359-F5F61932B113}" dt="2025-11-11T16:51:19.157" v="274" actId="700"/>
          <ac:spMkLst>
            <pc:docMk/>
            <pc:sldMk cId="2041778593" sldId="290"/>
            <ac:spMk id="3" creationId="{B84BE27D-C313-4741-B086-A93D681A7C62}"/>
          </ac:spMkLst>
        </pc:spChg>
        <pc:spChg chg="add mod">
          <ac:chgData name="Cesar Augusto Lopez Gallego" userId="0dfa9112-9251-4882-b472-cf2dfcee09d1" providerId="ADAL" clId="{BCFD196B-FAB1-4A5C-A359-F5F61932B113}" dt="2025-11-11T19:35:06.401" v="430" actId="20577"/>
          <ac:spMkLst>
            <pc:docMk/>
            <pc:sldMk cId="2041778593" sldId="290"/>
            <ac:spMk id="4" creationId="{91FB8236-ECC2-4A71-AB79-95DE171FA4C4}"/>
          </ac:spMkLst>
        </pc:spChg>
        <pc:spChg chg="add mod">
          <ac:chgData name="Cesar Augusto Lopez Gallego" userId="0dfa9112-9251-4882-b472-cf2dfcee09d1" providerId="ADAL" clId="{BCFD196B-FAB1-4A5C-A359-F5F61932B113}" dt="2025-11-11T19:55:50.715" v="727" actId="1076"/>
          <ac:spMkLst>
            <pc:docMk/>
            <pc:sldMk cId="2041778593" sldId="290"/>
            <ac:spMk id="13" creationId="{A967A5E0-9E88-4CE1-B7CD-9F3EDE5FBA1C}"/>
          </ac:spMkLst>
        </pc:spChg>
        <pc:picChg chg="add del mod">
          <ac:chgData name="Cesar Augusto Lopez Gallego" userId="0dfa9112-9251-4882-b472-cf2dfcee09d1" providerId="ADAL" clId="{BCFD196B-FAB1-4A5C-A359-F5F61932B113}" dt="2025-11-11T19:20:07.261" v="341"/>
          <ac:picMkLst>
            <pc:docMk/>
            <pc:sldMk cId="2041778593" sldId="290"/>
            <ac:picMk id="5" creationId="{00330523-32EB-48A2-AF72-191AE2373BDD}"/>
          </ac:picMkLst>
        </pc:picChg>
        <pc:picChg chg="add mod">
          <ac:chgData name="Cesar Augusto Lopez Gallego" userId="0dfa9112-9251-4882-b472-cf2dfcee09d1" providerId="ADAL" clId="{BCFD196B-FAB1-4A5C-A359-F5F61932B113}" dt="2025-11-11T19:35:11.011" v="432" actId="1076"/>
          <ac:picMkLst>
            <pc:docMk/>
            <pc:sldMk cId="2041778593" sldId="290"/>
            <ac:picMk id="7" creationId="{3482D530-5CB7-474F-8242-07B9A0C26857}"/>
          </ac:picMkLst>
        </pc:picChg>
        <pc:picChg chg="add mod">
          <ac:chgData name="Cesar Augusto Lopez Gallego" userId="0dfa9112-9251-4882-b472-cf2dfcee09d1" providerId="ADAL" clId="{BCFD196B-FAB1-4A5C-A359-F5F61932B113}" dt="2025-11-11T19:35:54.385" v="437" actId="1076"/>
          <ac:picMkLst>
            <pc:docMk/>
            <pc:sldMk cId="2041778593" sldId="290"/>
            <ac:picMk id="9" creationId="{BA086658-249A-4EB3-99E4-8E84EC1DFFE7}"/>
          </ac:picMkLst>
        </pc:picChg>
        <pc:picChg chg="add mod">
          <ac:chgData name="Cesar Augusto Lopez Gallego" userId="0dfa9112-9251-4882-b472-cf2dfcee09d1" providerId="ADAL" clId="{BCFD196B-FAB1-4A5C-A359-F5F61932B113}" dt="2025-11-11T19:36:16.666" v="442" actId="1076"/>
          <ac:picMkLst>
            <pc:docMk/>
            <pc:sldMk cId="2041778593" sldId="290"/>
            <ac:picMk id="11" creationId="{4FB3F668-2413-40A3-A358-2C37B9B04033}"/>
          </ac:picMkLst>
        </pc:picChg>
        <pc:picChg chg="add mod">
          <ac:chgData name="Cesar Augusto Lopez Gallego" userId="0dfa9112-9251-4882-b472-cf2dfcee09d1" providerId="ADAL" clId="{BCFD196B-FAB1-4A5C-A359-F5F61932B113}" dt="2025-11-11T19:53:32.162" v="671" actId="1076"/>
          <ac:picMkLst>
            <pc:docMk/>
            <pc:sldMk cId="2041778593" sldId="290"/>
            <ac:picMk id="12" creationId="{88A07DD8-5299-4357-9A16-5FAE7A4784C1}"/>
          </ac:picMkLst>
        </pc:picChg>
      </pc:sldChg>
      <pc:sldChg chg="addSp modSp new mod">
        <pc:chgData name="Cesar Augusto Lopez Gallego" userId="0dfa9112-9251-4882-b472-cf2dfcee09d1" providerId="ADAL" clId="{BCFD196B-FAB1-4A5C-A359-F5F61932B113}" dt="2025-11-11T19:21:25.020" v="360" actId="20577"/>
        <pc:sldMkLst>
          <pc:docMk/>
          <pc:sldMk cId="3610267288" sldId="291"/>
        </pc:sldMkLst>
        <pc:spChg chg="add mod">
          <ac:chgData name="Cesar Augusto Lopez Gallego" userId="0dfa9112-9251-4882-b472-cf2dfcee09d1" providerId="ADAL" clId="{BCFD196B-FAB1-4A5C-A359-F5F61932B113}" dt="2025-11-11T19:21:25.020" v="360" actId="20577"/>
          <ac:spMkLst>
            <pc:docMk/>
            <pc:sldMk cId="3610267288" sldId="291"/>
            <ac:spMk id="2" creationId="{DE486CE8-20FD-402A-BD56-AB1EE5323933}"/>
          </ac:spMkLst>
        </pc:spChg>
        <pc:spChg chg="add mod">
          <ac:chgData name="Cesar Augusto Lopez Gallego" userId="0dfa9112-9251-4882-b472-cf2dfcee09d1" providerId="ADAL" clId="{BCFD196B-FAB1-4A5C-A359-F5F61932B113}" dt="2025-11-11T16:53:19.268" v="320" actId="1076"/>
          <ac:spMkLst>
            <pc:docMk/>
            <pc:sldMk cId="3610267288" sldId="291"/>
            <ac:spMk id="5" creationId="{4044DBB5-5960-4C78-9333-CD69642960A7}"/>
          </ac:spMkLst>
        </pc:spChg>
        <pc:picChg chg="add mod">
          <ac:chgData name="Cesar Augusto Lopez Gallego" userId="0dfa9112-9251-4882-b472-cf2dfcee09d1" providerId="ADAL" clId="{BCFD196B-FAB1-4A5C-A359-F5F61932B113}" dt="2025-11-11T19:21:20.321" v="356" actId="1076"/>
          <ac:picMkLst>
            <pc:docMk/>
            <pc:sldMk cId="3610267288" sldId="291"/>
            <ac:picMk id="3" creationId="{07F738E9-5457-4285-A69F-512184A1DCA3}"/>
          </ac:picMkLst>
        </pc:picChg>
      </pc:sldChg>
      <pc:sldChg chg="addSp delSp modSp add mod">
        <pc:chgData name="Cesar Augusto Lopez Gallego" userId="0dfa9112-9251-4882-b472-cf2dfcee09d1" providerId="ADAL" clId="{BCFD196B-FAB1-4A5C-A359-F5F61932B113}" dt="2025-11-11T19:19:05.196" v="330"/>
        <pc:sldMkLst>
          <pc:docMk/>
          <pc:sldMk cId="4256734646" sldId="292"/>
        </pc:sldMkLst>
        <pc:spChg chg="del">
          <ac:chgData name="Cesar Augusto Lopez Gallego" userId="0dfa9112-9251-4882-b472-cf2dfcee09d1" providerId="ADAL" clId="{BCFD196B-FAB1-4A5C-A359-F5F61932B113}" dt="2025-11-11T16:53:39.709" v="322" actId="478"/>
          <ac:spMkLst>
            <pc:docMk/>
            <pc:sldMk cId="4256734646" sldId="292"/>
            <ac:spMk id="2" creationId="{DE486CE8-20FD-402A-BD56-AB1EE5323933}"/>
          </ac:spMkLst>
        </pc:spChg>
        <pc:spChg chg="add mod">
          <ac:chgData name="Cesar Augusto Lopez Gallego" userId="0dfa9112-9251-4882-b472-cf2dfcee09d1" providerId="ADAL" clId="{BCFD196B-FAB1-4A5C-A359-F5F61932B113}" dt="2025-11-11T16:53:52.684" v="326" actId="14100"/>
          <ac:spMkLst>
            <pc:docMk/>
            <pc:sldMk cId="4256734646" sldId="292"/>
            <ac:spMk id="6" creationId="{28176ED2-A5DD-44D9-BB5E-4A610FCCCC3C}"/>
          </ac:spMkLst>
        </pc:spChg>
        <pc:spChg chg="del mod">
          <ac:chgData name="Cesar Augusto Lopez Gallego" userId="0dfa9112-9251-4882-b472-cf2dfcee09d1" providerId="ADAL" clId="{BCFD196B-FAB1-4A5C-A359-F5F61932B113}" dt="2025-11-11T19:19:05.196" v="330"/>
          <ac:spMkLst>
            <pc:docMk/>
            <pc:sldMk cId="4256734646" sldId="292"/>
            <ac:spMk id="8" creationId="{04B5E269-3B91-43A4-B221-76D33C1EE753}"/>
          </ac:spMkLst>
        </pc:spChg>
        <pc:picChg chg="del">
          <ac:chgData name="Cesar Augusto Lopez Gallego" userId="0dfa9112-9251-4882-b472-cf2dfcee09d1" providerId="ADAL" clId="{BCFD196B-FAB1-4A5C-A359-F5F61932B113}" dt="2025-11-11T16:53:39.709" v="322" actId="478"/>
          <ac:picMkLst>
            <pc:docMk/>
            <pc:sldMk cId="4256734646" sldId="292"/>
            <ac:picMk id="3" creationId="{07F738E9-5457-4285-A69F-512184A1DCA3}"/>
          </ac:picMkLst>
        </pc:picChg>
        <pc:picChg chg="add mod">
          <ac:chgData name="Cesar Augusto Lopez Gallego" userId="0dfa9112-9251-4882-b472-cf2dfcee09d1" providerId="ADAL" clId="{BCFD196B-FAB1-4A5C-A359-F5F61932B113}" dt="2025-11-11T16:53:54.610" v="327" actId="1076"/>
          <ac:picMkLst>
            <pc:docMk/>
            <pc:sldMk cId="4256734646" sldId="292"/>
            <ac:picMk id="7" creationId="{9DDE201F-9FAF-48CC-AEF1-02093D91CE92}"/>
          </ac:picMkLst>
        </pc:picChg>
        <pc:picChg chg="del">
          <ac:chgData name="Cesar Augusto Lopez Gallego" userId="0dfa9112-9251-4882-b472-cf2dfcee09d1" providerId="ADAL" clId="{BCFD196B-FAB1-4A5C-A359-F5F61932B113}" dt="2025-11-11T19:19:05.196" v="330"/>
          <ac:picMkLst>
            <pc:docMk/>
            <pc:sldMk cId="4256734646" sldId="292"/>
            <ac:picMk id="9" creationId="{6B1ADAC7-5CF1-4D6A-9982-E641F413305C}"/>
          </ac:picMkLst>
        </pc:picChg>
      </pc:sldChg>
      <pc:sldChg chg="addSp modSp new mod">
        <pc:chgData name="Cesar Augusto Lopez Gallego" userId="0dfa9112-9251-4882-b472-cf2dfcee09d1" providerId="ADAL" clId="{BCFD196B-FAB1-4A5C-A359-F5F61932B113}" dt="2025-11-11T19:19:41.948" v="339" actId="1076"/>
        <pc:sldMkLst>
          <pc:docMk/>
          <pc:sldMk cId="3823568408" sldId="293"/>
        </pc:sldMkLst>
        <pc:spChg chg="add mod">
          <ac:chgData name="Cesar Augusto Lopez Gallego" userId="0dfa9112-9251-4882-b472-cf2dfcee09d1" providerId="ADAL" clId="{BCFD196B-FAB1-4A5C-A359-F5F61932B113}" dt="2025-11-11T19:19:37.553" v="338" actId="27636"/>
          <ac:spMkLst>
            <pc:docMk/>
            <pc:sldMk cId="3823568408" sldId="293"/>
            <ac:spMk id="2" creationId="{A7E1D4C0-3BA9-4007-8065-1C9EE019EB8E}"/>
          </ac:spMkLst>
        </pc:spChg>
        <pc:spChg chg="add mod">
          <ac:chgData name="Cesar Augusto Lopez Gallego" userId="0dfa9112-9251-4882-b472-cf2dfcee09d1" providerId="ADAL" clId="{BCFD196B-FAB1-4A5C-A359-F5F61932B113}" dt="2025-11-11T19:19:25.511" v="336"/>
          <ac:spMkLst>
            <pc:docMk/>
            <pc:sldMk cId="3823568408" sldId="293"/>
            <ac:spMk id="4" creationId="{705FC3E3-430F-4A6C-8648-827875C3137E}"/>
          </ac:spMkLst>
        </pc:spChg>
        <pc:picChg chg="add mod">
          <ac:chgData name="Cesar Augusto Lopez Gallego" userId="0dfa9112-9251-4882-b472-cf2dfcee09d1" providerId="ADAL" clId="{BCFD196B-FAB1-4A5C-A359-F5F61932B113}" dt="2025-11-11T19:19:41.948" v="339" actId="1076"/>
          <ac:picMkLst>
            <pc:docMk/>
            <pc:sldMk cId="3823568408" sldId="293"/>
            <ac:picMk id="3" creationId="{3FCBEF26-813A-4711-B7F2-4954C586710D}"/>
          </ac:picMkLst>
        </pc:picChg>
      </pc:sldChg>
      <pc:sldChg chg="addSp modSp new mod">
        <pc:chgData name="Cesar Augusto Lopez Gallego" userId="0dfa9112-9251-4882-b472-cf2dfcee09d1" providerId="ADAL" clId="{BCFD196B-FAB1-4A5C-A359-F5F61932B113}" dt="2025-11-11T19:20:47.308" v="352" actId="1076"/>
        <pc:sldMkLst>
          <pc:docMk/>
          <pc:sldMk cId="4045362902" sldId="294"/>
        </pc:sldMkLst>
        <pc:spChg chg="add mod">
          <ac:chgData name="Cesar Augusto Lopez Gallego" userId="0dfa9112-9251-4882-b472-cf2dfcee09d1" providerId="ADAL" clId="{BCFD196B-FAB1-4A5C-A359-F5F61932B113}" dt="2025-11-11T19:20:26.130" v="346"/>
          <ac:spMkLst>
            <pc:docMk/>
            <pc:sldMk cId="4045362902" sldId="294"/>
            <ac:spMk id="3" creationId="{C15B0851-2F77-43C8-9EA0-831F4F20EA45}"/>
          </ac:spMkLst>
        </pc:spChg>
        <pc:spChg chg="add mod">
          <ac:chgData name="Cesar Augusto Lopez Gallego" userId="0dfa9112-9251-4882-b472-cf2dfcee09d1" providerId="ADAL" clId="{BCFD196B-FAB1-4A5C-A359-F5F61932B113}" dt="2025-11-11T19:20:47.308" v="352" actId="1076"/>
          <ac:spMkLst>
            <pc:docMk/>
            <pc:sldMk cId="4045362902" sldId="294"/>
            <ac:spMk id="4" creationId="{F8A434AD-C9A7-46A8-9D48-F0B0BF402016}"/>
          </ac:spMkLst>
        </pc:spChg>
        <pc:spChg chg="add mod">
          <ac:chgData name="Cesar Augusto Lopez Gallego" userId="0dfa9112-9251-4882-b472-cf2dfcee09d1" providerId="ADAL" clId="{BCFD196B-FAB1-4A5C-A359-F5F61932B113}" dt="2025-11-11T19:20:47.308" v="352" actId="1076"/>
          <ac:spMkLst>
            <pc:docMk/>
            <pc:sldMk cId="4045362902" sldId="294"/>
            <ac:spMk id="5" creationId="{4D0524B3-287B-4A39-AA74-2C13D86CD886}"/>
          </ac:spMkLst>
        </pc:spChg>
        <pc:picChg chg="add mod">
          <ac:chgData name="Cesar Augusto Lopez Gallego" userId="0dfa9112-9251-4882-b472-cf2dfcee09d1" providerId="ADAL" clId="{BCFD196B-FAB1-4A5C-A359-F5F61932B113}" dt="2025-11-11T19:20:35.138" v="350" actId="1076"/>
          <ac:picMkLst>
            <pc:docMk/>
            <pc:sldMk cId="4045362902" sldId="294"/>
            <ac:picMk id="2" creationId="{08B2060F-7DE4-404C-9375-7369DA2E138C}"/>
          </ac:picMkLst>
        </pc:picChg>
      </pc:sldChg>
      <pc:sldChg chg="delSp modSp add mod">
        <pc:chgData name="Cesar Augusto Lopez Gallego" userId="0dfa9112-9251-4882-b472-cf2dfcee09d1" providerId="ADAL" clId="{BCFD196B-FAB1-4A5C-A359-F5F61932B113}" dt="2025-11-11T19:49:14.515" v="601" actId="478"/>
        <pc:sldMkLst>
          <pc:docMk/>
          <pc:sldMk cId="1540087592" sldId="295"/>
        </pc:sldMkLst>
        <pc:spChg chg="mod">
          <ac:chgData name="Cesar Augusto Lopez Gallego" userId="0dfa9112-9251-4882-b472-cf2dfcee09d1" providerId="ADAL" clId="{BCFD196B-FAB1-4A5C-A359-F5F61932B113}" dt="2025-11-11T19:48:46.589" v="599" actId="20577"/>
          <ac:spMkLst>
            <pc:docMk/>
            <pc:sldMk cId="1540087592" sldId="295"/>
            <ac:spMk id="2" creationId="{7411F3AA-5844-37BC-2251-9C7DC7723ED5}"/>
          </ac:spMkLst>
        </pc:spChg>
        <pc:spChg chg="del">
          <ac:chgData name="Cesar Augusto Lopez Gallego" userId="0dfa9112-9251-4882-b472-cf2dfcee09d1" providerId="ADAL" clId="{BCFD196B-FAB1-4A5C-A359-F5F61932B113}" dt="2025-11-11T19:49:14.515" v="601" actId="478"/>
          <ac:spMkLst>
            <pc:docMk/>
            <pc:sldMk cId="1540087592" sldId="295"/>
            <ac:spMk id="5" creationId="{332D652A-CE9A-4339-B840-E4E2A4254B68}"/>
          </ac:spMkLst>
        </pc:spChg>
      </pc:sldChg>
      <pc:sldChg chg="new del">
        <pc:chgData name="Cesar Augusto Lopez Gallego" userId="0dfa9112-9251-4882-b472-cf2dfcee09d1" providerId="ADAL" clId="{BCFD196B-FAB1-4A5C-A359-F5F61932B113}" dt="2025-11-11T19:46:18.034" v="496" actId="47"/>
        <pc:sldMkLst>
          <pc:docMk/>
          <pc:sldMk cId="2237924399" sldId="295"/>
        </pc:sldMkLst>
      </pc:sldChg>
      <pc:sldChg chg="add">
        <pc:chgData name="Cesar Augusto Lopez Gallego" userId="0dfa9112-9251-4882-b472-cf2dfcee09d1" providerId="ADAL" clId="{BCFD196B-FAB1-4A5C-A359-F5F61932B113}" dt="2025-11-11T21:04:32.666" v="1436"/>
        <pc:sldMkLst>
          <pc:docMk/>
          <pc:sldMk cId="652190281" sldId="296"/>
        </pc:sldMkLst>
      </pc:sldChg>
      <pc:sldChg chg="addSp modSp new del mod">
        <pc:chgData name="Cesar Augusto Lopez Gallego" userId="0dfa9112-9251-4882-b472-cf2dfcee09d1" providerId="ADAL" clId="{BCFD196B-FAB1-4A5C-A359-F5F61932B113}" dt="2025-11-11T21:04:27.752" v="1435" actId="2696"/>
        <pc:sldMkLst>
          <pc:docMk/>
          <pc:sldMk cId="3153014160" sldId="296"/>
        </pc:sldMkLst>
        <pc:spChg chg="mod">
          <ac:chgData name="Cesar Augusto Lopez Gallego" userId="0dfa9112-9251-4882-b472-cf2dfcee09d1" providerId="ADAL" clId="{BCFD196B-FAB1-4A5C-A359-F5F61932B113}" dt="2025-11-11T19:50:22.308" v="637" actId="20577"/>
          <ac:spMkLst>
            <pc:docMk/>
            <pc:sldMk cId="3153014160" sldId="296"/>
            <ac:spMk id="2" creationId="{A4CEB27E-C9F6-41DB-AC01-EAF55F559767}"/>
          </ac:spMkLst>
        </pc:spChg>
        <pc:picChg chg="add mod">
          <ac:chgData name="Cesar Augusto Lopez Gallego" userId="0dfa9112-9251-4882-b472-cf2dfcee09d1" providerId="ADAL" clId="{BCFD196B-FAB1-4A5C-A359-F5F61932B113}" dt="2025-11-11T19:50:12.526" v="607" actId="1076"/>
          <ac:picMkLst>
            <pc:docMk/>
            <pc:sldMk cId="3153014160" sldId="296"/>
            <ac:picMk id="4" creationId="{13BDA199-148E-4087-B9E8-491295BE6D8F}"/>
          </ac:picMkLst>
        </pc:picChg>
      </pc:sldChg>
      <pc:sldChg chg="modSp add mod">
        <pc:chgData name="Cesar Augusto Lopez Gallego" userId="0dfa9112-9251-4882-b472-cf2dfcee09d1" providerId="ADAL" clId="{BCFD196B-FAB1-4A5C-A359-F5F61932B113}" dt="2025-11-11T19:57:14.564" v="778" actId="20577"/>
        <pc:sldMkLst>
          <pc:docMk/>
          <pc:sldMk cId="0" sldId="297"/>
        </pc:sldMkLst>
        <pc:spChg chg="mod">
          <ac:chgData name="Cesar Augusto Lopez Gallego" userId="0dfa9112-9251-4882-b472-cf2dfcee09d1" providerId="ADAL" clId="{BCFD196B-FAB1-4A5C-A359-F5F61932B113}" dt="2025-11-11T19:57:14.564" v="778" actId="20577"/>
          <ac:spMkLst>
            <pc:docMk/>
            <pc:sldMk cId="0" sldId="297"/>
            <ac:spMk id="202" creationId="{00000000-0000-0000-0000-000000000000}"/>
          </ac:spMkLst>
        </pc:spChg>
      </pc:sldChg>
      <pc:sldChg chg="add">
        <pc:chgData name="Cesar Augusto Lopez Gallego" userId="0dfa9112-9251-4882-b472-cf2dfcee09d1" providerId="ADAL" clId="{BCFD196B-FAB1-4A5C-A359-F5F61932B113}" dt="2025-11-11T19:52:31.064" v="664"/>
        <pc:sldMkLst>
          <pc:docMk/>
          <pc:sldMk cId="0" sldId="300"/>
        </pc:sldMkLst>
      </pc:sldChg>
      <pc:sldChg chg="add">
        <pc:chgData name="Cesar Augusto Lopez Gallego" userId="0dfa9112-9251-4882-b472-cf2dfcee09d1" providerId="ADAL" clId="{BCFD196B-FAB1-4A5C-A359-F5F61932B113}" dt="2025-11-11T19:52:31.064" v="664"/>
        <pc:sldMkLst>
          <pc:docMk/>
          <pc:sldMk cId="0" sldId="301"/>
        </pc:sldMkLst>
      </pc:sldChg>
      <pc:sldChg chg="add">
        <pc:chgData name="Cesar Augusto Lopez Gallego" userId="0dfa9112-9251-4882-b472-cf2dfcee09d1" providerId="ADAL" clId="{BCFD196B-FAB1-4A5C-A359-F5F61932B113}" dt="2025-11-11T19:52:44.262" v="665"/>
        <pc:sldMkLst>
          <pc:docMk/>
          <pc:sldMk cId="0" sldId="302"/>
        </pc:sldMkLst>
      </pc:sldChg>
      <pc:sldChg chg="addSp delSp modSp add mod">
        <pc:chgData name="Cesar Augusto Lopez Gallego" userId="0dfa9112-9251-4882-b472-cf2dfcee09d1" providerId="ADAL" clId="{BCFD196B-FAB1-4A5C-A359-F5F61932B113}" dt="2025-11-11T19:55:24.385" v="699" actId="1076"/>
        <pc:sldMkLst>
          <pc:docMk/>
          <pc:sldMk cId="0" sldId="303"/>
        </pc:sldMkLst>
        <pc:spChg chg="mod">
          <ac:chgData name="Cesar Augusto Lopez Gallego" userId="0dfa9112-9251-4882-b472-cf2dfcee09d1" providerId="ADAL" clId="{BCFD196B-FAB1-4A5C-A359-F5F61932B113}" dt="2025-11-11T19:54:09.132" v="695" actId="6549"/>
          <ac:spMkLst>
            <pc:docMk/>
            <pc:sldMk cId="0" sldId="303"/>
            <ac:spMk id="189" creationId="{00000000-0000-0000-0000-000000000000}"/>
          </ac:spMkLst>
        </pc:spChg>
        <pc:spChg chg="del">
          <ac:chgData name="Cesar Augusto Lopez Gallego" userId="0dfa9112-9251-4882-b472-cf2dfcee09d1" providerId="ADAL" clId="{BCFD196B-FAB1-4A5C-A359-F5F61932B113}" dt="2025-11-11T19:53:17.884" v="668" actId="478"/>
          <ac:spMkLst>
            <pc:docMk/>
            <pc:sldMk cId="0" sldId="303"/>
            <ac:spMk id="192" creationId="{00000000-0000-0000-0000-000000000000}"/>
          </ac:spMkLst>
        </pc:spChg>
        <pc:picChg chg="add mod">
          <ac:chgData name="Cesar Augusto Lopez Gallego" userId="0dfa9112-9251-4882-b472-cf2dfcee09d1" providerId="ADAL" clId="{BCFD196B-FAB1-4A5C-A359-F5F61932B113}" dt="2025-11-11T19:55:24.385" v="699" actId="1076"/>
          <ac:picMkLst>
            <pc:docMk/>
            <pc:sldMk cId="0" sldId="303"/>
            <ac:picMk id="3" creationId="{539586E5-5B72-4BCD-B16E-EA3602DED9FF}"/>
          </ac:picMkLst>
        </pc:picChg>
        <pc:picChg chg="del">
          <ac:chgData name="Cesar Augusto Lopez Gallego" userId="0dfa9112-9251-4882-b472-cf2dfcee09d1" providerId="ADAL" clId="{BCFD196B-FAB1-4A5C-A359-F5F61932B113}" dt="2025-11-11T19:53:14.715" v="667" actId="478"/>
          <ac:picMkLst>
            <pc:docMk/>
            <pc:sldMk cId="0" sldId="303"/>
            <ac:picMk id="190" creationId="{00000000-0000-0000-0000-000000000000}"/>
          </ac:picMkLst>
        </pc:picChg>
        <pc:picChg chg="del">
          <ac:chgData name="Cesar Augusto Lopez Gallego" userId="0dfa9112-9251-4882-b472-cf2dfcee09d1" providerId="ADAL" clId="{BCFD196B-FAB1-4A5C-A359-F5F61932B113}" dt="2025-11-11T19:53:14.715" v="667" actId="478"/>
          <ac:picMkLst>
            <pc:docMk/>
            <pc:sldMk cId="0" sldId="303"/>
            <ac:picMk id="191" creationId="{00000000-0000-0000-0000-000000000000}"/>
          </ac:picMkLst>
        </pc:picChg>
      </pc:sldChg>
      <pc:sldChg chg="modSp del mod">
        <pc:chgData name="Cesar Augusto Lopez Gallego" userId="0dfa9112-9251-4882-b472-cf2dfcee09d1" providerId="ADAL" clId="{BCFD196B-FAB1-4A5C-A359-F5F61932B113}" dt="2025-11-11T19:58:19.096" v="781" actId="47"/>
        <pc:sldMkLst>
          <pc:docMk/>
          <pc:sldMk cId="1899604834" sldId="304"/>
        </pc:sldMkLst>
        <pc:spChg chg="mod">
          <ac:chgData name="Cesar Augusto Lopez Gallego" userId="0dfa9112-9251-4882-b472-cf2dfcee09d1" providerId="ADAL" clId="{BCFD196B-FAB1-4A5C-A359-F5F61932B113}" dt="2025-11-11T19:58:10.337" v="779" actId="27636"/>
          <ac:spMkLst>
            <pc:docMk/>
            <pc:sldMk cId="1899604834" sldId="304"/>
            <ac:spMk id="3" creationId="{EF6F6BF3-5099-419E-9471-64B9A0EFB6D1}"/>
          </ac:spMkLst>
        </pc:spChg>
      </pc:sldChg>
      <pc:sldChg chg="addSp delSp modSp new mod">
        <pc:chgData name="Cesar Augusto Lopez Gallego" userId="0dfa9112-9251-4882-b472-cf2dfcee09d1" providerId="ADAL" clId="{BCFD196B-FAB1-4A5C-A359-F5F61932B113}" dt="2025-11-11T19:59:52.914" v="803" actId="14100"/>
        <pc:sldMkLst>
          <pc:docMk/>
          <pc:sldMk cId="4226139594" sldId="304"/>
        </pc:sldMkLst>
        <pc:spChg chg="del">
          <ac:chgData name="Cesar Augusto Lopez Gallego" userId="0dfa9112-9251-4882-b472-cf2dfcee09d1" providerId="ADAL" clId="{BCFD196B-FAB1-4A5C-A359-F5F61932B113}" dt="2025-11-11T19:58:28.379" v="783" actId="478"/>
          <ac:spMkLst>
            <pc:docMk/>
            <pc:sldMk cId="4226139594" sldId="304"/>
            <ac:spMk id="2" creationId="{ED905FB2-3BE4-4BA6-9F0E-B8F7BD71D7A4}"/>
          </ac:spMkLst>
        </pc:spChg>
        <pc:spChg chg="del">
          <ac:chgData name="Cesar Augusto Lopez Gallego" userId="0dfa9112-9251-4882-b472-cf2dfcee09d1" providerId="ADAL" clId="{BCFD196B-FAB1-4A5C-A359-F5F61932B113}" dt="2025-11-11T19:58:28.379" v="783" actId="478"/>
          <ac:spMkLst>
            <pc:docMk/>
            <pc:sldMk cId="4226139594" sldId="304"/>
            <ac:spMk id="3" creationId="{F4CC1DB9-8E52-460E-854E-F3BF13492A1C}"/>
          </ac:spMkLst>
        </pc:spChg>
        <pc:spChg chg="add mod">
          <ac:chgData name="Cesar Augusto Lopez Gallego" userId="0dfa9112-9251-4882-b472-cf2dfcee09d1" providerId="ADAL" clId="{BCFD196B-FAB1-4A5C-A359-F5F61932B113}" dt="2025-11-11T19:58:40.579" v="787" actId="1076"/>
          <ac:spMkLst>
            <pc:docMk/>
            <pc:sldMk cId="4226139594" sldId="304"/>
            <ac:spMk id="4" creationId="{AA726DE4-15A5-4276-89FF-87D21DBD7AF2}"/>
          </ac:spMkLst>
        </pc:spChg>
        <pc:spChg chg="add mod">
          <ac:chgData name="Cesar Augusto Lopez Gallego" userId="0dfa9112-9251-4882-b472-cf2dfcee09d1" providerId="ADAL" clId="{BCFD196B-FAB1-4A5C-A359-F5F61932B113}" dt="2025-11-11T19:59:12.091" v="797" actId="1076"/>
          <ac:spMkLst>
            <pc:docMk/>
            <pc:sldMk cId="4226139594" sldId="304"/>
            <ac:spMk id="5" creationId="{6AA74E08-6E79-4A10-B612-F7711048CC73}"/>
          </ac:spMkLst>
        </pc:spChg>
        <pc:picChg chg="add mod">
          <ac:chgData name="Cesar Augusto Lopez Gallego" userId="0dfa9112-9251-4882-b472-cf2dfcee09d1" providerId="ADAL" clId="{BCFD196B-FAB1-4A5C-A359-F5F61932B113}" dt="2025-11-11T19:59:52.914" v="803" actId="14100"/>
          <ac:picMkLst>
            <pc:docMk/>
            <pc:sldMk cId="4226139594" sldId="304"/>
            <ac:picMk id="7" creationId="{8E79BCBB-63F0-4671-B373-76489CD7D1D0}"/>
          </ac:picMkLst>
        </pc:picChg>
      </pc:sldChg>
      <pc:sldChg chg="addSp delSp modSp new mod">
        <pc:chgData name="Cesar Augusto Lopez Gallego" userId="0dfa9112-9251-4882-b472-cf2dfcee09d1" providerId="ADAL" clId="{BCFD196B-FAB1-4A5C-A359-F5F61932B113}" dt="2025-11-11T20:01:25.690" v="809" actId="1076"/>
        <pc:sldMkLst>
          <pc:docMk/>
          <pc:sldMk cId="1029641570" sldId="305"/>
        </pc:sldMkLst>
        <pc:spChg chg="del">
          <ac:chgData name="Cesar Augusto Lopez Gallego" userId="0dfa9112-9251-4882-b472-cf2dfcee09d1" providerId="ADAL" clId="{BCFD196B-FAB1-4A5C-A359-F5F61932B113}" dt="2025-11-11T20:01:20.243" v="805" actId="478"/>
          <ac:spMkLst>
            <pc:docMk/>
            <pc:sldMk cId="1029641570" sldId="305"/>
            <ac:spMk id="2" creationId="{9B384E05-EB61-480D-ABAE-413453C14BC1}"/>
          </ac:spMkLst>
        </pc:spChg>
        <pc:spChg chg="add mod">
          <ac:chgData name="Cesar Augusto Lopez Gallego" userId="0dfa9112-9251-4882-b472-cf2dfcee09d1" providerId="ADAL" clId="{BCFD196B-FAB1-4A5C-A359-F5F61932B113}" dt="2025-11-11T20:01:25.690" v="809" actId="1076"/>
          <ac:spMkLst>
            <pc:docMk/>
            <pc:sldMk cId="1029641570" sldId="305"/>
            <ac:spMk id="3" creationId="{3E667070-07A6-4367-8D61-CFB431816B7D}"/>
          </ac:spMkLst>
        </pc:spChg>
        <pc:spChg chg="add mod">
          <ac:chgData name="Cesar Augusto Lopez Gallego" userId="0dfa9112-9251-4882-b472-cf2dfcee09d1" providerId="ADAL" clId="{BCFD196B-FAB1-4A5C-A359-F5F61932B113}" dt="2025-11-11T20:01:23.385" v="808" actId="1076"/>
          <ac:spMkLst>
            <pc:docMk/>
            <pc:sldMk cId="1029641570" sldId="305"/>
            <ac:spMk id="4" creationId="{25FB2225-E39A-400F-BCDD-AABDDE1D9A9F}"/>
          </ac:spMkLst>
        </pc:spChg>
      </pc:sldChg>
      <pc:sldChg chg="new del">
        <pc:chgData name="Cesar Augusto Lopez Gallego" userId="0dfa9112-9251-4882-b472-cf2dfcee09d1" providerId="ADAL" clId="{BCFD196B-FAB1-4A5C-A359-F5F61932B113}" dt="2025-11-11T19:58:19.096" v="781" actId="47"/>
        <pc:sldMkLst>
          <pc:docMk/>
          <pc:sldMk cId="2924854374" sldId="305"/>
        </pc:sldMkLst>
      </pc:sldChg>
      <pc:sldChg chg="add">
        <pc:chgData name="Cesar Augusto Lopez Gallego" userId="0dfa9112-9251-4882-b472-cf2dfcee09d1" providerId="ADAL" clId="{BCFD196B-FAB1-4A5C-A359-F5F61932B113}" dt="2025-11-11T20:03:21.557" v="810"/>
        <pc:sldMkLst>
          <pc:docMk/>
          <pc:sldMk cId="0" sldId="306"/>
        </pc:sldMkLst>
      </pc:sldChg>
      <pc:sldChg chg="addSp delSp modSp new mod">
        <pc:chgData name="Cesar Augusto Lopez Gallego" userId="0dfa9112-9251-4882-b472-cf2dfcee09d1" providerId="ADAL" clId="{BCFD196B-FAB1-4A5C-A359-F5F61932B113}" dt="2025-11-11T20:18:23.561" v="1332" actId="1076"/>
        <pc:sldMkLst>
          <pc:docMk/>
          <pc:sldMk cId="1809115669" sldId="307"/>
        </pc:sldMkLst>
        <pc:spChg chg="mod">
          <ac:chgData name="Cesar Augusto Lopez Gallego" userId="0dfa9112-9251-4882-b472-cf2dfcee09d1" providerId="ADAL" clId="{BCFD196B-FAB1-4A5C-A359-F5F61932B113}" dt="2025-11-11T20:04:48.827" v="865" actId="20577"/>
          <ac:spMkLst>
            <pc:docMk/>
            <pc:sldMk cId="1809115669" sldId="307"/>
            <ac:spMk id="2" creationId="{3A728014-EA0F-417B-87F6-4BB47FBDE084}"/>
          </ac:spMkLst>
        </pc:spChg>
        <pc:spChg chg="add mod">
          <ac:chgData name="Cesar Augusto Lopez Gallego" userId="0dfa9112-9251-4882-b472-cf2dfcee09d1" providerId="ADAL" clId="{BCFD196B-FAB1-4A5C-A359-F5F61932B113}" dt="2025-11-11T20:10:32.886" v="1047" actId="1076"/>
          <ac:spMkLst>
            <pc:docMk/>
            <pc:sldMk cId="1809115669" sldId="307"/>
            <ac:spMk id="3" creationId="{C2DF2C9C-FE19-4727-BAF0-6A77B6EFA85E}"/>
          </ac:spMkLst>
        </pc:spChg>
        <pc:spChg chg="add mod">
          <ac:chgData name="Cesar Augusto Lopez Gallego" userId="0dfa9112-9251-4882-b472-cf2dfcee09d1" providerId="ADAL" clId="{BCFD196B-FAB1-4A5C-A359-F5F61932B113}" dt="2025-11-11T20:10:32.886" v="1047" actId="1076"/>
          <ac:spMkLst>
            <pc:docMk/>
            <pc:sldMk cId="1809115669" sldId="307"/>
            <ac:spMk id="4" creationId="{4568F8EE-8869-4BFA-BBD5-4D55EE075004}"/>
          </ac:spMkLst>
        </pc:spChg>
        <pc:spChg chg="add mod">
          <ac:chgData name="Cesar Augusto Lopez Gallego" userId="0dfa9112-9251-4882-b472-cf2dfcee09d1" providerId="ADAL" clId="{BCFD196B-FAB1-4A5C-A359-F5F61932B113}" dt="2025-11-11T20:10:32.886" v="1047" actId="1076"/>
          <ac:spMkLst>
            <pc:docMk/>
            <pc:sldMk cId="1809115669" sldId="307"/>
            <ac:spMk id="5" creationId="{84CFC34E-20FA-4D1A-9269-DF42A6CCCB3D}"/>
          </ac:spMkLst>
        </pc:spChg>
        <pc:spChg chg="add mod">
          <ac:chgData name="Cesar Augusto Lopez Gallego" userId="0dfa9112-9251-4882-b472-cf2dfcee09d1" providerId="ADAL" clId="{BCFD196B-FAB1-4A5C-A359-F5F61932B113}" dt="2025-11-11T20:10:32.886" v="1047" actId="1076"/>
          <ac:spMkLst>
            <pc:docMk/>
            <pc:sldMk cId="1809115669" sldId="307"/>
            <ac:spMk id="6" creationId="{9038027A-9C22-448A-8C17-74038AED5120}"/>
          </ac:spMkLst>
        </pc:spChg>
        <pc:spChg chg="add mod">
          <ac:chgData name="Cesar Augusto Lopez Gallego" userId="0dfa9112-9251-4882-b472-cf2dfcee09d1" providerId="ADAL" clId="{BCFD196B-FAB1-4A5C-A359-F5F61932B113}" dt="2025-11-11T20:12:44.025" v="1134" actId="1076"/>
          <ac:spMkLst>
            <pc:docMk/>
            <pc:sldMk cId="1809115669" sldId="307"/>
            <ac:spMk id="7" creationId="{D70AA429-6EA9-4114-A303-27AD6E94FAE5}"/>
          </ac:spMkLst>
        </pc:spChg>
        <pc:spChg chg="add mod">
          <ac:chgData name="Cesar Augusto Lopez Gallego" userId="0dfa9112-9251-4882-b472-cf2dfcee09d1" providerId="ADAL" clId="{BCFD196B-FAB1-4A5C-A359-F5F61932B113}" dt="2025-11-11T20:12:44.025" v="1134" actId="1076"/>
          <ac:spMkLst>
            <pc:docMk/>
            <pc:sldMk cId="1809115669" sldId="307"/>
            <ac:spMk id="8" creationId="{72DEA5C8-B2B5-44F4-B3D5-DAADB69794E9}"/>
          </ac:spMkLst>
        </pc:spChg>
        <pc:spChg chg="add mod">
          <ac:chgData name="Cesar Augusto Lopez Gallego" userId="0dfa9112-9251-4882-b472-cf2dfcee09d1" providerId="ADAL" clId="{BCFD196B-FAB1-4A5C-A359-F5F61932B113}" dt="2025-11-11T20:12:44.025" v="1134" actId="1076"/>
          <ac:spMkLst>
            <pc:docMk/>
            <pc:sldMk cId="1809115669" sldId="307"/>
            <ac:spMk id="9" creationId="{F008C45E-7FB1-4B64-B030-A25BECA62640}"/>
          </ac:spMkLst>
        </pc:spChg>
        <pc:spChg chg="add mod">
          <ac:chgData name="Cesar Augusto Lopez Gallego" userId="0dfa9112-9251-4882-b472-cf2dfcee09d1" providerId="ADAL" clId="{BCFD196B-FAB1-4A5C-A359-F5F61932B113}" dt="2025-11-11T20:18:19.450" v="1331" actId="1076"/>
          <ac:spMkLst>
            <pc:docMk/>
            <pc:sldMk cId="1809115669" sldId="307"/>
            <ac:spMk id="10" creationId="{5CA0E6D6-C761-4AB2-99DF-AAD17939974B}"/>
          </ac:spMkLst>
        </pc:spChg>
        <pc:spChg chg="add mod">
          <ac:chgData name="Cesar Augusto Lopez Gallego" userId="0dfa9112-9251-4882-b472-cf2dfcee09d1" providerId="ADAL" clId="{BCFD196B-FAB1-4A5C-A359-F5F61932B113}" dt="2025-11-11T20:18:19.450" v="1331" actId="1076"/>
          <ac:spMkLst>
            <pc:docMk/>
            <pc:sldMk cId="1809115669" sldId="307"/>
            <ac:spMk id="11" creationId="{34B61DF2-6C75-42CD-8AB5-C38892D4A410}"/>
          </ac:spMkLst>
        </pc:spChg>
        <pc:spChg chg="add del mod">
          <ac:chgData name="Cesar Augusto Lopez Gallego" userId="0dfa9112-9251-4882-b472-cf2dfcee09d1" providerId="ADAL" clId="{BCFD196B-FAB1-4A5C-A359-F5F61932B113}" dt="2025-11-11T20:12:43.574" v="1133"/>
          <ac:spMkLst>
            <pc:docMk/>
            <pc:sldMk cId="1809115669" sldId="307"/>
            <ac:spMk id="12" creationId="{DD2C9AA1-FB4F-48B1-8F30-72EE5D5AB57F}"/>
          </ac:spMkLst>
        </pc:spChg>
        <pc:spChg chg="add mod">
          <ac:chgData name="Cesar Augusto Lopez Gallego" userId="0dfa9112-9251-4882-b472-cf2dfcee09d1" providerId="ADAL" clId="{BCFD196B-FAB1-4A5C-A359-F5F61932B113}" dt="2025-11-11T20:18:19.450" v="1331" actId="1076"/>
          <ac:spMkLst>
            <pc:docMk/>
            <pc:sldMk cId="1809115669" sldId="307"/>
            <ac:spMk id="13" creationId="{9BD38468-2F72-4E48-A1BB-1D913F90D0B5}"/>
          </ac:spMkLst>
        </pc:spChg>
        <pc:spChg chg="add mod">
          <ac:chgData name="Cesar Augusto Lopez Gallego" userId="0dfa9112-9251-4882-b472-cf2dfcee09d1" providerId="ADAL" clId="{BCFD196B-FAB1-4A5C-A359-F5F61932B113}" dt="2025-11-11T20:18:19.450" v="1331" actId="1076"/>
          <ac:spMkLst>
            <pc:docMk/>
            <pc:sldMk cId="1809115669" sldId="307"/>
            <ac:spMk id="14" creationId="{6B914CC2-52EC-41AF-AFB2-8DCB94947DD3}"/>
          </ac:spMkLst>
        </pc:spChg>
        <pc:spChg chg="add mod">
          <ac:chgData name="Cesar Augusto Lopez Gallego" userId="0dfa9112-9251-4882-b472-cf2dfcee09d1" providerId="ADAL" clId="{BCFD196B-FAB1-4A5C-A359-F5F61932B113}" dt="2025-11-11T20:18:19.450" v="1331" actId="1076"/>
          <ac:spMkLst>
            <pc:docMk/>
            <pc:sldMk cId="1809115669" sldId="307"/>
            <ac:spMk id="15" creationId="{8DB13170-CE03-4E10-A139-82C9BDEFF8C6}"/>
          </ac:spMkLst>
        </pc:spChg>
        <pc:spChg chg="add del mod">
          <ac:chgData name="Cesar Augusto Lopez Gallego" userId="0dfa9112-9251-4882-b472-cf2dfcee09d1" providerId="ADAL" clId="{BCFD196B-FAB1-4A5C-A359-F5F61932B113}" dt="2025-11-11T20:14:09.210" v="1254" actId="478"/>
          <ac:spMkLst>
            <pc:docMk/>
            <pc:sldMk cId="1809115669" sldId="307"/>
            <ac:spMk id="16" creationId="{62B3E6FD-6A51-4C6B-9E72-FEE8FB190904}"/>
          </ac:spMkLst>
        </pc:spChg>
        <pc:spChg chg="add del mod">
          <ac:chgData name="Cesar Augusto Lopez Gallego" userId="0dfa9112-9251-4882-b472-cf2dfcee09d1" providerId="ADAL" clId="{BCFD196B-FAB1-4A5C-A359-F5F61932B113}" dt="2025-11-11T20:16:03.198" v="1278" actId="478"/>
          <ac:spMkLst>
            <pc:docMk/>
            <pc:sldMk cId="1809115669" sldId="307"/>
            <ac:spMk id="17" creationId="{D11B2686-DB42-474A-A996-4E4ED05C8B94}"/>
          </ac:spMkLst>
        </pc:spChg>
        <pc:spChg chg="add mod">
          <ac:chgData name="Cesar Augusto Lopez Gallego" userId="0dfa9112-9251-4882-b472-cf2dfcee09d1" providerId="ADAL" clId="{BCFD196B-FAB1-4A5C-A359-F5F61932B113}" dt="2025-11-11T20:18:19.450" v="1331" actId="1076"/>
          <ac:spMkLst>
            <pc:docMk/>
            <pc:sldMk cId="1809115669" sldId="307"/>
            <ac:spMk id="18" creationId="{597370FC-D433-4857-881D-733AF1B810F0}"/>
          </ac:spMkLst>
        </pc:spChg>
        <pc:spChg chg="add mod">
          <ac:chgData name="Cesar Augusto Lopez Gallego" userId="0dfa9112-9251-4882-b472-cf2dfcee09d1" providerId="ADAL" clId="{BCFD196B-FAB1-4A5C-A359-F5F61932B113}" dt="2025-11-11T20:18:23.561" v="1332" actId="1076"/>
          <ac:spMkLst>
            <pc:docMk/>
            <pc:sldMk cId="1809115669" sldId="307"/>
            <ac:spMk id="19" creationId="{2C8891B1-8BEE-4A85-A073-DEBD0A8A71C0}"/>
          </ac:spMkLst>
        </pc:spChg>
      </pc:sldChg>
      <pc:sldChg chg="addSp delSp modSp new mod">
        <pc:chgData name="Cesar Augusto Lopez Gallego" userId="0dfa9112-9251-4882-b472-cf2dfcee09d1" providerId="ADAL" clId="{BCFD196B-FAB1-4A5C-A359-F5F61932B113}" dt="2025-11-11T20:23:44.828" v="1434" actId="14100"/>
        <pc:sldMkLst>
          <pc:docMk/>
          <pc:sldMk cId="717411331" sldId="308"/>
        </pc:sldMkLst>
        <pc:spChg chg="mod">
          <ac:chgData name="Cesar Augusto Lopez Gallego" userId="0dfa9112-9251-4882-b472-cf2dfcee09d1" providerId="ADAL" clId="{BCFD196B-FAB1-4A5C-A359-F5F61932B113}" dt="2025-11-11T20:18:47.171" v="1376" actId="20577"/>
          <ac:spMkLst>
            <pc:docMk/>
            <pc:sldMk cId="717411331" sldId="308"/>
            <ac:spMk id="2" creationId="{A5D0AA5D-7B1B-4565-89F6-3FF8ABB7FA79}"/>
          </ac:spMkLst>
        </pc:spChg>
        <pc:spChg chg="add del mod">
          <ac:chgData name="Cesar Augusto Lopez Gallego" userId="0dfa9112-9251-4882-b472-cf2dfcee09d1" providerId="ADAL" clId="{BCFD196B-FAB1-4A5C-A359-F5F61932B113}" dt="2025-11-11T20:21:49.041" v="1418" actId="21"/>
          <ac:spMkLst>
            <pc:docMk/>
            <pc:sldMk cId="717411331" sldId="308"/>
            <ac:spMk id="3" creationId="{D6F45A9C-0AB9-4915-BE1F-83A32FEA068A}"/>
          </ac:spMkLst>
        </pc:spChg>
        <pc:spChg chg="add mod">
          <ac:chgData name="Cesar Augusto Lopez Gallego" userId="0dfa9112-9251-4882-b472-cf2dfcee09d1" providerId="ADAL" clId="{BCFD196B-FAB1-4A5C-A359-F5F61932B113}" dt="2025-11-11T20:21:50.448" v="1419"/>
          <ac:spMkLst>
            <pc:docMk/>
            <pc:sldMk cId="717411331" sldId="308"/>
            <ac:spMk id="8" creationId="{E28C1A45-0A96-432A-A823-C98BBFA664D5}"/>
          </ac:spMkLst>
        </pc:spChg>
        <pc:spChg chg="add mod">
          <ac:chgData name="Cesar Augusto Lopez Gallego" userId="0dfa9112-9251-4882-b472-cf2dfcee09d1" providerId="ADAL" clId="{BCFD196B-FAB1-4A5C-A359-F5F61932B113}" dt="2025-11-11T20:22:33.481" v="1427" actId="207"/>
          <ac:spMkLst>
            <pc:docMk/>
            <pc:sldMk cId="717411331" sldId="308"/>
            <ac:spMk id="9" creationId="{AE2811DB-85AF-433D-9975-3E2C2D339BFA}"/>
          </ac:spMkLst>
        </pc:spChg>
        <pc:graphicFrameChg chg="add del mod">
          <ac:chgData name="Cesar Augusto Lopez Gallego" userId="0dfa9112-9251-4882-b472-cf2dfcee09d1" providerId="ADAL" clId="{BCFD196B-FAB1-4A5C-A359-F5F61932B113}" dt="2025-11-11T20:23:14.903" v="1429"/>
          <ac:graphicFrameMkLst>
            <pc:docMk/>
            <pc:sldMk cId="717411331" sldId="308"/>
            <ac:graphicFrameMk id="4" creationId="{84B5DDB8-1112-4214-8740-1B05FC0CA541}"/>
          </ac:graphicFrameMkLst>
        </pc:graphicFrameChg>
        <pc:graphicFrameChg chg="add del mod">
          <ac:chgData name="Cesar Augusto Lopez Gallego" userId="0dfa9112-9251-4882-b472-cf2dfcee09d1" providerId="ADAL" clId="{BCFD196B-FAB1-4A5C-A359-F5F61932B113}" dt="2025-11-11T20:23:14.903" v="1429"/>
          <ac:graphicFrameMkLst>
            <pc:docMk/>
            <pc:sldMk cId="717411331" sldId="308"/>
            <ac:graphicFrameMk id="5" creationId="{C1AF0687-5451-48A2-8D9A-A1326A286D77}"/>
          </ac:graphicFrameMkLst>
        </pc:graphicFrameChg>
        <pc:graphicFrameChg chg="add del mod">
          <ac:chgData name="Cesar Augusto Lopez Gallego" userId="0dfa9112-9251-4882-b472-cf2dfcee09d1" providerId="ADAL" clId="{BCFD196B-FAB1-4A5C-A359-F5F61932B113}" dt="2025-11-11T20:23:14.903" v="1429"/>
          <ac:graphicFrameMkLst>
            <pc:docMk/>
            <pc:sldMk cId="717411331" sldId="308"/>
            <ac:graphicFrameMk id="6" creationId="{18BC07BE-5D61-4411-B901-E6470056D2DD}"/>
          </ac:graphicFrameMkLst>
        </pc:graphicFrameChg>
        <pc:graphicFrameChg chg="add del mod">
          <ac:chgData name="Cesar Augusto Lopez Gallego" userId="0dfa9112-9251-4882-b472-cf2dfcee09d1" providerId="ADAL" clId="{BCFD196B-FAB1-4A5C-A359-F5F61932B113}" dt="2025-11-11T20:23:14.903" v="1429"/>
          <ac:graphicFrameMkLst>
            <pc:docMk/>
            <pc:sldMk cId="717411331" sldId="308"/>
            <ac:graphicFrameMk id="7" creationId="{7B17BD44-B850-4028-B467-8B4C07DEBFE3}"/>
          </ac:graphicFrameMkLst>
        </pc:graphicFrameChg>
        <pc:graphicFrameChg chg="add del mod">
          <ac:chgData name="Cesar Augusto Lopez Gallego" userId="0dfa9112-9251-4882-b472-cf2dfcee09d1" providerId="ADAL" clId="{BCFD196B-FAB1-4A5C-A359-F5F61932B113}" dt="2025-11-11T20:23:14.903" v="1429"/>
          <ac:graphicFrameMkLst>
            <pc:docMk/>
            <pc:sldMk cId="717411331" sldId="308"/>
            <ac:graphicFrameMk id="10" creationId="{2DCA0627-976D-4698-8A0B-568BF6BF6887}"/>
          </ac:graphicFrameMkLst>
        </pc:graphicFrameChg>
        <pc:graphicFrameChg chg="add del mod">
          <ac:chgData name="Cesar Augusto Lopez Gallego" userId="0dfa9112-9251-4882-b472-cf2dfcee09d1" providerId="ADAL" clId="{BCFD196B-FAB1-4A5C-A359-F5F61932B113}" dt="2025-11-11T20:23:14.903" v="1429"/>
          <ac:graphicFrameMkLst>
            <pc:docMk/>
            <pc:sldMk cId="717411331" sldId="308"/>
            <ac:graphicFrameMk id="11" creationId="{95CFDB70-DE2C-473A-AF52-30DD69A7AB59}"/>
          </ac:graphicFrameMkLst>
        </pc:graphicFrameChg>
        <pc:graphicFrameChg chg="add del mod">
          <ac:chgData name="Cesar Augusto Lopez Gallego" userId="0dfa9112-9251-4882-b472-cf2dfcee09d1" providerId="ADAL" clId="{BCFD196B-FAB1-4A5C-A359-F5F61932B113}" dt="2025-11-11T20:23:14.903" v="1429"/>
          <ac:graphicFrameMkLst>
            <pc:docMk/>
            <pc:sldMk cId="717411331" sldId="308"/>
            <ac:graphicFrameMk id="12" creationId="{BDBAECF4-14FB-41FC-9D72-C2CBED8174E1}"/>
          </ac:graphicFrameMkLst>
        </pc:graphicFrameChg>
        <pc:graphicFrameChg chg="add del mod">
          <ac:chgData name="Cesar Augusto Lopez Gallego" userId="0dfa9112-9251-4882-b472-cf2dfcee09d1" providerId="ADAL" clId="{BCFD196B-FAB1-4A5C-A359-F5F61932B113}" dt="2025-11-11T20:23:14.903" v="1429"/>
          <ac:graphicFrameMkLst>
            <pc:docMk/>
            <pc:sldMk cId="717411331" sldId="308"/>
            <ac:graphicFrameMk id="13" creationId="{04997B1C-71D5-43CA-8311-75465543A1B5}"/>
          </ac:graphicFrameMkLst>
        </pc:graphicFrameChg>
        <pc:graphicFrameChg chg="add del mod">
          <ac:chgData name="Cesar Augusto Lopez Gallego" userId="0dfa9112-9251-4882-b472-cf2dfcee09d1" providerId="ADAL" clId="{BCFD196B-FAB1-4A5C-A359-F5F61932B113}" dt="2025-11-11T20:23:14.903" v="1429"/>
          <ac:graphicFrameMkLst>
            <pc:docMk/>
            <pc:sldMk cId="717411331" sldId="308"/>
            <ac:graphicFrameMk id="14" creationId="{E1A3BC7C-EA3A-4839-B254-9D1B5C1D3290}"/>
          </ac:graphicFrameMkLst>
        </pc:graphicFrameChg>
        <pc:graphicFrameChg chg="add del mod">
          <ac:chgData name="Cesar Augusto Lopez Gallego" userId="0dfa9112-9251-4882-b472-cf2dfcee09d1" providerId="ADAL" clId="{BCFD196B-FAB1-4A5C-A359-F5F61932B113}" dt="2025-11-11T20:23:14.903" v="1429"/>
          <ac:graphicFrameMkLst>
            <pc:docMk/>
            <pc:sldMk cId="717411331" sldId="308"/>
            <ac:graphicFrameMk id="15" creationId="{98E9BD3A-D900-4AEC-A6D0-F9EA0D196135}"/>
          </ac:graphicFrameMkLst>
        </pc:graphicFrameChg>
        <pc:graphicFrameChg chg="add del mod">
          <ac:chgData name="Cesar Augusto Lopez Gallego" userId="0dfa9112-9251-4882-b472-cf2dfcee09d1" providerId="ADAL" clId="{BCFD196B-FAB1-4A5C-A359-F5F61932B113}" dt="2025-11-11T20:23:14.903" v="1429"/>
          <ac:graphicFrameMkLst>
            <pc:docMk/>
            <pc:sldMk cId="717411331" sldId="308"/>
            <ac:graphicFrameMk id="16" creationId="{2EDB2296-39C6-498B-88DC-A909375FD94B}"/>
          </ac:graphicFrameMkLst>
        </pc:graphicFrameChg>
        <pc:graphicFrameChg chg="add del mod">
          <ac:chgData name="Cesar Augusto Lopez Gallego" userId="0dfa9112-9251-4882-b472-cf2dfcee09d1" providerId="ADAL" clId="{BCFD196B-FAB1-4A5C-A359-F5F61932B113}" dt="2025-11-11T20:23:14.903" v="1429"/>
          <ac:graphicFrameMkLst>
            <pc:docMk/>
            <pc:sldMk cId="717411331" sldId="308"/>
            <ac:graphicFrameMk id="17" creationId="{4B7C6595-C87A-49CE-B2AD-5FB6D77ED0DD}"/>
          </ac:graphicFrameMkLst>
        </pc:graphicFrameChg>
        <pc:graphicFrameChg chg="add del mod">
          <ac:chgData name="Cesar Augusto Lopez Gallego" userId="0dfa9112-9251-4882-b472-cf2dfcee09d1" providerId="ADAL" clId="{BCFD196B-FAB1-4A5C-A359-F5F61932B113}" dt="2025-11-11T20:23:14.903" v="1429"/>
          <ac:graphicFrameMkLst>
            <pc:docMk/>
            <pc:sldMk cId="717411331" sldId="308"/>
            <ac:graphicFrameMk id="18" creationId="{9F5BC941-B041-435D-928B-AE99F3762A58}"/>
          </ac:graphicFrameMkLst>
        </pc:graphicFrameChg>
        <pc:graphicFrameChg chg="add del mod">
          <ac:chgData name="Cesar Augusto Lopez Gallego" userId="0dfa9112-9251-4882-b472-cf2dfcee09d1" providerId="ADAL" clId="{BCFD196B-FAB1-4A5C-A359-F5F61932B113}" dt="2025-11-11T20:23:14.903" v="1429"/>
          <ac:graphicFrameMkLst>
            <pc:docMk/>
            <pc:sldMk cId="717411331" sldId="308"/>
            <ac:graphicFrameMk id="19" creationId="{3FDA3330-A387-42BE-89B9-740A6C70A0DE}"/>
          </ac:graphicFrameMkLst>
        </pc:graphicFrameChg>
        <pc:graphicFrameChg chg="add del mod">
          <ac:chgData name="Cesar Augusto Lopez Gallego" userId="0dfa9112-9251-4882-b472-cf2dfcee09d1" providerId="ADAL" clId="{BCFD196B-FAB1-4A5C-A359-F5F61932B113}" dt="2025-11-11T20:23:14.903" v="1429"/>
          <ac:graphicFrameMkLst>
            <pc:docMk/>
            <pc:sldMk cId="717411331" sldId="308"/>
            <ac:graphicFrameMk id="20" creationId="{9647CBFA-DAE1-4687-81DB-7F902FE7C808}"/>
          </ac:graphicFrameMkLst>
        </pc:graphicFrameChg>
        <pc:graphicFrameChg chg="add del mod">
          <ac:chgData name="Cesar Augusto Lopez Gallego" userId="0dfa9112-9251-4882-b472-cf2dfcee09d1" providerId="ADAL" clId="{BCFD196B-FAB1-4A5C-A359-F5F61932B113}" dt="2025-11-11T20:23:14.903" v="1429"/>
          <ac:graphicFrameMkLst>
            <pc:docMk/>
            <pc:sldMk cId="717411331" sldId="308"/>
            <ac:graphicFrameMk id="21" creationId="{86F6D998-4267-4F8D-A733-2F9846386341}"/>
          </ac:graphicFrameMkLst>
        </pc:graphicFrameChg>
        <pc:graphicFrameChg chg="add del mod">
          <ac:chgData name="Cesar Augusto Lopez Gallego" userId="0dfa9112-9251-4882-b472-cf2dfcee09d1" providerId="ADAL" clId="{BCFD196B-FAB1-4A5C-A359-F5F61932B113}" dt="2025-11-11T20:23:14.903" v="1429"/>
          <ac:graphicFrameMkLst>
            <pc:docMk/>
            <pc:sldMk cId="717411331" sldId="308"/>
            <ac:graphicFrameMk id="22" creationId="{4D2F8B9C-FD37-4121-9C17-B0752E8316CF}"/>
          </ac:graphicFrameMkLst>
        </pc:graphicFrameChg>
        <pc:graphicFrameChg chg="add mod modGraphic">
          <ac:chgData name="Cesar Augusto Lopez Gallego" userId="0dfa9112-9251-4882-b472-cf2dfcee09d1" providerId="ADAL" clId="{BCFD196B-FAB1-4A5C-A359-F5F61932B113}" dt="2025-11-11T20:23:44.828" v="1434" actId="14100"/>
          <ac:graphicFrameMkLst>
            <pc:docMk/>
            <pc:sldMk cId="717411331" sldId="308"/>
            <ac:graphicFrameMk id="23" creationId="{06424CC7-3A62-4BA2-89A3-FC920D904FF6}"/>
          </ac:graphicFrameMkLst>
        </pc:graphicFrameChg>
        <pc:picChg chg="add del">
          <ac:chgData name="Cesar Augusto Lopez Gallego" userId="0dfa9112-9251-4882-b472-cf2dfcee09d1" providerId="ADAL" clId="{BCFD196B-FAB1-4A5C-A359-F5F61932B113}" dt="2025-11-11T20:19:54.730" v="1378" actId="478"/>
          <ac:picMkLst>
            <pc:docMk/>
            <pc:sldMk cId="717411331" sldId="308"/>
            <ac:picMk id="1026" creationId="{95B5FD44-4893-48A6-9260-9B367D71EE93}"/>
          </ac:picMkLst>
        </pc:picChg>
        <pc:picChg chg="add del mod">
          <ac:chgData name="Cesar Augusto Lopez Gallego" userId="0dfa9112-9251-4882-b472-cf2dfcee09d1" providerId="ADAL" clId="{BCFD196B-FAB1-4A5C-A359-F5F61932B113}" dt="2025-11-11T20:20:24.883" v="1384" actId="478"/>
          <ac:picMkLst>
            <pc:docMk/>
            <pc:sldMk cId="717411331" sldId="308"/>
            <ac:picMk id="1028" creationId="{64847E62-5EDD-4ED0-B8F5-F72ED5F7D070}"/>
          </ac:picMkLst>
        </pc:picChg>
        <pc:picChg chg="add mod">
          <ac:chgData name="Cesar Augusto Lopez Gallego" userId="0dfa9112-9251-4882-b472-cf2dfcee09d1" providerId="ADAL" clId="{BCFD196B-FAB1-4A5C-A359-F5F61932B113}" dt="2025-11-11T20:20:48.510" v="1388" actId="1076"/>
          <ac:picMkLst>
            <pc:docMk/>
            <pc:sldMk cId="717411331" sldId="308"/>
            <ac:picMk id="1030" creationId="{8C9E8089-3C86-4489-9EC0-4F6E8366025A}"/>
          </ac:picMkLst>
        </pc:picChg>
        <pc:picChg chg="add del">
          <ac:chgData name="Cesar Augusto Lopez Gallego" userId="0dfa9112-9251-4882-b472-cf2dfcee09d1" providerId="ADAL" clId="{BCFD196B-FAB1-4A5C-A359-F5F61932B113}" dt="2025-11-11T20:21:45.782" v="1417"/>
          <ac:picMkLst>
            <pc:docMk/>
            <pc:sldMk cId="717411331" sldId="308"/>
            <ac:picMk id="1032" creationId="{FC58D595-2D8B-4A25-B593-ED3104481390}"/>
          </ac:picMkLst>
        </pc:picChg>
      </pc:sldChg>
      <pc:sldChg chg="addSp delSp modSp new mod">
        <pc:chgData name="Cesar Augusto Lopez Gallego" userId="0dfa9112-9251-4882-b472-cf2dfcee09d1" providerId="ADAL" clId="{BCFD196B-FAB1-4A5C-A359-F5F61932B113}" dt="2025-11-11T21:08:02.146" v="1487" actId="20577"/>
        <pc:sldMkLst>
          <pc:docMk/>
          <pc:sldMk cId="4098820137" sldId="309"/>
        </pc:sldMkLst>
        <pc:spChg chg="mod">
          <ac:chgData name="Cesar Augusto Lopez Gallego" userId="0dfa9112-9251-4882-b472-cf2dfcee09d1" providerId="ADAL" clId="{BCFD196B-FAB1-4A5C-A359-F5F61932B113}" dt="2025-11-11T21:08:02.146" v="1487" actId="20577"/>
          <ac:spMkLst>
            <pc:docMk/>
            <pc:sldMk cId="4098820137" sldId="309"/>
            <ac:spMk id="2" creationId="{A5D2B439-87E4-4621-83E6-1FA9D0351F2E}"/>
          </ac:spMkLst>
        </pc:spChg>
        <pc:picChg chg="add del mod">
          <ac:chgData name="Cesar Augusto Lopez Gallego" userId="0dfa9112-9251-4882-b472-cf2dfcee09d1" providerId="ADAL" clId="{BCFD196B-FAB1-4A5C-A359-F5F61932B113}" dt="2025-11-11T21:06:43.088" v="1440" actId="478"/>
          <ac:picMkLst>
            <pc:docMk/>
            <pc:sldMk cId="4098820137" sldId="309"/>
            <ac:picMk id="4" creationId="{19B6312C-5713-46E7-A272-D9ACBCD23866}"/>
          </ac:picMkLst>
        </pc:picChg>
        <pc:picChg chg="add mod">
          <ac:chgData name="Cesar Augusto Lopez Gallego" userId="0dfa9112-9251-4882-b472-cf2dfcee09d1" providerId="ADAL" clId="{BCFD196B-FAB1-4A5C-A359-F5F61932B113}" dt="2025-11-11T21:06:46.244" v="1442" actId="1076"/>
          <ac:picMkLst>
            <pc:docMk/>
            <pc:sldMk cId="4098820137" sldId="309"/>
            <ac:picMk id="6" creationId="{7B39D351-80A3-4967-AE72-27A8C3767D6F}"/>
          </ac:picMkLst>
        </pc:picChg>
        <pc:picChg chg="add mod">
          <ac:chgData name="Cesar Augusto Lopez Gallego" userId="0dfa9112-9251-4882-b472-cf2dfcee09d1" providerId="ADAL" clId="{BCFD196B-FAB1-4A5C-A359-F5F61932B113}" dt="2025-11-11T21:07:49.464" v="1450" actId="1076"/>
          <ac:picMkLst>
            <pc:docMk/>
            <pc:sldMk cId="4098820137" sldId="309"/>
            <ac:picMk id="8" creationId="{7E6A7500-9258-41AB-90A7-D951EDA0A228}"/>
          </ac:picMkLst>
        </pc:picChg>
        <pc:picChg chg="add mod">
          <ac:chgData name="Cesar Augusto Lopez Gallego" userId="0dfa9112-9251-4882-b472-cf2dfcee09d1" providerId="ADAL" clId="{BCFD196B-FAB1-4A5C-A359-F5F61932B113}" dt="2025-11-11T21:07:43.891" v="1449" actId="1076"/>
          <ac:picMkLst>
            <pc:docMk/>
            <pc:sldMk cId="4098820137" sldId="309"/>
            <ac:picMk id="10" creationId="{BED50446-4F1D-47BC-9DDC-DAC68D7EE3E1}"/>
          </ac:picMkLst>
        </pc:picChg>
      </pc:sldChg>
      <pc:sldChg chg="addSp delSp modSp new mod">
        <pc:chgData name="Cesar Augusto Lopez Gallego" userId="0dfa9112-9251-4882-b472-cf2dfcee09d1" providerId="ADAL" clId="{BCFD196B-FAB1-4A5C-A359-F5F61932B113}" dt="2025-11-11T21:11:01.089" v="1548" actId="1076"/>
        <pc:sldMkLst>
          <pc:docMk/>
          <pc:sldMk cId="126145715" sldId="310"/>
        </pc:sldMkLst>
        <pc:spChg chg="mod">
          <ac:chgData name="Cesar Augusto Lopez Gallego" userId="0dfa9112-9251-4882-b472-cf2dfcee09d1" providerId="ADAL" clId="{BCFD196B-FAB1-4A5C-A359-F5F61932B113}" dt="2025-11-11T21:10:57.573" v="1547" actId="20577"/>
          <ac:spMkLst>
            <pc:docMk/>
            <pc:sldMk cId="126145715" sldId="310"/>
            <ac:spMk id="2" creationId="{FEF9E916-40EC-48CD-A495-4D4FFEC8623C}"/>
          </ac:spMkLst>
        </pc:spChg>
        <pc:picChg chg="add mod ord">
          <ac:chgData name="Cesar Augusto Lopez Gallego" userId="0dfa9112-9251-4882-b472-cf2dfcee09d1" providerId="ADAL" clId="{BCFD196B-FAB1-4A5C-A359-F5F61932B113}" dt="2025-11-11T21:11:01.089" v="1548" actId="1076"/>
          <ac:picMkLst>
            <pc:docMk/>
            <pc:sldMk cId="126145715" sldId="310"/>
            <ac:picMk id="4" creationId="{5996E770-784A-4265-A993-DDB0BF819510}"/>
          </ac:picMkLst>
        </pc:picChg>
        <pc:picChg chg="add del mod">
          <ac:chgData name="Cesar Augusto Lopez Gallego" userId="0dfa9112-9251-4882-b472-cf2dfcee09d1" providerId="ADAL" clId="{BCFD196B-FAB1-4A5C-A359-F5F61932B113}" dt="2025-11-11T21:10:25.507" v="1522" actId="478"/>
          <ac:picMkLst>
            <pc:docMk/>
            <pc:sldMk cId="126145715" sldId="310"/>
            <ac:picMk id="6" creationId="{50B92309-C09D-4F73-995E-8441C9A498D0}"/>
          </ac:picMkLst>
        </pc:picChg>
      </pc:sldChg>
      <pc:sldChg chg="addSp delSp modSp new mod">
        <pc:chgData name="Cesar Augusto Lopez Gallego" userId="0dfa9112-9251-4882-b472-cf2dfcee09d1" providerId="ADAL" clId="{BCFD196B-FAB1-4A5C-A359-F5F61932B113}" dt="2025-11-11T21:11:57.525" v="1562" actId="1076"/>
        <pc:sldMkLst>
          <pc:docMk/>
          <pc:sldMk cId="1562613131" sldId="311"/>
        </pc:sldMkLst>
        <pc:spChg chg="del">
          <ac:chgData name="Cesar Augusto Lopez Gallego" userId="0dfa9112-9251-4882-b472-cf2dfcee09d1" providerId="ADAL" clId="{BCFD196B-FAB1-4A5C-A359-F5F61932B113}" dt="2025-11-11T21:11:08.433" v="1550" actId="478"/>
          <ac:spMkLst>
            <pc:docMk/>
            <pc:sldMk cId="1562613131" sldId="311"/>
            <ac:spMk id="2" creationId="{6808F1D7-3B71-4927-9039-73D9D48234CD}"/>
          </ac:spMkLst>
        </pc:spChg>
        <pc:picChg chg="add mod">
          <ac:chgData name="Cesar Augusto Lopez Gallego" userId="0dfa9112-9251-4882-b472-cf2dfcee09d1" providerId="ADAL" clId="{BCFD196B-FAB1-4A5C-A359-F5F61932B113}" dt="2025-11-11T21:11:23.748" v="1555" actId="1076"/>
          <ac:picMkLst>
            <pc:docMk/>
            <pc:sldMk cId="1562613131" sldId="311"/>
            <ac:picMk id="4" creationId="{35E81C08-3D4F-45DB-8C8C-F9E27D9CD670}"/>
          </ac:picMkLst>
        </pc:picChg>
        <pc:picChg chg="add mod">
          <ac:chgData name="Cesar Augusto Lopez Gallego" userId="0dfa9112-9251-4882-b472-cf2dfcee09d1" providerId="ADAL" clId="{BCFD196B-FAB1-4A5C-A359-F5F61932B113}" dt="2025-11-11T21:11:57.525" v="1562" actId="1076"/>
          <ac:picMkLst>
            <pc:docMk/>
            <pc:sldMk cId="1562613131" sldId="311"/>
            <ac:picMk id="6" creationId="{3153C7F8-2C34-4E24-A16C-EB27AE5BE1D6}"/>
          </ac:picMkLst>
        </pc:picChg>
      </pc:sldChg>
      <pc:sldChg chg="addSp modSp new mod">
        <pc:chgData name="Cesar Augusto Lopez Gallego" userId="0dfa9112-9251-4882-b472-cf2dfcee09d1" providerId="ADAL" clId="{BCFD196B-FAB1-4A5C-A359-F5F61932B113}" dt="2025-11-11T21:16:13.876" v="1732" actId="122"/>
        <pc:sldMkLst>
          <pc:docMk/>
          <pc:sldMk cId="2733114003" sldId="312"/>
        </pc:sldMkLst>
        <pc:spChg chg="mod">
          <ac:chgData name="Cesar Augusto Lopez Gallego" userId="0dfa9112-9251-4882-b472-cf2dfcee09d1" providerId="ADAL" clId="{BCFD196B-FAB1-4A5C-A359-F5F61932B113}" dt="2025-11-11T21:12:50.464" v="1587" actId="20577"/>
          <ac:spMkLst>
            <pc:docMk/>
            <pc:sldMk cId="2733114003" sldId="312"/>
            <ac:spMk id="2" creationId="{9CEFEF31-22D3-4D42-B1FF-49288865BE1A}"/>
          </ac:spMkLst>
        </pc:spChg>
        <pc:spChg chg="add mod">
          <ac:chgData name="Cesar Augusto Lopez Gallego" userId="0dfa9112-9251-4882-b472-cf2dfcee09d1" providerId="ADAL" clId="{BCFD196B-FAB1-4A5C-A359-F5F61932B113}" dt="2025-11-11T21:16:13.876" v="1732" actId="122"/>
          <ac:spMkLst>
            <pc:docMk/>
            <pc:sldMk cId="2733114003" sldId="312"/>
            <ac:spMk id="4" creationId="{B1140E7B-92B9-4AE5-849B-1412244BE418}"/>
          </ac:spMkLst>
        </pc:spChg>
      </pc:sldChg>
      <pc:sldChg chg="add">
        <pc:chgData name="Cesar Augusto Lopez Gallego" userId="0dfa9112-9251-4882-b472-cf2dfcee09d1" providerId="ADAL" clId="{BCFD196B-FAB1-4A5C-A359-F5F61932B113}" dt="2025-11-11T21:14:46.673" v="1606"/>
        <pc:sldMkLst>
          <pc:docMk/>
          <pc:sldMk cId="2544516565" sldId="313"/>
        </pc:sldMkLst>
      </pc:sldChg>
      <pc:sldMasterChg chg="delSldLayout">
        <pc:chgData name="Cesar Augusto Lopez Gallego" userId="0dfa9112-9251-4882-b472-cf2dfcee09d1" providerId="ADAL" clId="{BCFD196B-FAB1-4A5C-A359-F5F61932B113}" dt="2025-11-11T19:58:19.096" v="781" actId="47"/>
        <pc:sldMasterMkLst>
          <pc:docMk/>
          <pc:sldMasterMk cId="1759869745" sldId="2147483684"/>
        </pc:sldMasterMkLst>
        <pc:sldLayoutChg chg="del">
          <pc:chgData name="Cesar Augusto Lopez Gallego" userId="0dfa9112-9251-4882-b472-cf2dfcee09d1" providerId="ADAL" clId="{BCFD196B-FAB1-4A5C-A359-F5F61932B113}" dt="2025-11-11T16:37:21.733" v="113" actId="47"/>
          <pc:sldLayoutMkLst>
            <pc:docMk/>
            <pc:sldMasterMk cId="1759869745" sldId="2147483684"/>
            <pc:sldLayoutMk cId="3828790588" sldId="2147483708"/>
          </pc:sldLayoutMkLst>
        </pc:sldLayoutChg>
        <pc:sldLayoutChg chg="del">
          <pc:chgData name="Cesar Augusto Lopez Gallego" userId="0dfa9112-9251-4882-b472-cf2dfcee09d1" providerId="ADAL" clId="{BCFD196B-FAB1-4A5C-A359-F5F61932B113}" dt="2025-11-11T19:58:19.096" v="781" actId="47"/>
          <pc:sldLayoutMkLst>
            <pc:docMk/>
            <pc:sldMasterMk cId="1759869745" sldId="2147483684"/>
            <pc:sldLayoutMk cId="952517333" sldId="2147483710"/>
          </pc:sldLayoutMkLst>
        </pc:sldLayoutChg>
      </pc:sldMasterChg>
    </pc:docChg>
  </pc:docChgLst>
  <pc:docChgLst>
    <pc:chgData name="Cesar Augusto Lopez Gallego" userId="0dfa9112-9251-4882-b472-cf2dfcee09d1" providerId="ADAL" clId="{C461B66E-5FF1-4D03-BABB-9754070DC314}"/>
    <pc:docChg chg="custSel modSld">
      <pc:chgData name="Cesar Augusto Lopez Gallego" userId="0dfa9112-9251-4882-b472-cf2dfcee09d1" providerId="ADAL" clId="{C461B66E-5FF1-4D03-BABB-9754070DC314}" dt="2025-11-13T00:41:19.913" v="48" actId="20577"/>
      <pc:docMkLst>
        <pc:docMk/>
      </pc:docMkLst>
      <pc:sldChg chg="modSp mod">
        <pc:chgData name="Cesar Augusto Lopez Gallego" userId="0dfa9112-9251-4882-b472-cf2dfcee09d1" providerId="ADAL" clId="{C461B66E-5FF1-4D03-BABB-9754070DC314}" dt="2025-11-13T00:40:56.906" v="46" actId="1076"/>
        <pc:sldMkLst>
          <pc:docMk/>
          <pc:sldMk cId="0" sldId="300"/>
        </pc:sldMkLst>
        <pc:graphicFrameChg chg="mod modGraphic">
          <ac:chgData name="Cesar Augusto Lopez Gallego" userId="0dfa9112-9251-4882-b472-cf2dfcee09d1" providerId="ADAL" clId="{C461B66E-5FF1-4D03-BABB-9754070DC314}" dt="2025-11-13T00:40:56.906" v="46" actId="1076"/>
          <ac:graphicFrameMkLst>
            <pc:docMk/>
            <pc:sldMk cId="0" sldId="300"/>
            <ac:graphicFrameMk id="241" creationId="{00000000-0000-0000-0000-000000000000}"/>
          </ac:graphicFrameMkLst>
        </pc:graphicFrameChg>
      </pc:sldChg>
      <pc:sldChg chg="modSp mod">
        <pc:chgData name="Cesar Augusto Lopez Gallego" userId="0dfa9112-9251-4882-b472-cf2dfcee09d1" providerId="ADAL" clId="{C461B66E-5FF1-4D03-BABB-9754070DC314}" dt="2025-11-13T00:41:19.913" v="48" actId="20577"/>
        <pc:sldMkLst>
          <pc:docMk/>
          <pc:sldMk cId="0" sldId="301"/>
        </pc:sldMkLst>
        <pc:spChg chg="mod">
          <ac:chgData name="Cesar Augusto Lopez Gallego" userId="0dfa9112-9251-4882-b472-cf2dfcee09d1" providerId="ADAL" clId="{C461B66E-5FF1-4D03-BABB-9754070DC314}" dt="2025-11-13T00:37:53.099" v="18" actId="1076"/>
          <ac:spMkLst>
            <pc:docMk/>
            <pc:sldMk cId="0" sldId="301"/>
            <ac:spMk id="247" creationId="{00000000-0000-0000-0000-000000000000}"/>
          </ac:spMkLst>
        </pc:spChg>
        <pc:graphicFrameChg chg="mod modGraphic">
          <ac:chgData name="Cesar Augusto Lopez Gallego" userId="0dfa9112-9251-4882-b472-cf2dfcee09d1" providerId="ADAL" clId="{C461B66E-5FF1-4D03-BABB-9754070DC314}" dt="2025-11-13T00:41:19.913" v="48" actId="20577"/>
          <ac:graphicFrameMkLst>
            <pc:docMk/>
            <pc:sldMk cId="0" sldId="301"/>
            <ac:graphicFrameMk id="248" creationId="{00000000-0000-0000-0000-000000000000}"/>
          </ac:graphicFrameMkLst>
        </pc:graphicFrameChg>
      </pc:sldChg>
    </pc:docChg>
  </pc:docChgLst>
  <pc:docChgLst>
    <pc:chgData name="Andres Benjumea Reinoso" userId="c592f61e-7499-43af-ae8b-a41a266c0bc3" providerId="ADAL" clId="{E6D6488C-5D73-4447-BA19-EBA395533C78}"/>
    <pc:docChg chg="custSel addSld modSld">
      <pc:chgData name="Andres Benjumea Reinoso" userId="c592f61e-7499-43af-ae8b-a41a266c0bc3" providerId="ADAL" clId="{E6D6488C-5D73-4447-BA19-EBA395533C78}" dt="2025-11-11T05:51:11.585" v="47" actId="1076"/>
      <pc:docMkLst>
        <pc:docMk/>
      </pc:docMkLst>
      <pc:sldChg chg="modSp mod">
        <pc:chgData name="Andres Benjumea Reinoso" userId="c592f61e-7499-43af-ae8b-a41a266c0bc3" providerId="ADAL" clId="{E6D6488C-5D73-4447-BA19-EBA395533C78}" dt="2025-11-11T05:51:11.585" v="47" actId="1076"/>
        <pc:sldMkLst>
          <pc:docMk/>
          <pc:sldMk cId="69948619" sldId="266"/>
        </pc:sldMkLst>
        <pc:spChg chg="mod">
          <ac:chgData name="Andres Benjumea Reinoso" userId="c592f61e-7499-43af-ae8b-a41a266c0bc3" providerId="ADAL" clId="{E6D6488C-5D73-4447-BA19-EBA395533C78}" dt="2025-11-11T05:51:11.585" v="47" actId="1076"/>
          <ac:spMkLst>
            <pc:docMk/>
            <pc:sldMk cId="69948619" sldId="266"/>
            <ac:spMk id="2" creationId="{7411F3AA-5844-37BC-2251-9C7DC7723ED5}"/>
          </ac:spMkLst>
        </pc:spChg>
        <pc:spChg chg="mod">
          <ac:chgData name="Andres Benjumea Reinoso" userId="c592f61e-7499-43af-ae8b-a41a266c0bc3" providerId="ADAL" clId="{E6D6488C-5D73-4447-BA19-EBA395533C78}" dt="2025-11-11T05:51:08.530" v="46" actId="1076"/>
          <ac:spMkLst>
            <pc:docMk/>
            <pc:sldMk cId="69948619" sldId="266"/>
            <ac:spMk id="3" creationId="{84920C13-AC7F-28BA-FBBC-CD0C7FCC5D9C}"/>
          </ac:spMkLst>
        </pc:spChg>
      </pc:sldChg>
      <pc:sldChg chg="addSp delSp modSp mod">
        <pc:chgData name="Andres Benjumea Reinoso" userId="c592f61e-7499-43af-ae8b-a41a266c0bc3" providerId="ADAL" clId="{E6D6488C-5D73-4447-BA19-EBA395533C78}" dt="2025-11-11T05:50:25.481" v="32" actId="1076"/>
        <pc:sldMkLst>
          <pc:docMk/>
          <pc:sldMk cId="3965336153" sldId="267"/>
        </pc:sldMkLst>
        <pc:spChg chg="del mod">
          <ac:chgData name="Andres Benjumea Reinoso" userId="c592f61e-7499-43af-ae8b-a41a266c0bc3" providerId="ADAL" clId="{E6D6488C-5D73-4447-BA19-EBA395533C78}" dt="2025-11-11T05:46:41.006" v="28" actId="478"/>
          <ac:spMkLst>
            <pc:docMk/>
            <pc:sldMk cId="3965336153" sldId="267"/>
            <ac:spMk id="3" creationId="{FE8BEB06-F8E8-3A49-BB1C-5B36AE464045}"/>
          </ac:spMkLst>
        </pc:spChg>
        <pc:picChg chg="add mod">
          <ac:chgData name="Andres Benjumea Reinoso" userId="c592f61e-7499-43af-ae8b-a41a266c0bc3" providerId="ADAL" clId="{E6D6488C-5D73-4447-BA19-EBA395533C78}" dt="2025-11-11T05:50:25.481" v="32" actId="1076"/>
          <ac:picMkLst>
            <pc:docMk/>
            <pc:sldMk cId="3965336153" sldId="267"/>
            <ac:picMk id="5" creationId="{E2F8D168-D436-D67F-2C06-A16EDDB84CD6}"/>
          </ac:picMkLst>
        </pc:picChg>
      </pc:sldChg>
      <pc:sldChg chg="addSp delSp modSp new mod">
        <pc:chgData name="Andres Benjumea Reinoso" userId="c592f61e-7499-43af-ae8b-a41a266c0bc3" providerId="ADAL" clId="{E6D6488C-5D73-4447-BA19-EBA395533C78}" dt="2025-11-11T05:50:56.130" v="45" actId="1076"/>
        <pc:sldMkLst>
          <pc:docMk/>
          <pc:sldMk cId="1063005694" sldId="285"/>
        </pc:sldMkLst>
        <pc:spChg chg="del">
          <ac:chgData name="Andres Benjumea Reinoso" userId="c592f61e-7499-43af-ae8b-a41a266c0bc3" providerId="ADAL" clId="{E6D6488C-5D73-4447-BA19-EBA395533C78}" dt="2025-11-11T05:46:25.701" v="3" actId="478"/>
          <ac:spMkLst>
            <pc:docMk/>
            <pc:sldMk cId="1063005694" sldId="285"/>
            <ac:spMk id="2" creationId="{CC6FE9AC-82C2-4B5D-EB6C-9A9348BFDB66}"/>
          </ac:spMkLst>
        </pc:spChg>
        <pc:spChg chg="del">
          <ac:chgData name="Andres Benjumea Reinoso" userId="c592f61e-7499-43af-ae8b-a41a266c0bc3" providerId="ADAL" clId="{E6D6488C-5D73-4447-BA19-EBA395533C78}" dt="2025-11-11T05:46:27.389" v="4" actId="478"/>
          <ac:spMkLst>
            <pc:docMk/>
            <pc:sldMk cId="1063005694" sldId="285"/>
            <ac:spMk id="3" creationId="{6C340FA0-9435-A153-4A84-2DE36244FAA1}"/>
          </ac:spMkLst>
        </pc:spChg>
        <pc:spChg chg="add mod">
          <ac:chgData name="Andres Benjumea Reinoso" userId="c592f61e-7499-43af-ae8b-a41a266c0bc3" providerId="ADAL" clId="{E6D6488C-5D73-4447-BA19-EBA395533C78}" dt="2025-11-11T05:50:56.130" v="45" actId="1076"/>
          <ac:spMkLst>
            <pc:docMk/>
            <pc:sldMk cId="1063005694" sldId="285"/>
            <ac:spMk id="4" creationId="{C536F6C1-0F35-2047-2672-C60C56E30438}"/>
          </ac:spMkLst>
        </pc:spChg>
      </pc:sldChg>
    </pc:docChg>
  </pc:docChgLst>
  <pc:docChgLst>
    <pc:chgData name="Cesar Augusto Lopez Gallego" userId="0dfa9112-9251-4882-b472-cf2dfcee09d1" providerId="ADAL" clId="{6041897A-3993-4644-82AD-C243534AC08E}"/>
    <pc:docChg chg="delSld">
      <pc:chgData name="Cesar Augusto Lopez Gallego" userId="0dfa9112-9251-4882-b472-cf2dfcee09d1" providerId="ADAL" clId="{6041897A-3993-4644-82AD-C243534AC08E}" dt="2025-11-13T22:09:44.768" v="0" actId="2696"/>
      <pc:docMkLst>
        <pc:docMk/>
      </pc:docMkLst>
      <pc:sldChg chg="del">
        <pc:chgData name="Cesar Augusto Lopez Gallego" userId="0dfa9112-9251-4882-b472-cf2dfcee09d1" providerId="ADAL" clId="{6041897A-3993-4644-82AD-C243534AC08E}" dt="2025-11-13T22:09:44.768" v="0" actId="2696"/>
        <pc:sldMkLst>
          <pc:docMk/>
          <pc:sldMk cId="652190281" sldId="2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7BBEF-3BEF-43AD-A156-F168EB232DF6}" type="datetimeFigureOut">
              <a:rPr lang="es-CO" smtClean="0"/>
              <a:t>13/11/2025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32F73-F2DA-45B9-8CD6-82BB1428908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2027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5b7ecb97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375b7ecb9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5b7ecb97_1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375b7ecb97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5b7ecb97_1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75b7ecb97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5b7ecb97_1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5b7ecb97_1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375b7ecb97_1_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CO"/>
              <a:t>14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5b7ecb97_1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75b7ecb97_1_1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75b7ecb97_1_1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CO"/>
              <a:t>35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5b7ecb97_1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75b7ecb97_1_1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75b7ecb97_1_1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CO"/>
              <a:t>36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5b7ecb97_1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75b7ecb97_1_2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75b7ecb97_1_2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CO"/>
              <a:t>37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5b7ecb97_1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75b7ecb97_1_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75b7ecb97_1_1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CO"/>
              <a:t>38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5b7ecb97_1_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g375b7ecb97_1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5b7ecb97_1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75b7ecb97_1_2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375b7ecb97_1_2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CO"/>
              <a:t>40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75b7ecb97_1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75b7ecb97_1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75b7ecb97_1_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75b7ecb97_1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75b7ecb97_1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g375b7ecb97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96E66B-05E0-5444-8A9C-D3EB1F16D4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6438" y="5237018"/>
            <a:ext cx="5568950" cy="1233055"/>
          </a:xfrm>
        </p:spPr>
        <p:txBody>
          <a:bodyPr>
            <a:noAutofit/>
          </a:bodyPr>
          <a:lstStyle>
            <a:lvl1pPr marL="0" indent="0">
              <a:buNone/>
              <a:defRPr sz="400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2EAC24B-8E5A-8243-AE31-3EF52762FF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6438" y="6580477"/>
            <a:ext cx="5568950" cy="70643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Medellín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260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4902D8C-5974-7645-9CED-F972FEE3FD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6438" y="5237018"/>
            <a:ext cx="5568950" cy="1233055"/>
          </a:xfrm>
        </p:spPr>
        <p:txBody>
          <a:bodyPr>
            <a:noAutofit/>
          </a:bodyPr>
          <a:lstStyle>
            <a:lvl1pPr marL="0" indent="0">
              <a:buNone/>
              <a:defRPr sz="400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5" name="Marcador de texto 6">
            <a:extLst>
              <a:ext uri="{FF2B5EF4-FFF2-40B4-BE49-F238E27FC236}">
                <a16:creationId xmlns:a16="http://schemas.microsoft.com/office/drawing/2014/main" id="{8716CF4F-DD12-CE44-9367-00355C6C1C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6438" y="6580477"/>
            <a:ext cx="5568950" cy="70643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Bucaramanga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90539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E415E9DB-A2B7-C448-82DB-70C3AF6F1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6438" y="5237018"/>
            <a:ext cx="5568950" cy="1233055"/>
          </a:xfrm>
        </p:spPr>
        <p:txBody>
          <a:bodyPr>
            <a:noAutofit/>
          </a:bodyPr>
          <a:lstStyle>
            <a:lvl1pPr marL="0" indent="0">
              <a:buNone/>
              <a:defRPr sz="400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4" name="Marcador de texto 6">
            <a:extLst>
              <a:ext uri="{FF2B5EF4-FFF2-40B4-BE49-F238E27FC236}">
                <a16:creationId xmlns:a16="http://schemas.microsoft.com/office/drawing/2014/main" id="{4673C5EA-B31B-AF44-864D-09A9EB6DC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6438" y="6580477"/>
            <a:ext cx="5568950" cy="70643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Montería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68176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ACD3065D-D187-F24F-802B-82D917750B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6438" y="5237018"/>
            <a:ext cx="5568950" cy="1233055"/>
          </a:xfrm>
        </p:spPr>
        <p:txBody>
          <a:bodyPr>
            <a:noAutofit/>
          </a:bodyPr>
          <a:lstStyle>
            <a:lvl1pPr marL="0" indent="0">
              <a:buNone/>
              <a:defRPr sz="4000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4" name="Marcador de texto 6">
            <a:extLst>
              <a:ext uri="{FF2B5EF4-FFF2-40B4-BE49-F238E27FC236}">
                <a16:creationId xmlns:a16="http://schemas.microsoft.com/office/drawing/2014/main" id="{A2D5DE44-AD08-DB48-B4DE-6FC84952E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6438" y="6580477"/>
            <a:ext cx="5568950" cy="706437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Palmira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92524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F73B532-45B4-2C46-A8D5-63C80078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72" y="1364409"/>
            <a:ext cx="10833678" cy="1502305"/>
          </a:xfrm>
        </p:spPr>
        <p:txBody>
          <a:bodyPr>
            <a:normAutofit/>
          </a:bodyPr>
          <a:lstStyle>
            <a:lvl1pPr>
              <a:defRPr sz="4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O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CB2CCC8-6A51-0448-B720-4D06071CFD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8872" y="3282950"/>
            <a:ext cx="10833677" cy="2701925"/>
          </a:xfrm>
        </p:spPr>
        <p:txBody>
          <a:bodyPr>
            <a:normAutofit/>
          </a:bodyPr>
          <a:lstStyle>
            <a:lvl1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93623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-texto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3F491-1BDC-0443-9398-BE5406EAC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03" y="1364409"/>
            <a:ext cx="12763952" cy="1502305"/>
          </a:xfrm>
        </p:spPr>
        <p:txBody>
          <a:bodyPr>
            <a:normAutofit/>
          </a:bodyPr>
          <a:lstStyle>
            <a:lvl1pPr>
              <a:defRPr sz="4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7058790-96AD-CA4D-A66F-9786E6AA40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3297238"/>
            <a:ext cx="6848475" cy="363061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4DDFD31F-1FED-CC47-939B-20E7A96EEE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64438" y="3241675"/>
            <a:ext cx="5707062" cy="3686175"/>
          </a:xfrm>
        </p:spPr>
        <p:txBody>
          <a:bodyPr/>
          <a:lstStyle/>
          <a:p>
            <a:r>
              <a:rPr lang="es-MX"/>
              <a:t>Haz clic en el icono para agregar una imagen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5885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3E924A9-CAF5-9B4B-98E0-85F673CB3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1" y="602410"/>
            <a:ext cx="10833678" cy="1254100"/>
          </a:xfrm>
        </p:spPr>
        <p:txBody>
          <a:bodyPr>
            <a:normAutofit/>
          </a:bodyPr>
          <a:lstStyle>
            <a:lvl1pPr>
              <a:defRPr sz="4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O" dirty="0"/>
          </a:p>
        </p:txBody>
      </p:sp>
      <p:sp>
        <p:nvSpPr>
          <p:cNvPr id="5" name="Marcador de medios 4">
            <a:extLst>
              <a:ext uri="{FF2B5EF4-FFF2-40B4-BE49-F238E27FC236}">
                <a16:creationId xmlns:a16="http://schemas.microsoft.com/office/drawing/2014/main" id="{BEF3CE8C-793C-1145-84DD-7B818CE544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706438" y="2104714"/>
            <a:ext cx="10833100" cy="4642161"/>
          </a:xfrm>
        </p:spPr>
        <p:txBody>
          <a:bodyPr/>
          <a:lstStyle/>
          <a:p>
            <a:r>
              <a:rPr lang="es-MX"/>
              <a:t>Haz clic en el icono para agregar medios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3586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a-gráfico-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9F673202-8B18-514D-9685-8D97863D7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03" y="1516814"/>
            <a:ext cx="11835698" cy="1502305"/>
          </a:xfrm>
        </p:spPr>
        <p:txBody>
          <a:bodyPr>
            <a:normAutofit/>
          </a:bodyPr>
          <a:lstStyle>
            <a:lvl1pPr>
              <a:defRPr sz="4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O" dirty="0"/>
          </a:p>
        </p:txBody>
      </p:sp>
      <p:sp>
        <p:nvSpPr>
          <p:cNvPr id="5" name="Marcador de tabla 4">
            <a:extLst>
              <a:ext uri="{FF2B5EF4-FFF2-40B4-BE49-F238E27FC236}">
                <a16:creationId xmlns:a16="http://schemas.microsoft.com/office/drawing/2014/main" id="{6450A7A0-43E0-1440-B983-790CAD8F434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08702" y="3394080"/>
            <a:ext cx="4285547" cy="3367088"/>
          </a:xfrm>
        </p:spPr>
        <p:txBody>
          <a:bodyPr/>
          <a:lstStyle/>
          <a:p>
            <a:r>
              <a:rPr lang="es-MX"/>
              <a:t>Haz clic en el icono para agregar una tabla</a:t>
            </a:r>
            <a:endParaRPr lang="es-CO"/>
          </a:p>
        </p:txBody>
      </p:sp>
      <p:sp>
        <p:nvSpPr>
          <p:cNvPr id="7" name="Marcador de gráfico 6">
            <a:extLst>
              <a:ext uri="{FF2B5EF4-FFF2-40B4-BE49-F238E27FC236}">
                <a16:creationId xmlns:a16="http://schemas.microsoft.com/office/drawing/2014/main" id="{BD301C88-2BAD-5147-A445-06CFDF36B11C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5043488" y="3407935"/>
            <a:ext cx="3698875" cy="3367088"/>
          </a:xfrm>
        </p:spPr>
        <p:txBody>
          <a:bodyPr/>
          <a:lstStyle/>
          <a:p>
            <a:r>
              <a:rPr lang="es-MX"/>
              <a:t>Haz clic en el icono para agregar un gráfico</a:t>
            </a:r>
            <a:endParaRPr lang="es-CO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E5037AD-8243-C146-BBB8-4B269A3DE6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64613" y="3407935"/>
            <a:ext cx="3379787" cy="33670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0829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legio Mar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07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legi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0128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egio-text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6558C-9957-AE48-B09C-A4407EA0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03" y="1364409"/>
            <a:ext cx="6086061" cy="1502305"/>
          </a:xfrm>
        </p:spPr>
        <p:txBody>
          <a:bodyPr>
            <a:normAutofit/>
          </a:bodyPr>
          <a:lstStyle>
            <a:lvl1pPr>
              <a:defRPr sz="4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0D30D66-9919-7345-8589-FCCA190222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3173413"/>
            <a:ext cx="6086475" cy="3657600"/>
          </a:xfrm>
        </p:spPr>
        <p:txBody>
          <a:bodyPr>
            <a:normAutofit/>
          </a:bodyPr>
          <a:lstStyle>
            <a:lvl1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71569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ersonas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8231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698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g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C6B46-AE0A-2242-9732-D30BEEE4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03" y="1364409"/>
            <a:ext cx="6086061" cy="1502305"/>
          </a:xfrm>
        </p:spPr>
        <p:txBody>
          <a:bodyPr>
            <a:normAutofit/>
          </a:bodyPr>
          <a:lstStyle>
            <a:lvl1pPr>
              <a:defRPr sz="4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O" dirty="0"/>
          </a:p>
        </p:txBody>
      </p:sp>
      <p:sp>
        <p:nvSpPr>
          <p:cNvPr id="3" name="Marcador de texto 4">
            <a:extLst>
              <a:ext uri="{FF2B5EF4-FFF2-40B4-BE49-F238E27FC236}">
                <a16:creationId xmlns:a16="http://schemas.microsoft.com/office/drawing/2014/main" id="{95848E47-E960-F840-BCAE-22AFDD09C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3173413"/>
            <a:ext cx="6086475" cy="3657600"/>
          </a:xfrm>
        </p:spPr>
        <p:txBody>
          <a:bodyPr>
            <a:normAutofit/>
          </a:bodyPr>
          <a:lstStyle>
            <a:lvl1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98178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n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9482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ersonas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1728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rsonas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0165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D7DA507-BAB2-9D4E-9E47-F7A0ED59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03" y="1364409"/>
            <a:ext cx="6086061" cy="1502305"/>
          </a:xfrm>
        </p:spPr>
        <p:txBody>
          <a:bodyPr>
            <a:normAutofit/>
          </a:bodyPr>
          <a:lstStyle>
            <a:lvl1pPr>
              <a:defRPr sz="4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O" dirty="0"/>
          </a:p>
        </p:txBody>
      </p:sp>
      <p:sp>
        <p:nvSpPr>
          <p:cNvPr id="4" name="Marcador de texto 4">
            <a:extLst>
              <a:ext uri="{FF2B5EF4-FFF2-40B4-BE49-F238E27FC236}">
                <a16:creationId xmlns:a16="http://schemas.microsoft.com/office/drawing/2014/main" id="{F1105376-6298-1040-BAAE-3D749FDA66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3173413"/>
            <a:ext cx="6086475" cy="3657600"/>
          </a:xfrm>
        </p:spPr>
        <p:txBody>
          <a:bodyPr>
            <a:normAutofit/>
          </a:bodyPr>
          <a:lstStyle>
            <a:lvl1pPr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902963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rsonas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8634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1895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Bu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47108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M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69377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6497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Solo el título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949960" y="413809"/>
            <a:ext cx="11917680" cy="150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7"/>
              <a:buFont typeface="Calibri"/>
              <a:buNone/>
              <a:defRPr sz="49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949960" y="7203864"/>
            <a:ext cx="3108960" cy="41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4577080" y="7203864"/>
            <a:ext cx="4663440" cy="41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9758680" y="7203864"/>
            <a:ext cx="3108960" cy="41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13908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949960" y="413809"/>
            <a:ext cx="11917680" cy="150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7"/>
              <a:buFont typeface="Calibri"/>
              <a:buNone/>
              <a:defRPr sz="49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949960" y="2069042"/>
            <a:ext cx="5872480" cy="4931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0085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  <a:defRPr sz="31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131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Char char="•"/>
              <a:defRPr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2554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267"/>
              <a:buFont typeface="Arial"/>
              <a:buChar char="•"/>
              <a:defRPr sz="22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813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813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813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813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8140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8140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6995160" y="2069042"/>
            <a:ext cx="5872480" cy="4931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0085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  <a:defRPr sz="31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131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Char char="•"/>
              <a:defRPr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2554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267"/>
              <a:buFont typeface="Arial"/>
              <a:buChar char="•"/>
              <a:defRPr sz="22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813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813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813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8139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8140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8140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949960" y="7203864"/>
            <a:ext cx="3108960" cy="41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577080" y="7203864"/>
            <a:ext cx="4663440" cy="41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9758680" y="7203864"/>
            <a:ext cx="3108960" cy="413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6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615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2037" y="325319"/>
            <a:ext cx="12800194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2038" y="1980552"/>
            <a:ext cx="12800194" cy="4725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86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</p:sldLayoutIdLst>
  <p:txStyles>
    <p:titleStyle>
      <a:lvl1pPr algn="l" defTabSz="1036290" rtl="0" eaLnBrk="1" latinLnBrk="0" hangingPunct="1">
        <a:lnSpc>
          <a:spcPct val="90000"/>
        </a:lnSpc>
        <a:spcBef>
          <a:spcPct val="0"/>
        </a:spcBef>
        <a:buNone/>
        <a:defRPr sz="4987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j-ea"/>
          <a:cs typeface="+mj-cs"/>
        </a:defRPr>
      </a:lvl1pPr>
    </p:titleStyle>
    <p:bodyStyle>
      <a:lvl1pPr marL="259072" indent="-259072" algn="l" defTabSz="103629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3173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1pPr>
      <a:lvl2pPr marL="77721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72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2pPr>
      <a:lvl3pPr marL="1295362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7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3pPr>
      <a:lvl4pPr marL="181350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4pPr>
      <a:lvl5pPr marL="233165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5pPr>
      <a:lvl6pPr marL="284979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36794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88608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404230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518145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103629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55443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07257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59072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10886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627013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145158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411F3AA-5844-37BC-2251-9C7DC7723E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86792" y="2459660"/>
            <a:ext cx="7644015" cy="1426540"/>
          </a:xfrm>
        </p:spPr>
        <p:txBody>
          <a:bodyPr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Fundamentos de Programación para Ciencia de Datos</a:t>
            </a:r>
          </a:p>
          <a:p>
            <a:pPr algn="ctr"/>
            <a:endParaRPr lang="es-CO" dirty="0">
              <a:solidFill>
                <a:schemeClr val="tx1"/>
              </a:solidFill>
            </a:endParaRPr>
          </a:p>
          <a:p>
            <a:pPr algn="ctr"/>
            <a:r>
              <a:rPr lang="es-CO" dirty="0">
                <a:solidFill>
                  <a:schemeClr val="tx1"/>
                </a:solidFill>
              </a:rPr>
              <a:t>Introducción a la Programación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32D652A-CE9A-4339-B840-E4E2A4254B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69948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1E299E30-72AC-FAAA-FFD9-AF9FC4F2A7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4325" y="1064411"/>
            <a:ext cx="5568950" cy="1233055"/>
          </a:xfrm>
        </p:spPr>
        <p:txBody>
          <a:bodyPr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Cronograma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D75FD71-886A-4572-86F7-0E7F6EB15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64" y="1857890"/>
            <a:ext cx="12869872" cy="440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336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BE37B6E-544F-14CD-CB06-2DFABB503A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4325" y="969818"/>
            <a:ext cx="5568950" cy="1233055"/>
          </a:xfrm>
        </p:spPr>
        <p:txBody>
          <a:bodyPr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¿Qué es programar?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62F524-F364-8BE0-51E4-BB5FCC2DD7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9403" y="1869265"/>
            <a:ext cx="12542257" cy="965375"/>
          </a:xfrm>
        </p:spPr>
        <p:txBody>
          <a:bodyPr>
            <a:normAutofit/>
          </a:bodyPr>
          <a:lstStyle/>
          <a:p>
            <a:r>
              <a:rPr lang="es-MX" sz="2800" dirty="0">
                <a:solidFill>
                  <a:schemeClr val="tx1"/>
                </a:solidFill>
              </a:rPr>
              <a:t>Programar es el arte de darle instrucciones precisas a una computadora para que realice una tarea específica.</a:t>
            </a:r>
          </a:p>
        </p:txBody>
      </p:sp>
      <p:pic>
        <p:nvPicPr>
          <p:cNvPr id="1026" name="Picture 2" descr="Fotos de Sistemas programacion - Descarga fotos gratis de gran calidad |  Freepik">
            <a:extLst>
              <a:ext uri="{FF2B5EF4-FFF2-40B4-BE49-F238E27FC236}">
                <a16:creationId xmlns:a16="http://schemas.microsoft.com/office/drawing/2014/main" id="{FA85D52C-7CC1-5301-3F00-BE2A996F3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464" y="3340342"/>
            <a:ext cx="3983830" cy="265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8067B9C-436D-4AF8-8F56-8DFBB40E83F6}"/>
              </a:ext>
            </a:extLst>
          </p:cNvPr>
          <p:cNvSpPr txBox="1"/>
          <p:nvPr/>
        </p:nvSpPr>
        <p:spPr>
          <a:xfrm>
            <a:off x="6174477" y="3016930"/>
            <a:ext cx="69037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rial Narrow" panose="020B0606020202030204" pitchFamily="34" charset="0"/>
              </a:rPr>
              <a:t>Es la forma como usted le dice al computador cómo resolver problemas</a:t>
            </a:r>
          </a:p>
          <a:p>
            <a:r>
              <a:rPr lang="es-ES" sz="2400" dirty="0">
                <a:latin typeface="Arial Narrow" panose="020B0606020202030204" pitchFamily="34" charset="0"/>
              </a:rPr>
              <a:t>Usted: sin el programador, el computador es inservible</a:t>
            </a:r>
          </a:p>
          <a:p>
            <a:r>
              <a:rPr lang="es-ES" sz="2400" dirty="0">
                <a:latin typeface="Arial Narrow" panose="020B0606020202030204" pitchFamily="34" charset="0"/>
              </a:rPr>
              <a:t>Resolver problemas: el computador es una herramienta. Existe para hacer las tareas más simples. </a:t>
            </a:r>
          </a:p>
          <a:p>
            <a:endParaRPr lang="es-ES" sz="2400" dirty="0">
              <a:latin typeface="Arial Narrow" panose="020B0606020202030204" pitchFamily="34" charset="0"/>
            </a:endParaRPr>
          </a:p>
          <a:p>
            <a:r>
              <a:rPr lang="es-ES" sz="2400" dirty="0">
                <a:latin typeface="Arial Narrow" panose="020B0606020202030204" pitchFamily="34" charset="0"/>
              </a:rPr>
              <a:t>El procedimiento para resolver un problema se llama un algoritmo y la forma como se escribe o codifica corresponde a un programa. </a:t>
            </a:r>
          </a:p>
        </p:txBody>
      </p:sp>
    </p:spTree>
    <p:extLst>
      <p:ext uri="{BB962C8B-B14F-4D97-AF65-F5344CB8AC3E}">
        <p14:creationId xmlns:p14="http://schemas.microsoft.com/office/powerpoint/2010/main" val="1552259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DE6811-FA93-F87E-175B-CBD9D688C9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07779" y="2214385"/>
            <a:ext cx="9364718" cy="2588843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tx1"/>
                </a:solidFill>
              </a:rPr>
              <a:t>Pensar de manera lógica y secuencial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tx1"/>
                </a:solidFill>
              </a:rPr>
              <a:t>Descomponer problemas grandes en pasos pequeños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tx1"/>
                </a:solidFill>
              </a:rPr>
              <a:t>Comunicarnos con las máquinas usando lenguajes especiales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O" dirty="0">
                <a:solidFill>
                  <a:schemeClr val="tx1"/>
                </a:solidFill>
              </a:rPr>
              <a:t>Crear soluciones que mejores la vida de las personas</a:t>
            </a:r>
          </a:p>
        </p:txBody>
      </p:sp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4C4D7824-9DBA-3450-DB5F-4AA20616B3E3}"/>
              </a:ext>
            </a:extLst>
          </p:cNvPr>
          <p:cNvSpPr txBox="1">
            <a:spLocks/>
          </p:cNvSpPr>
          <p:nvPr/>
        </p:nvSpPr>
        <p:spPr>
          <a:xfrm>
            <a:off x="4124325" y="969818"/>
            <a:ext cx="5568950" cy="12330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4000" b="1" i="0" kern="1200" spc="0">
                <a:solidFill>
                  <a:schemeClr val="bg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77721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72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2pPr>
            <a:lvl3pPr marL="1295362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267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3pPr>
            <a:lvl4pPr marL="181350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4pPr>
            <a:lvl5pPr marL="233165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5pPr>
            <a:lvl6pPr marL="284979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794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8608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04230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dirty="0">
                <a:solidFill>
                  <a:schemeClr val="tx1"/>
                </a:solidFill>
              </a:rPr>
              <a:t>¿Qué es la programación?</a:t>
            </a:r>
          </a:p>
        </p:txBody>
      </p:sp>
    </p:spTree>
    <p:extLst>
      <p:ext uri="{BB962C8B-B14F-4D97-AF65-F5344CB8AC3E}">
        <p14:creationId xmlns:p14="http://schemas.microsoft.com/office/powerpoint/2010/main" val="3060336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BF9FEE62-9556-0B13-C02C-EC2B7E5138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4325" y="665018"/>
            <a:ext cx="5568950" cy="1233055"/>
          </a:xfrm>
        </p:spPr>
        <p:txBody>
          <a:bodyPr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¿Para qué programar?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5548A7-61E1-4D98-19F9-2BAF98E243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6152" y="2166133"/>
            <a:ext cx="9270124" cy="3845784"/>
          </a:xfrm>
        </p:spPr>
        <p:txBody>
          <a:bodyPr>
            <a:normAutofit/>
          </a:bodyPr>
          <a:lstStyle/>
          <a:p>
            <a:r>
              <a:rPr lang="es-MX" sz="3000" dirty="0">
                <a:solidFill>
                  <a:schemeClr val="tx1"/>
                </a:solidFill>
              </a:rPr>
              <a:t>Las computadoras son rápidas, pero son literales. No adivinan. Por eso, nuestras instrucciones deben ser: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56FCB0-7822-C282-A97C-9CDE893FE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65" y="3078729"/>
            <a:ext cx="12262069" cy="214199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AB89470-C325-C6F3-5B29-16FE1D88E16B}"/>
              </a:ext>
            </a:extLst>
          </p:cNvPr>
          <p:cNvSpPr txBox="1"/>
          <p:nvPr/>
        </p:nvSpPr>
        <p:spPr>
          <a:xfrm>
            <a:off x="1047530" y="5671659"/>
            <a:ext cx="11992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Reflexión:</a:t>
            </a:r>
            <a:r>
              <a:rPr lang="es-MX" dirty="0"/>
              <a:t> La programación no es memorizar código. Es aprender a pensar como un programador: dividir problemas y crear soluciones.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17117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A0BB748-FB7C-32D9-D901-FEB08358E0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2621" y="833184"/>
            <a:ext cx="7231117" cy="1233055"/>
          </a:xfrm>
        </p:spPr>
        <p:txBody>
          <a:bodyPr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¿Por qué aprender a programar?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F56B04-6911-5338-0BCF-8C7D7889DC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1117" y="1798269"/>
            <a:ext cx="7421960" cy="3446391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000" dirty="0">
                <a:solidFill>
                  <a:schemeClr val="tx1"/>
                </a:solidFill>
              </a:rPr>
              <a:t>Resolver problemas de forma automatizada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000" dirty="0">
                <a:solidFill>
                  <a:schemeClr val="tx1"/>
                </a:solidFill>
              </a:rPr>
              <a:t>Crear herramientas que faciliten tareas repetitivas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000" dirty="0">
                <a:solidFill>
                  <a:schemeClr val="tx1"/>
                </a:solidFill>
              </a:rPr>
              <a:t>Construir aplicaciones, sitios web, videojuegos, sistemas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000" dirty="0">
                <a:solidFill>
                  <a:schemeClr val="tx1"/>
                </a:solidFill>
              </a:rPr>
              <a:t>Desarrollar pensamiento lógico y analítico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000" dirty="0">
                <a:solidFill>
                  <a:schemeClr val="tx1"/>
                </a:solidFill>
              </a:rPr>
              <a:t>Acceso a oportunidades laborales en constante crecimiento</a:t>
            </a:r>
            <a:endParaRPr lang="es-CO" sz="3000" dirty="0">
              <a:solidFill>
                <a:schemeClr val="tx1"/>
              </a:solidFill>
            </a:endParaRPr>
          </a:p>
        </p:txBody>
      </p:sp>
      <p:pic>
        <p:nvPicPr>
          <p:cNvPr id="3074" name="Picture 2" descr="30 plataformas para aprender a programar - Dinahosting">
            <a:extLst>
              <a:ext uri="{FF2B5EF4-FFF2-40B4-BE49-F238E27FC236}">
                <a16:creationId xmlns:a16="http://schemas.microsoft.com/office/drawing/2014/main" id="{1580AF8D-C3A8-581B-0DB1-3B71292F7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3077" y="2294418"/>
            <a:ext cx="4364967" cy="2454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977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3A7F1A8-FBA4-4AA4-A519-B2E0F19D287D}"/>
              </a:ext>
            </a:extLst>
          </p:cNvPr>
          <p:cNvSpPr txBox="1">
            <a:spLocks/>
          </p:cNvSpPr>
          <p:nvPr/>
        </p:nvSpPr>
        <p:spPr>
          <a:xfrm>
            <a:off x="242037" y="325320"/>
            <a:ext cx="10616463" cy="990654"/>
          </a:xfrm>
          <a:prstGeom prst="rect">
            <a:avLst/>
          </a:prstGeom>
        </p:spPr>
        <p:txBody>
          <a:bodyPr/>
          <a:lstStyle>
            <a:lvl1pPr algn="l" defTabSz="10362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87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ES" dirty="0"/>
              <a:t>Capa de Software</a:t>
            </a:r>
            <a:endParaRPr lang="es-CO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619F95E4-9477-4D33-A725-175B17664655}"/>
              </a:ext>
            </a:extLst>
          </p:cNvPr>
          <p:cNvSpPr txBox="1">
            <a:spLocks/>
          </p:cNvSpPr>
          <p:nvPr/>
        </p:nvSpPr>
        <p:spPr>
          <a:xfrm>
            <a:off x="447041" y="2046833"/>
            <a:ext cx="3782059" cy="45007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200" indent="-457200" defTabSz="1036290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Char char="•"/>
              <a:defRPr sz="3000"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777217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72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2pPr>
            <a:lvl3pPr marL="1295362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267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3pPr>
            <a:lvl4pPr marL="1813507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4pPr>
            <a:lvl5pPr marL="2331651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5pPr>
            <a:lvl6pPr marL="2849796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6pPr>
            <a:lvl7pPr marL="3367941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7pPr>
            <a:lvl8pPr marL="3886086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8pPr>
            <a:lvl9pPr marL="4404230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9pPr>
          </a:lstStyle>
          <a:p>
            <a:r>
              <a:rPr lang="es-ES" sz="2400" dirty="0"/>
              <a:t>Estamos en la capa del software. </a:t>
            </a:r>
          </a:p>
          <a:p>
            <a:r>
              <a:rPr lang="es-ES" sz="2400" dirty="0"/>
              <a:t>Allí viven los programas. </a:t>
            </a:r>
          </a:p>
          <a:p>
            <a:r>
              <a:rPr lang="es-ES" sz="2400" dirty="0"/>
              <a:t>Existen programas de uso específico que ya están escritos. </a:t>
            </a:r>
          </a:p>
          <a:p>
            <a:r>
              <a:rPr lang="es-ES" sz="2400" dirty="0"/>
              <a:t>Existen otros programas que permiten que el usuario escriba sus programas. Allí es donde ubicamos el concepto de programación. </a:t>
            </a:r>
            <a:endParaRPr lang="es-CO" sz="2400" dirty="0"/>
          </a:p>
        </p:txBody>
      </p:sp>
      <p:pic>
        <p:nvPicPr>
          <p:cNvPr id="6" name="Picture 2" descr="What Is Computer Program ? | Computer Programming Basics | Coding">
            <a:extLst>
              <a:ext uri="{FF2B5EF4-FFF2-40B4-BE49-F238E27FC236}">
                <a16:creationId xmlns:a16="http://schemas.microsoft.com/office/drawing/2014/main" id="{9A079993-5460-4631-93C0-6003C2B8B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397" y="1616080"/>
            <a:ext cx="7699204" cy="4931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7053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949960" y="413809"/>
            <a:ext cx="10599037" cy="150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7"/>
              <a:buFont typeface="Calibri"/>
              <a:buNone/>
            </a:pPr>
            <a:r>
              <a:rPr lang="es-CO" dirty="0"/>
              <a:t>Algoritmo → Al-</a:t>
            </a:r>
            <a:r>
              <a:rPr lang="es-CO" dirty="0" err="1"/>
              <a:t>Khowarizmi</a:t>
            </a:r>
            <a:endParaRPr dirty="0"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4294967295"/>
          </p:nvPr>
        </p:nvSpPr>
        <p:spPr>
          <a:xfrm>
            <a:off x="1028435" y="2122817"/>
            <a:ext cx="6263905" cy="49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9072" marR="0" lvl="0" indent="-259072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</a:pPr>
            <a:r>
              <a:rPr lang="es-CO" dirty="0"/>
              <a:t>Conjunto de instrucciones finito para: </a:t>
            </a:r>
            <a:endParaRPr dirty="0"/>
          </a:p>
          <a:p>
            <a:pPr marL="777217" marR="0" lvl="1" indent="-287837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</a:pPr>
            <a:r>
              <a:rPr lang="es-CO" dirty="0"/>
              <a:t>Resolver un problema </a:t>
            </a:r>
            <a:endParaRPr dirty="0"/>
          </a:p>
          <a:p>
            <a:pPr marL="777217" marR="0" lvl="1" indent="-287837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</a:pPr>
            <a:r>
              <a:rPr lang="es-CO" dirty="0"/>
              <a:t>Obtener un resultado</a:t>
            </a:r>
            <a:endParaRPr dirty="0"/>
          </a:p>
          <a:p>
            <a:pPr marL="777217" marR="0" lvl="1" indent="-259072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SzPts val="2720"/>
              <a:buChar char="•"/>
            </a:pPr>
            <a:r>
              <a:rPr lang="es-CO" dirty="0"/>
              <a:t>Preciso: siempre hace lo mismo</a:t>
            </a:r>
            <a:endParaRPr dirty="0"/>
          </a:p>
          <a:p>
            <a:pPr marL="259072" marR="0" lvl="0" indent="-259072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</a:pPr>
            <a:r>
              <a:rPr lang="es-CO" dirty="0"/>
              <a:t>Las instrucciones NO se contradicen entre ellas</a:t>
            </a:r>
            <a:br>
              <a:rPr lang="es-CO" dirty="0"/>
            </a:br>
            <a:endParaRPr sz="317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86EAD10-80D0-49F1-B7F4-79946609E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670" y="1916114"/>
            <a:ext cx="2902099" cy="446427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4659AB2-8116-426E-ACF5-75522013EC69}"/>
              </a:ext>
            </a:extLst>
          </p:cNvPr>
          <p:cNvSpPr txBox="1"/>
          <p:nvPr/>
        </p:nvSpPr>
        <p:spPr>
          <a:xfrm>
            <a:off x="1437285" y="6459566"/>
            <a:ext cx="6903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dirty="0"/>
              <a:t>https://en.wikipedia.org/wiki/Al-Khwarizmi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title"/>
          </p:nvPr>
        </p:nvSpPr>
        <p:spPr>
          <a:xfrm>
            <a:off x="949960" y="413809"/>
            <a:ext cx="10599000" cy="15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7"/>
              <a:buFont typeface="Calibri"/>
              <a:buNone/>
            </a:pPr>
            <a:r>
              <a:rPr lang="es-CO"/>
              <a:t>Tipos de algoritmos</a:t>
            </a:r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body" idx="4294967295"/>
          </p:nvPr>
        </p:nvSpPr>
        <p:spPr>
          <a:xfrm>
            <a:off x="1028431" y="2122825"/>
            <a:ext cx="5048100" cy="49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9072" marR="0" lvl="0" indent="-259072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</a:pPr>
            <a:r>
              <a:rPr lang="es-CO"/>
              <a:t>Cualitativos</a:t>
            </a:r>
            <a:endParaRPr/>
          </a:p>
          <a:p>
            <a:pPr marL="777217" marR="0" lvl="1" indent="-259072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SzPts val="2720"/>
              <a:buChar char="•"/>
            </a:pPr>
            <a:r>
              <a:rPr lang="es-CO"/>
              <a:t>Pasos descritos mediante palabras de un lenguaje</a:t>
            </a:r>
            <a:endParaRPr/>
          </a:p>
          <a:p>
            <a:pPr marL="777217" marR="0" lvl="1" indent="-259072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SzPts val="2720"/>
              <a:buChar char="•"/>
            </a:pPr>
            <a:r>
              <a:rPr lang="es-CO"/>
              <a:t>No involucra operaciones matemáticas</a:t>
            </a:r>
            <a:endParaRPr/>
          </a:p>
          <a:p>
            <a:pPr marL="777217" marR="0" lvl="1" indent="-259072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SzPts val="2720"/>
              <a:buChar char="•"/>
            </a:pPr>
            <a:r>
              <a:rPr lang="es-CO"/>
              <a:t>Ordenado y entendible</a:t>
            </a:r>
            <a:endParaRPr/>
          </a:p>
          <a:p>
            <a:pPr marL="777217" marR="0" lvl="1" indent="-259072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SzPts val="2720"/>
              <a:buChar char="•"/>
            </a:pPr>
            <a:r>
              <a:rPr lang="es-CO"/>
              <a:t>Elaboración y Refinamiento</a:t>
            </a:r>
            <a:endParaRPr/>
          </a:p>
          <a:p>
            <a:pPr marL="777217" marR="0" lvl="1" indent="-259072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SzPts val="2720"/>
              <a:buChar char="•"/>
            </a:pPr>
            <a:r>
              <a:rPr lang="es-CO"/>
              <a:t>Ejm: diseñar un algoritmo para hacer aviones de papel</a:t>
            </a:r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body" idx="4294967295"/>
          </p:nvPr>
        </p:nvSpPr>
        <p:spPr>
          <a:xfrm>
            <a:off x="7042231" y="2122825"/>
            <a:ext cx="5189400" cy="49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9072" marR="0" lvl="0" indent="-259072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</a:pPr>
            <a:r>
              <a:rPr lang="es-CO"/>
              <a:t>Cuantitativos</a:t>
            </a:r>
            <a:endParaRPr/>
          </a:p>
          <a:p>
            <a:pPr marL="777217" marR="0" lvl="1" indent="-259072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SzPts val="2720"/>
              <a:buChar char="•"/>
            </a:pPr>
            <a:r>
              <a:rPr lang="es-CO"/>
              <a:t>Conjunto de pasos ordenados</a:t>
            </a:r>
            <a:endParaRPr/>
          </a:p>
          <a:p>
            <a:pPr marL="777217" marR="0" lvl="1" indent="-259072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SzPts val="2720"/>
              <a:buChar char="•"/>
            </a:pPr>
            <a:r>
              <a:rPr lang="es-CO"/>
              <a:t>Involucra operaciones matemáticas</a:t>
            </a:r>
            <a:endParaRPr/>
          </a:p>
          <a:p>
            <a:pPr marL="777217" marR="0" lvl="1" indent="-259072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SzPts val="2720"/>
              <a:buChar char="•"/>
            </a:pPr>
            <a:r>
              <a:rPr lang="es-CO"/>
              <a:t>Soluciona un problema</a:t>
            </a:r>
            <a:endParaRPr/>
          </a:p>
          <a:p>
            <a:pPr marL="457200" marR="0" lvl="0" indent="0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1D4EC05-B2E3-1D2C-D61E-CB1BADA7C3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100" y="654507"/>
            <a:ext cx="10126980" cy="649233"/>
          </a:xfrm>
        </p:spPr>
        <p:txBody>
          <a:bodyPr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Algoritmos: El Corazón del Programa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D3CF08-B3C2-06C4-C858-2FB64BA72E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16993" y="1463346"/>
            <a:ext cx="10783613" cy="649233"/>
          </a:xfrm>
        </p:spPr>
        <p:txBody>
          <a:bodyPr>
            <a:noAutofit/>
          </a:bodyPr>
          <a:lstStyle/>
          <a:p>
            <a:r>
              <a:rPr lang="es-CO" sz="2400" dirty="0">
                <a:solidFill>
                  <a:schemeClr val="tx1"/>
                </a:solidFill>
              </a:rPr>
              <a:t>“Antes de escribir la primera línea de código, necesitamos un </a:t>
            </a:r>
            <a:r>
              <a:rPr lang="es-CO" sz="2400" b="1" dirty="0">
                <a:solidFill>
                  <a:schemeClr val="tx1"/>
                </a:solidFill>
              </a:rPr>
              <a:t>plan</a:t>
            </a:r>
            <a:r>
              <a:rPr lang="es-CO" sz="2400" dirty="0">
                <a:solidFill>
                  <a:schemeClr val="tx1"/>
                </a:solidFill>
              </a:rPr>
              <a:t>.”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7488A40-C8E8-2ACC-40A6-CCA74F1ACE96}"/>
              </a:ext>
            </a:extLst>
          </p:cNvPr>
          <p:cNvSpPr txBox="1"/>
          <p:nvPr/>
        </p:nvSpPr>
        <p:spPr>
          <a:xfrm>
            <a:off x="1590565" y="1887562"/>
            <a:ext cx="91299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Un algoritmo es una secuencia finita de pasos bien definidos que resuelven un problema.</a:t>
            </a:r>
            <a:endParaRPr lang="es-CO"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94A9C4C-FBAF-FF4B-1870-23D01B61B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633" y="2916930"/>
            <a:ext cx="7027918" cy="427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40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949960" y="413809"/>
            <a:ext cx="10599000" cy="15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7"/>
              <a:buFont typeface="Calibri"/>
              <a:buNone/>
            </a:pPr>
            <a:r>
              <a:rPr lang="es-CO"/>
              <a:t>Componentes básicos del algoritmo</a:t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3321850" y="4286600"/>
            <a:ext cx="2447400" cy="125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000"/>
              <a:t>Entrada</a:t>
            </a:r>
            <a:endParaRPr sz="3000"/>
          </a:p>
        </p:txBody>
      </p:sp>
      <p:sp>
        <p:nvSpPr>
          <p:cNvPr id="114" name="Google Shape;114;p17"/>
          <p:cNvSpPr/>
          <p:nvPr/>
        </p:nvSpPr>
        <p:spPr>
          <a:xfrm>
            <a:off x="6997316" y="4286600"/>
            <a:ext cx="2447400" cy="125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000"/>
              <a:t>Proceso</a:t>
            </a:r>
            <a:endParaRPr sz="3000"/>
          </a:p>
        </p:txBody>
      </p:sp>
      <p:sp>
        <p:nvSpPr>
          <p:cNvPr id="115" name="Google Shape;115;p17"/>
          <p:cNvSpPr/>
          <p:nvPr/>
        </p:nvSpPr>
        <p:spPr>
          <a:xfrm>
            <a:off x="10264579" y="4286600"/>
            <a:ext cx="2447400" cy="125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000"/>
              <a:t>Salida</a:t>
            </a:r>
            <a:endParaRPr sz="3000"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0" y="4305050"/>
            <a:ext cx="1228725" cy="121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" name="Google Shape;117;p17"/>
          <p:cNvCxnSpPr>
            <a:stCxn id="116" idx="3"/>
            <a:endCxn id="113" idx="1"/>
          </p:cNvCxnSpPr>
          <p:nvPr/>
        </p:nvCxnSpPr>
        <p:spPr>
          <a:xfrm>
            <a:off x="1836475" y="4914650"/>
            <a:ext cx="1485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8" name="Google Shape;118;p17"/>
          <p:cNvSpPr txBox="1"/>
          <p:nvPr/>
        </p:nvSpPr>
        <p:spPr>
          <a:xfrm>
            <a:off x="2135450" y="4427925"/>
            <a:ext cx="9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Datos</a:t>
            </a:r>
            <a:endParaRPr sz="1800"/>
          </a:p>
        </p:txBody>
      </p:sp>
      <p:sp>
        <p:nvSpPr>
          <p:cNvPr id="119" name="Google Shape;119;p17"/>
          <p:cNvSpPr txBox="1"/>
          <p:nvPr/>
        </p:nvSpPr>
        <p:spPr>
          <a:xfrm>
            <a:off x="3862600" y="5872500"/>
            <a:ext cx="13659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Variables</a:t>
            </a:r>
            <a:endParaRPr sz="1800"/>
          </a:p>
        </p:txBody>
      </p:sp>
      <p:cxnSp>
        <p:nvCxnSpPr>
          <p:cNvPr id="120" name="Google Shape;120;p17"/>
          <p:cNvCxnSpPr>
            <a:stCxn id="113" idx="2"/>
            <a:endCxn id="119" idx="0"/>
          </p:cNvCxnSpPr>
          <p:nvPr/>
        </p:nvCxnSpPr>
        <p:spPr>
          <a:xfrm>
            <a:off x="4545550" y="5542700"/>
            <a:ext cx="0" cy="3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1" name="Google Shape;121;p17"/>
          <p:cNvCxnSpPr>
            <a:stCxn id="119" idx="3"/>
            <a:endCxn id="114" idx="1"/>
          </p:cNvCxnSpPr>
          <p:nvPr/>
        </p:nvCxnSpPr>
        <p:spPr>
          <a:xfrm rot="10800000" flipH="1">
            <a:off x="5228500" y="4914750"/>
            <a:ext cx="1768800" cy="113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2" name="Google Shape;122;p17"/>
          <p:cNvCxnSpPr>
            <a:stCxn id="114" idx="3"/>
            <a:endCxn id="115" idx="1"/>
          </p:cNvCxnSpPr>
          <p:nvPr/>
        </p:nvCxnSpPr>
        <p:spPr>
          <a:xfrm>
            <a:off x="9444716" y="4914650"/>
            <a:ext cx="81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3" name="Google Shape;123;p17"/>
          <p:cNvSpPr txBox="1"/>
          <p:nvPr/>
        </p:nvSpPr>
        <p:spPr>
          <a:xfrm>
            <a:off x="10805325" y="5872500"/>
            <a:ext cx="13659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Valor(es)</a:t>
            </a:r>
            <a:endParaRPr sz="1800"/>
          </a:p>
        </p:txBody>
      </p:sp>
      <p:sp>
        <p:nvSpPr>
          <p:cNvPr id="124" name="Google Shape;124;p17"/>
          <p:cNvSpPr txBox="1"/>
          <p:nvPr/>
        </p:nvSpPr>
        <p:spPr>
          <a:xfrm>
            <a:off x="7391482" y="3277075"/>
            <a:ext cx="16575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Constantes</a:t>
            </a:r>
            <a:endParaRPr sz="1800"/>
          </a:p>
        </p:txBody>
      </p:sp>
      <p:cxnSp>
        <p:nvCxnSpPr>
          <p:cNvPr id="125" name="Google Shape;125;p17"/>
          <p:cNvCxnSpPr>
            <a:stCxn id="124" idx="2"/>
            <a:endCxn id="114" idx="0"/>
          </p:cNvCxnSpPr>
          <p:nvPr/>
        </p:nvCxnSpPr>
        <p:spPr>
          <a:xfrm>
            <a:off x="8220232" y="3622375"/>
            <a:ext cx="900" cy="66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DB677CC-E8BE-5647-0DBA-BE0F1CDEAB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3251" y="885736"/>
            <a:ext cx="6971096" cy="901023"/>
          </a:xfrm>
        </p:spPr>
        <p:txBody>
          <a:bodyPr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El Algoritmo de la Vida Cotidiana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A01948A-1A2C-4A47-4FA8-645B14A015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D946E1B-76F1-9370-AAF3-2B4529A19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306" y="1885305"/>
            <a:ext cx="11956987" cy="400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67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>
            <a:spLocks noGrp="1"/>
          </p:cNvSpPr>
          <p:nvPr>
            <p:ph type="title"/>
          </p:nvPr>
        </p:nvSpPr>
        <p:spPr>
          <a:xfrm>
            <a:off x="949960" y="413809"/>
            <a:ext cx="10599000" cy="15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7"/>
              <a:buFont typeface="Calibri"/>
              <a:buNone/>
            </a:pPr>
            <a:r>
              <a:rPr lang="es-CO"/>
              <a:t>Pasos para la solución de un problema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1209050" y="2070350"/>
            <a:ext cx="2229600" cy="1005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/>
              <a:t>Análisis del problema</a:t>
            </a:r>
            <a:endParaRPr sz="2400"/>
          </a:p>
        </p:txBody>
      </p:sp>
      <p:sp>
        <p:nvSpPr>
          <p:cNvPr id="132" name="Google Shape;132;p18"/>
          <p:cNvSpPr txBox="1"/>
          <p:nvPr/>
        </p:nvSpPr>
        <p:spPr>
          <a:xfrm>
            <a:off x="4318000" y="1916200"/>
            <a:ext cx="3375900" cy="13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Qué entradas se requieren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Qué salida se debe obtener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Cuáles son los pasos para obtener el resultado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Restricciones </a:t>
            </a: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5307225" y="4028450"/>
            <a:ext cx="2229600" cy="1005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/>
              <a:t>Diseñar el algoritmo</a:t>
            </a:r>
            <a:endParaRPr sz="2400"/>
          </a:p>
        </p:txBody>
      </p:sp>
      <p:pic>
        <p:nvPicPr>
          <p:cNvPr id="134" name="Google Shape;13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3900" y="3313600"/>
            <a:ext cx="2450925" cy="303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96100" y="3709800"/>
            <a:ext cx="2999050" cy="182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/>
        </p:nvSpPr>
        <p:spPr>
          <a:xfrm>
            <a:off x="1287550" y="5473725"/>
            <a:ext cx="2229600" cy="1005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/>
              <a:t>Probar el Algoritmo</a:t>
            </a:r>
            <a:endParaRPr sz="2400"/>
          </a:p>
        </p:txBody>
      </p:sp>
      <p:cxnSp>
        <p:nvCxnSpPr>
          <p:cNvPr id="137" name="Google Shape;137;p18"/>
          <p:cNvCxnSpPr>
            <a:stCxn id="131" idx="2"/>
            <a:endCxn id="133" idx="1"/>
          </p:cNvCxnSpPr>
          <p:nvPr/>
        </p:nvCxnSpPr>
        <p:spPr>
          <a:xfrm rot="-5400000" flipH="1">
            <a:off x="3087800" y="2311400"/>
            <a:ext cx="1455600" cy="2983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38" name="Google Shape;138;p18"/>
          <p:cNvCxnSpPr>
            <a:stCxn id="133" idx="2"/>
            <a:endCxn id="136" idx="3"/>
          </p:cNvCxnSpPr>
          <p:nvPr/>
        </p:nvCxnSpPr>
        <p:spPr>
          <a:xfrm rot="5400000">
            <a:off x="4498125" y="4052450"/>
            <a:ext cx="942900" cy="29049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39" name="Google Shape;139;p18"/>
          <p:cNvCxnSpPr>
            <a:stCxn id="136" idx="1"/>
            <a:endCxn id="131" idx="1"/>
          </p:cNvCxnSpPr>
          <p:nvPr/>
        </p:nvCxnSpPr>
        <p:spPr>
          <a:xfrm rot="10800000">
            <a:off x="1208950" y="2572725"/>
            <a:ext cx="78600" cy="3403500"/>
          </a:xfrm>
          <a:prstGeom prst="bentConnector3">
            <a:avLst>
              <a:gd name="adj1" fmla="val 402831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0" name="Google Shape;140;p18"/>
          <p:cNvSpPr txBox="1"/>
          <p:nvPr/>
        </p:nvSpPr>
        <p:spPr>
          <a:xfrm rot="-5400000">
            <a:off x="145925" y="3709800"/>
            <a:ext cx="12561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No Funciona</a:t>
            </a:r>
            <a:endParaRPr/>
          </a:p>
        </p:txBody>
      </p:sp>
      <p:cxnSp>
        <p:nvCxnSpPr>
          <p:cNvPr id="141" name="Google Shape;141;p18"/>
          <p:cNvCxnSpPr>
            <a:stCxn id="136" idx="2"/>
          </p:cNvCxnSpPr>
          <p:nvPr/>
        </p:nvCxnSpPr>
        <p:spPr>
          <a:xfrm>
            <a:off x="2402350" y="6478725"/>
            <a:ext cx="0" cy="49290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2" name="Google Shape;142;p18"/>
          <p:cNvSpPr txBox="1"/>
          <p:nvPr/>
        </p:nvSpPr>
        <p:spPr>
          <a:xfrm>
            <a:off x="2496600" y="6568125"/>
            <a:ext cx="12405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Funciona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>
            <a:spLocks noGrp="1"/>
          </p:cNvSpPr>
          <p:nvPr>
            <p:ph type="title"/>
          </p:nvPr>
        </p:nvSpPr>
        <p:spPr>
          <a:xfrm>
            <a:off x="1185485" y="303209"/>
            <a:ext cx="11917800" cy="15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Pasos para la solución de un problema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1279675" y="2741600"/>
            <a:ext cx="2229600" cy="1212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/>
              <a:t>Codificar algoritmo</a:t>
            </a:r>
            <a:endParaRPr sz="24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/>
              <a:t>(programa)</a:t>
            </a:r>
            <a:endParaRPr sz="2400"/>
          </a:p>
        </p:txBody>
      </p: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0825" y="2377325"/>
            <a:ext cx="5619750" cy="1733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p19"/>
          <p:cNvCxnSpPr/>
          <p:nvPr/>
        </p:nvCxnSpPr>
        <p:spPr>
          <a:xfrm>
            <a:off x="2394475" y="2248700"/>
            <a:ext cx="0" cy="49290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2" name="Google Shape;152;p19"/>
          <p:cNvSpPr txBox="1"/>
          <p:nvPr/>
        </p:nvSpPr>
        <p:spPr>
          <a:xfrm>
            <a:off x="1279675" y="4416800"/>
            <a:ext cx="2229600" cy="1005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/>
              <a:t>Compilar el programa</a:t>
            </a:r>
            <a:endParaRPr sz="2400"/>
          </a:p>
        </p:txBody>
      </p:sp>
      <p:cxnSp>
        <p:nvCxnSpPr>
          <p:cNvPr id="153" name="Google Shape;153;p19"/>
          <p:cNvCxnSpPr>
            <a:stCxn id="149" idx="2"/>
            <a:endCxn id="152" idx="0"/>
          </p:cNvCxnSpPr>
          <p:nvPr/>
        </p:nvCxnSpPr>
        <p:spPr>
          <a:xfrm>
            <a:off x="2394475" y="3954500"/>
            <a:ext cx="0" cy="46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" name="Google Shape;154;p19"/>
          <p:cNvCxnSpPr>
            <a:stCxn id="152" idx="1"/>
            <a:endCxn id="149" idx="1"/>
          </p:cNvCxnSpPr>
          <p:nvPr/>
        </p:nvCxnSpPr>
        <p:spPr>
          <a:xfrm rot="10800000" flipH="1">
            <a:off x="1279675" y="3347900"/>
            <a:ext cx="600" cy="1571400"/>
          </a:xfrm>
          <a:prstGeom prst="bentConnector3">
            <a:avLst>
              <a:gd name="adj1" fmla="val -396875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5" name="Google Shape;155;p19"/>
          <p:cNvSpPr txBox="1"/>
          <p:nvPr/>
        </p:nvSpPr>
        <p:spPr>
          <a:xfrm rot="-5400000">
            <a:off x="538300" y="3772850"/>
            <a:ext cx="8559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Errores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5001025" y="4416800"/>
            <a:ext cx="2229600" cy="1005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/>
              <a:t>Ejecutar el programa</a:t>
            </a:r>
            <a:endParaRPr sz="2400"/>
          </a:p>
        </p:txBody>
      </p:sp>
      <p:cxnSp>
        <p:nvCxnSpPr>
          <p:cNvPr id="157" name="Google Shape;157;p19"/>
          <p:cNvCxnSpPr>
            <a:stCxn id="152" idx="3"/>
            <a:endCxn id="156" idx="1"/>
          </p:cNvCxnSpPr>
          <p:nvPr/>
        </p:nvCxnSpPr>
        <p:spPr>
          <a:xfrm>
            <a:off x="3509275" y="4919300"/>
            <a:ext cx="1491900" cy="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8" name="Google Shape;158;p19"/>
          <p:cNvSpPr txBox="1"/>
          <p:nvPr/>
        </p:nvSpPr>
        <p:spPr>
          <a:xfrm>
            <a:off x="3472375" y="4966400"/>
            <a:ext cx="15657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Ok compilado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5001025" y="5872700"/>
            <a:ext cx="2229600" cy="1005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/>
              <a:t>Analizar los resultados</a:t>
            </a:r>
            <a:endParaRPr sz="2400"/>
          </a:p>
        </p:txBody>
      </p:sp>
      <p:cxnSp>
        <p:nvCxnSpPr>
          <p:cNvPr id="160" name="Google Shape;160;p19"/>
          <p:cNvCxnSpPr>
            <a:endCxn id="159" idx="0"/>
          </p:cNvCxnSpPr>
          <p:nvPr/>
        </p:nvCxnSpPr>
        <p:spPr>
          <a:xfrm>
            <a:off x="6115825" y="5421800"/>
            <a:ext cx="0" cy="45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1" name="Google Shape;161;p19"/>
          <p:cNvCxnSpPr>
            <a:stCxn id="159" idx="1"/>
            <a:endCxn id="162" idx="1"/>
          </p:cNvCxnSpPr>
          <p:nvPr/>
        </p:nvCxnSpPr>
        <p:spPr>
          <a:xfrm rot="10800000">
            <a:off x="361225" y="1577900"/>
            <a:ext cx="4639800" cy="4797300"/>
          </a:xfrm>
          <a:prstGeom prst="bentConnector3">
            <a:avLst>
              <a:gd name="adj1" fmla="val 105134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3" name="Google Shape;163;p19"/>
          <p:cNvSpPr txBox="1"/>
          <p:nvPr/>
        </p:nvSpPr>
        <p:spPr>
          <a:xfrm>
            <a:off x="2142225" y="5872700"/>
            <a:ext cx="8724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Errores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361150" y="1350200"/>
            <a:ext cx="19626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Regresa a Análisis del problema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8759275" y="5872700"/>
            <a:ext cx="2229600" cy="1005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/>
              <a:t>Documenta</a:t>
            </a:r>
            <a:endParaRPr sz="2400"/>
          </a:p>
        </p:txBody>
      </p:sp>
      <p:cxnSp>
        <p:nvCxnSpPr>
          <p:cNvPr id="165" name="Google Shape;165;p19"/>
          <p:cNvCxnSpPr>
            <a:endCxn id="164" idx="1"/>
          </p:cNvCxnSpPr>
          <p:nvPr/>
        </p:nvCxnSpPr>
        <p:spPr>
          <a:xfrm>
            <a:off x="7267375" y="6375200"/>
            <a:ext cx="1491900" cy="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6" name="Google Shape;166;p19"/>
          <p:cNvSpPr txBox="1"/>
          <p:nvPr/>
        </p:nvSpPr>
        <p:spPr>
          <a:xfrm>
            <a:off x="7230625" y="6422300"/>
            <a:ext cx="15657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Ok  Resultados</a:t>
            </a:r>
            <a:endParaRPr/>
          </a:p>
        </p:txBody>
      </p:sp>
      <p:pic>
        <p:nvPicPr>
          <p:cNvPr id="167" name="Google Shape;16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19775" y="5694171"/>
            <a:ext cx="1228725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8D4B18C-88B6-9951-0F53-9BF9BCCB1B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93544" y="548548"/>
            <a:ext cx="7630508" cy="1233055"/>
          </a:xfrm>
        </p:spPr>
        <p:txBody>
          <a:bodyPr/>
          <a:lstStyle/>
          <a:p>
            <a:r>
              <a:rPr lang="es-CO" dirty="0">
                <a:solidFill>
                  <a:schemeClr val="tx1"/>
                </a:solidFill>
              </a:rPr>
              <a:t>Diagramas de Flujo: La Lógica Visual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F050D-B84F-9F19-F2EF-D86976DD33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79108" y="1293774"/>
            <a:ext cx="8459380" cy="818806"/>
          </a:xfrm>
        </p:spPr>
        <p:txBody>
          <a:bodyPr>
            <a:normAutofit/>
          </a:bodyPr>
          <a:lstStyle/>
          <a:p>
            <a:r>
              <a:rPr lang="es-CO" sz="2400" dirty="0">
                <a:solidFill>
                  <a:schemeClr val="tx1"/>
                </a:solidFill>
              </a:rPr>
              <a:t>Una representación gráfica de nuestro algoritmo. Hacen que la lógica sea universal y fácil de entender</a:t>
            </a:r>
          </a:p>
        </p:txBody>
      </p:sp>
      <p:pic>
        <p:nvPicPr>
          <p:cNvPr id="4098" name="Picture 2" descr="Tabla de gráficos diagramas de flujo">
            <a:extLst>
              <a:ext uri="{FF2B5EF4-FFF2-40B4-BE49-F238E27FC236}">
                <a16:creationId xmlns:a16="http://schemas.microsoft.com/office/drawing/2014/main" id="{6FE2BDCF-F58C-DABA-3E0F-260959992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89" y="2112580"/>
            <a:ext cx="6372388" cy="511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B27BC33-78D0-4B5F-AE4A-11E8DD959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899" y="3029467"/>
            <a:ext cx="3898725" cy="9130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6C84BB1-C087-4879-8C60-66B58F7EF77D}"/>
              </a:ext>
            </a:extLst>
          </p:cNvPr>
          <p:cNvSpPr txBox="1"/>
          <p:nvPr/>
        </p:nvSpPr>
        <p:spPr>
          <a:xfrm>
            <a:off x="8573593" y="3942518"/>
            <a:ext cx="3439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400" dirty="0">
                <a:latin typeface="Arial Narrow" panose="020B0606020202030204" pitchFamily="34" charset="0"/>
              </a:rPr>
              <a:t>https://www.flowgorithm.org/</a:t>
            </a:r>
          </a:p>
        </p:txBody>
      </p:sp>
    </p:spTree>
    <p:extLst>
      <p:ext uri="{BB962C8B-B14F-4D97-AF65-F5344CB8AC3E}">
        <p14:creationId xmlns:p14="http://schemas.microsoft.com/office/powerpoint/2010/main" val="2287646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FB29CFD-0F75-7723-62F3-1615A9758E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56758" y="457892"/>
            <a:ext cx="7704083" cy="1233055"/>
          </a:xfrm>
        </p:spPr>
        <p:txBody>
          <a:bodyPr/>
          <a:lstStyle/>
          <a:p>
            <a:r>
              <a:rPr lang="es-CO" dirty="0">
                <a:solidFill>
                  <a:schemeClr val="tx1"/>
                </a:solidFill>
              </a:rPr>
              <a:t>Calcular si un número es par o impar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A74518-8E3C-C932-2C0D-61CB6FB2E9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3A0405C-C571-3954-C077-367CB85F9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104" y="1074420"/>
            <a:ext cx="6561296" cy="624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261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D17413C9-8938-4247-9A46-4C5BAFF2CF77}"/>
              </a:ext>
            </a:extLst>
          </p:cNvPr>
          <p:cNvSpPr txBox="1">
            <a:spLocks/>
          </p:cNvSpPr>
          <p:nvPr/>
        </p:nvSpPr>
        <p:spPr>
          <a:xfrm>
            <a:off x="1120140" y="548548"/>
            <a:ext cx="8526780" cy="7064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4000" b="1" i="0" kern="1200" spc="0">
                <a:solidFill>
                  <a:schemeClr val="bg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77721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72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2pPr>
            <a:lvl3pPr marL="1295362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267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3pPr>
            <a:lvl4pPr marL="181350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4pPr>
            <a:lvl5pPr marL="233165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5pPr>
            <a:lvl6pPr marL="284979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794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8608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04230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>
                <a:solidFill>
                  <a:schemeClr val="tx1"/>
                </a:solidFill>
              </a:rPr>
              <a:t>Pseudocódigo: La Lógica Conversadita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C52FFA3-5EBC-4BA9-B890-1B749F57A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450" y="2263597"/>
            <a:ext cx="6788930" cy="324520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186E560-018B-4FEB-B94B-E56F44BE0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6532" y="2263597"/>
            <a:ext cx="3042341" cy="253700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C653506-BEEB-47AD-B24D-B01FAD14CDC2}"/>
              </a:ext>
            </a:extLst>
          </p:cNvPr>
          <p:cNvSpPr txBox="1"/>
          <p:nvPr/>
        </p:nvSpPr>
        <p:spPr>
          <a:xfrm>
            <a:off x="8709660" y="5508802"/>
            <a:ext cx="42793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400" dirty="0"/>
              <a:t>https://pseint.sourceforge.net/</a:t>
            </a:r>
          </a:p>
        </p:txBody>
      </p:sp>
    </p:spTree>
    <p:extLst>
      <p:ext uri="{BB962C8B-B14F-4D97-AF65-F5344CB8AC3E}">
        <p14:creationId xmlns:p14="http://schemas.microsoft.com/office/powerpoint/2010/main" val="622910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E4A1B3F-28BD-DD14-804C-462D102A41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91657" y="676225"/>
            <a:ext cx="5965606" cy="878256"/>
          </a:xfrm>
        </p:spPr>
        <p:txBody>
          <a:bodyPr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Creando Algoritmos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D4FF5F-5B86-E833-63B1-B3A958BCD0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45710" y="2435059"/>
            <a:ext cx="9326179" cy="1862621"/>
          </a:xfrm>
        </p:spPr>
        <p:txBody>
          <a:bodyPr>
            <a:normAutofit/>
          </a:bodyPr>
          <a:lstStyle/>
          <a:p>
            <a:r>
              <a:rPr lang="es-MX" sz="3000" b="1" dirty="0">
                <a:solidFill>
                  <a:schemeClr val="tx1"/>
                </a:solidFill>
              </a:rPr>
              <a:t>Desarrollar un algoritmo para:</a:t>
            </a:r>
          </a:p>
          <a:p>
            <a:pPr marL="514350" indent="-514350">
              <a:buAutoNum type="arabicPeriod"/>
            </a:pPr>
            <a:r>
              <a:rPr lang="es-MX" sz="3000" dirty="0">
                <a:solidFill>
                  <a:schemeClr val="tx1"/>
                </a:solidFill>
              </a:rPr>
              <a:t>Hacer una llamada telefónica</a:t>
            </a:r>
          </a:p>
          <a:p>
            <a:pPr marL="514350" indent="-514350">
              <a:buAutoNum type="arabicPeriod"/>
            </a:pPr>
            <a:r>
              <a:rPr lang="es-MX" sz="3000" dirty="0">
                <a:solidFill>
                  <a:schemeClr val="tx1"/>
                </a:solidFill>
              </a:rPr>
              <a:t>Encontrar el número mayor entre tres números dados</a:t>
            </a:r>
            <a:endParaRPr lang="es-CO" sz="3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946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3A7F1A8-FBA4-4AA4-A519-B2E0F19D287D}"/>
              </a:ext>
            </a:extLst>
          </p:cNvPr>
          <p:cNvSpPr txBox="1">
            <a:spLocks/>
          </p:cNvSpPr>
          <p:nvPr/>
        </p:nvSpPr>
        <p:spPr>
          <a:xfrm>
            <a:off x="242037" y="325320"/>
            <a:ext cx="10616463" cy="990654"/>
          </a:xfrm>
          <a:prstGeom prst="rect">
            <a:avLst/>
          </a:prstGeom>
        </p:spPr>
        <p:txBody>
          <a:bodyPr/>
          <a:lstStyle>
            <a:lvl1pPr algn="l" defTabSz="10362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87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ES" dirty="0"/>
              <a:t>Lenguajes de Programación</a:t>
            </a:r>
            <a:endParaRPr lang="es-CO" dirty="0"/>
          </a:p>
        </p:txBody>
      </p:sp>
      <p:pic>
        <p:nvPicPr>
          <p:cNvPr id="7" name="Picture 2" descr="21 Most Popular Programming Languages in the World (and where to learn them)">
            <a:extLst>
              <a:ext uri="{FF2B5EF4-FFF2-40B4-BE49-F238E27FC236}">
                <a16:creationId xmlns:a16="http://schemas.microsoft.com/office/drawing/2014/main" id="{6617804F-2B6E-4BE2-8F28-229E1D23D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8290" y="2160245"/>
            <a:ext cx="8281020" cy="422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9223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2C9B591-7411-4419-E670-2DBC3F403F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06C85F-BCFA-6CD6-9422-FF9DCAE5BA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F5317F-820C-34DD-3B0D-24B258161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" y="468783"/>
            <a:ext cx="5306589" cy="672068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0B63CC6-C46A-854A-6293-754A8B510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799" y="961240"/>
            <a:ext cx="7453591" cy="573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212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C11FA4-990C-C6F9-AD16-7E1DD6596D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9849" y="1302327"/>
            <a:ext cx="7699047" cy="706437"/>
          </a:xfrm>
        </p:spPr>
        <p:txBody>
          <a:bodyPr>
            <a:normAutofit/>
          </a:bodyPr>
          <a:lstStyle/>
          <a:p>
            <a:r>
              <a:rPr lang="es-CO" sz="2400" dirty="0">
                <a:solidFill>
                  <a:schemeClr val="tx1"/>
                </a:solidFill>
              </a:rPr>
              <a:t>Dos maneras de traducir nuestro código a lenguaje de máquina.</a:t>
            </a:r>
          </a:p>
        </p:txBody>
      </p:sp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F96664F2-385E-6BCA-21B6-68A3B9C48DF3}"/>
              </a:ext>
            </a:extLst>
          </p:cNvPr>
          <p:cNvSpPr txBox="1">
            <a:spLocks/>
          </p:cNvSpPr>
          <p:nvPr/>
        </p:nvSpPr>
        <p:spPr>
          <a:xfrm>
            <a:off x="3899469" y="485486"/>
            <a:ext cx="6018662" cy="12330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4000" b="1" i="0" kern="1200" spc="0">
                <a:solidFill>
                  <a:schemeClr val="bg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77721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72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2pPr>
            <a:lvl3pPr marL="1295362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267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3pPr>
            <a:lvl4pPr marL="181350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4pPr>
            <a:lvl5pPr marL="233165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5pPr>
            <a:lvl6pPr marL="284979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794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8608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04230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>
                <a:solidFill>
                  <a:schemeClr val="tx1"/>
                </a:solidFill>
              </a:rPr>
              <a:t>Compilados vs Interpretados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CD8D58C-209C-598C-2A37-3197D6F87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77780"/>
            <a:ext cx="12815088" cy="39593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9DE93B6-74CF-4A73-AE8D-FBD3F9980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684221"/>
            <a:ext cx="6084089" cy="230573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7A1F136-423B-4F11-A715-13F852219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0568" y="3475351"/>
            <a:ext cx="1198880" cy="120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5168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020733-D69A-F658-41A6-346A48793D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9847" y="944975"/>
            <a:ext cx="9717035" cy="706437"/>
          </a:xfrm>
        </p:spPr>
        <p:txBody>
          <a:bodyPr>
            <a:normAutofit fontScale="92500"/>
          </a:bodyPr>
          <a:lstStyle/>
          <a:p>
            <a:r>
              <a:rPr lang="es-CO" dirty="0">
                <a:solidFill>
                  <a:schemeClr val="tx1"/>
                </a:solidFill>
              </a:rPr>
              <a:t>Modelo de </a:t>
            </a:r>
            <a:r>
              <a:rPr lang="es-CO" dirty="0" err="1">
                <a:solidFill>
                  <a:schemeClr val="tx1"/>
                </a:solidFill>
              </a:rPr>
              <a:t>Von</a:t>
            </a:r>
            <a:r>
              <a:rPr lang="es-CO" dirty="0">
                <a:solidFill>
                  <a:schemeClr val="tx1"/>
                </a:solidFill>
              </a:rPr>
              <a:t> Neumann: Dónde y cómo se ejecuta nuestro código </a:t>
            </a:r>
          </a:p>
        </p:txBody>
      </p:sp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454930E9-5648-0688-7ED7-3B7AC8ABF377}"/>
              </a:ext>
            </a:extLst>
          </p:cNvPr>
          <p:cNvSpPr txBox="1">
            <a:spLocks/>
          </p:cNvSpPr>
          <p:nvPr/>
        </p:nvSpPr>
        <p:spPr>
          <a:xfrm>
            <a:off x="3640148" y="315479"/>
            <a:ext cx="6537303" cy="8168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4000" b="1" i="0" kern="1200" spc="0">
                <a:solidFill>
                  <a:schemeClr val="bg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77721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72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2pPr>
            <a:lvl3pPr marL="1295362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267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3pPr>
            <a:lvl4pPr marL="181350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4pPr>
            <a:lvl5pPr marL="233165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5pPr>
            <a:lvl6pPr marL="284979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794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8608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04230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>
                <a:solidFill>
                  <a:schemeClr val="tx1"/>
                </a:solidFill>
              </a:rPr>
              <a:t>Arquitectura de Computadoras: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31CB5FC-1EA0-9044-49DE-D59289948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847" y="1396481"/>
            <a:ext cx="5850898" cy="543094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92B44AA-A0AC-9671-B50F-60895CA5A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052" y="1471170"/>
            <a:ext cx="5534797" cy="161947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B853046-674F-6426-F302-9C6582232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052" y="3090646"/>
            <a:ext cx="5525271" cy="159089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945D564-52A0-8C11-7B31-FD9AB055E9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562" y="4708550"/>
            <a:ext cx="5468113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035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2FC60EA-B9E7-4D84-9CE9-BEC75ED0C6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Entorno de Programación en Python</a:t>
            </a:r>
            <a:endParaRPr lang="es-419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674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>
            <a:spLocks noGrp="1"/>
          </p:cNvSpPr>
          <p:nvPr>
            <p:ph type="title"/>
          </p:nvPr>
        </p:nvSpPr>
        <p:spPr>
          <a:xfrm>
            <a:off x="949960" y="413809"/>
            <a:ext cx="10524864" cy="150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7"/>
              <a:buFont typeface="Calibri"/>
              <a:buNone/>
            </a:pPr>
            <a:r>
              <a:rPr lang="es-CO" sz="49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sz="49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0"/>
          <p:cNvSpPr txBox="1">
            <a:spLocks noGrp="1"/>
          </p:cNvSpPr>
          <p:nvPr>
            <p:ph type="body" idx="1"/>
          </p:nvPr>
        </p:nvSpPr>
        <p:spPr>
          <a:xfrm>
            <a:off x="949960" y="2069042"/>
            <a:ext cx="5872480" cy="4931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9072" marR="0" lvl="0" indent="-2590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</a:pPr>
            <a:r>
              <a:rPr lang="es-CO" sz="31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Conjunto de conceptos, prácticas y criterios que permiten dar solución a una problemática en particular.</a:t>
            </a:r>
            <a:endParaRPr/>
          </a:p>
          <a:p>
            <a:pPr marL="259072" marR="0" lvl="0" indent="-259072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</a:pPr>
            <a:r>
              <a:rPr lang="es-CO" sz="31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Facilitan el desarrollo de software</a:t>
            </a:r>
            <a:endParaRPr/>
          </a:p>
          <a:p>
            <a:pPr marL="259072" marR="0" lvl="0" indent="-259072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</a:pPr>
            <a:r>
              <a:rPr lang="es-CO" sz="31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Incluye:</a:t>
            </a:r>
            <a:endParaRPr/>
          </a:p>
          <a:p>
            <a:pPr marL="777217" marR="0" lvl="1" indent="-259071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Char char="•"/>
            </a:pPr>
            <a:r>
              <a:rPr lang="es-CO"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Programas</a:t>
            </a:r>
            <a:endParaRPr sz="2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77217" marR="0" lvl="1" indent="-259071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Char char="•"/>
            </a:pPr>
            <a:r>
              <a:rPr lang="es-CO"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Bibliotecas</a:t>
            </a:r>
            <a:endParaRPr sz="2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77217" marR="0" lvl="1" indent="-259071" algn="l" rtl="0">
              <a:lnSpc>
                <a:spcPct val="90000"/>
              </a:lnSpc>
              <a:spcBef>
                <a:spcPts val="567"/>
              </a:spcBef>
              <a:spcAft>
                <a:spcPts val="0"/>
              </a:spcAft>
              <a:buClr>
                <a:schemeClr val="dk1"/>
              </a:buClr>
              <a:buSzPts val="2720"/>
              <a:buFont typeface="Arial"/>
              <a:buChar char="•"/>
            </a:pPr>
            <a:r>
              <a:rPr lang="es-CO" sz="27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Interpretado</a:t>
            </a:r>
            <a:endParaRPr sz="27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22440" y="2388277"/>
            <a:ext cx="6401693" cy="367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>
            <a:spLocks noGrp="1"/>
          </p:cNvSpPr>
          <p:nvPr>
            <p:ph type="title"/>
          </p:nvPr>
        </p:nvSpPr>
        <p:spPr>
          <a:xfrm>
            <a:off x="949960" y="413809"/>
            <a:ext cx="11917680" cy="150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7"/>
              <a:buFont typeface="Calibri"/>
              <a:buNone/>
            </a:pPr>
            <a:r>
              <a:rPr lang="es-CO" sz="49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IDE: Entorno de Desarrollo Integrado</a:t>
            </a:r>
            <a:endParaRPr sz="49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9"/>
          <p:cNvSpPr txBox="1">
            <a:spLocks noGrp="1"/>
          </p:cNvSpPr>
          <p:nvPr>
            <p:ph type="body" idx="1"/>
          </p:nvPr>
        </p:nvSpPr>
        <p:spPr>
          <a:xfrm>
            <a:off x="1430020" y="1820548"/>
            <a:ext cx="5872480" cy="4931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9072" marR="0" lvl="0" indent="-25907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</a:pPr>
            <a:r>
              <a:rPr lang="es-CO" sz="3173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Editor de texto</a:t>
            </a:r>
            <a:endParaRPr sz="317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9072" marR="0" lvl="0" indent="-259072" algn="l" rtl="0">
              <a:lnSpc>
                <a:spcPct val="8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</a:pPr>
            <a:r>
              <a:rPr lang="es-CO" sz="3173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Compilador / Intérprete </a:t>
            </a:r>
            <a:endParaRPr sz="317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9072" marR="0" lvl="0" indent="-259072" algn="l" rtl="0">
              <a:lnSpc>
                <a:spcPct val="8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</a:pPr>
            <a:r>
              <a:rPr lang="es-CO" sz="3173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Depurador</a:t>
            </a:r>
            <a:endParaRPr sz="317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9072" marR="0" lvl="0" indent="-259072" algn="l" rtl="0">
              <a:lnSpc>
                <a:spcPct val="8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</a:pPr>
            <a:r>
              <a:rPr lang="es-CO" sz="3173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Cliente*</a:t>
            </a:r>
            <a:endParaRPr dirty="0"/>
          </a:p>
          <a:p>
            <a:pPr marL="259072" marR="0" lvl="0" indent="-259072" algn="l" rtl="0">
              <a:lnSpc>
                <a:spcPct val="8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</a:pPr>
            <a:r>
              <a:rPr lang="es-CO" sz="3173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</a:t>
            </a:r>
            <a:endParaRPr sz="317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9072" marR="0" lvl="0" indent="-259072" algn="l" rtl="0">
              <a:lnSpc>
                <a:spcPct val="8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</a:pPr>
            <a:r>
              <a:rPr lang="es-CO" sz="3173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Facilidad para la creación de interfaces gráficas</a:t>
            </a:r>
          </a:p>
          <a:p>
            <a:pPr marL="259072" marR="0" lvl="0" indent="-259072" algn="l" rtl="0">
              <a:lnSpc>
                <a:spcPct val="8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</a:pPr>
            <a:r>
              <a:rPr lang="es-CO" dirty="0"/>
              <a:t>Copilotos</a:t>
            </a:r>
            <a:endParaRPr sz="317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9072" marR="0" lvl="0" indent="-57586" algn="l" rtl="0">
              <a:lnSpc>
                <a:spcPct val="8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None/>
            </a:pPr>
            <a:endParaRPr sz="317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39586E5-5B72-4BCD-B16E-EA3602DED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0" y="2098994"/>
            <a:ext cx="4570063" cy="306736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91FB8236-ECC2-4A71-AB79-95DE171FA4C4}"/>
              </a:ext>
            </a:extLst>
          </p:cNvPr>
          <p:cNvSpPr txBox="1">
            <a:spLocks/>
          </p:cNvSpPr>
          <p:nvPr/>
        </p:nvSpPr>
        <p:spPr>
          <a:xfrm>
            <a:off x="1485900" y="508024"/>
            <a:ext cx="9601200" cy="8168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4000" b="1" i="0" kern="1200" spc="0">
                <a:solidFill>
                  <a:schemeClr val="bg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77721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72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2pPr>
            <a:lvl3pPr marL="1295362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267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3pPr>
            <a:lvl4pPr marL="181350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4pPr>
            <a:lvl5pPr marL="233165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5pPr>
            <a:lvl6pPr marL="284979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794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8608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04230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dirty="0" err="1">
                <a:solidFill>
                  <a:schemeClr val="tx1"/>
                </a:solidFill>
              </a:rPr>
              <a:t>IDEs</a:t>
            </a:r>
            <a:r>
              <a:rPr lang="es-CO" dirty="0">
                <a:solidFill>
                  <a:schemeClr val="tx1"/>
                </a:solidFill>
              </a:rPr>
              <a:t> Python</a:t>
            </a:r>
          </a:p>
          <a:p>
            <a:pPr algn="ctr"/>
            <a:r>
              <a:rPr lang="es-CO" dirty="0">
                <a:solidFill>
                  <a:schemeClr val="tx1"/>
                </a:solidFill>
              </a:rPr>
              <a:t>VSC vs Google </a:t>
            </a:r>
            <a:r>
              <a:rPr lang="es-CO" dirty="0" err="1">
                <a:solidFill>
                  <a:schemeClr val="tx1"/>
                </a:solidFill>
              </a:rPr>
              <a:t>Colab</a:t>
            </a:r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482D530-5CB7-474F-8242-07B9A0C26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12351"/>
            <a:ext cx="4536556" cy="469137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A086658-249A-4EB3-99E4-8E84EC1DF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463" y="751092"/>
            <a:ext cx="1176778" cy="101751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FB3F668-2413-40A3-A358-2C37B9B04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391" y="868679"/>
            <a:ext cx="1260333" cy="9902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8A07DD8-5299-4357-9A16-5FAE7A478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550" y="3001333"/>
            <a:ext cx="6837381" cy="3113405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A967A5E0-9E88-4CE1-B7CD-9F3EDE5FBA1C}"/>
              </a:ext>
            </a:extLst>
          </p:cNvPr>
          <p:cNvSpPr txBox="1"/>
          <p:nvPr/>
        </p:nvSpPr>
        <p:spPr>
          <a:xfrm>
            <a:off x="8412480" y="6332220"/>
            <a:ext cx="2499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Familia de los notebooks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0417785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miro.medium.com/max/2000/1*5B4ggQq1H-oPg14tfqPo-Q.png">
            <a:extLst>
              <a:ext uri="{FF2B5EF4-FFF2-40B4-BE49-F238E27FC236}">
                <a16:creationId xmlns:a16="http://schemas.microsoft.com/office/drawing/2014/main" id="{08B2060F-7DE4-404C-9375-7369DA2E1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284" y="1232802"/>
            <a:ext cx="9843715" cy="5537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15B0851-2F77-43C8-9EA0-831F4F20EA45}"/>
              </a:ext>
            </a:extLst>
          </p:cNvPr>
          <p:cNvSpPr txBox="1"/>
          <p:nvPr/>
        </p:nvSpPr>
        <p:spPr>
          <a:xfrm>
            <a:off x="3177785" y="586471"/>
            <a:ext cx="6903720" cy="6463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 algn="ctr" defTabSz="1036290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4000" b="1" i="0" spc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777217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72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2pPr>
            <a:lvl3pPr marL="1295362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267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3pPr>
            <a:lvl4pPr marL="1813507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4pPr>
            <a:lvl5pPr marL="2331651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5pPr>
            <a:lvl6pPr marL="2849796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6pPr>
            <a:lvl7pPr marL="3367941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7pPr>
            <a:lvl8pPr marL="3886086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8pPr>
            <a:lvl9pPr marL="4404230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9pPr>
          </a:lstStyle>
          <a:p>
            <a:r>
              <a:rPr lang="es-CO" dirty="0"/>
              <a:t>Google </a:t>
            </a:r>
            <a:r>
              <a:rPr lang="es-CO" dirty="0" err="1"/>
              <a:t>Colab</a:t>
            </a:r>
            <a:endParaRPr lang="es-419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8A434AD-C9A7-46A8-9D48-F0B0BF402016}"/>
              </a:ext>
            </a:extLst>
          </p:cNvPr>
          <p:cNvSpPr txBox="1"/>
          <p:nvPr/>
        </p:nvSpPr>
        <p:spPr>
          <a:xfrm>
            <a:off x="726177" y="2391262"/>
            <a:ext cx="3825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Máquina virtual </a:t>
            </a:r>
            <a:r>
              <a:rPr lang="es-CO" b="1" dirty="0"/>
              <a:t>temporal</a:t>
            </a:r>
            <a:r>
              <a:rPr lang="es-CO" dirty="0"/>
              <a:t>, asignada en el momento de la </a:t>
            </a:r>
            <a:r>
              <a:rPr lang="es-CO" b="1" dirty="0"/>
              <a:t>ejecución</a:t>
            </a:r>
            <a:r>
              <a:rPr lang="es-CO" dirty="0"/>
              <a:t>. Almacenamiento usualmente en discos de estado sólido muy rápido.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D0524B3-287B-4A39-AA74-2C13D86CD886}"/>
              </a:ext>
            </a:extLst>
          </p:cNvPr>
          <p:cNvSpPr txBox="1"/>
          <p:nvPr/>
        </p:nvSpPr>
        <p:spPr>
          <a:xfrm>
            <a:off x="726177" y="3602843"/>
            <a:ext cx="2451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Las máquinas virtuales son creadas bajo demanda. </a:t>
            </a:r>
          </a:p>
        </p:txBody>
      </p:sp>
    </p:spTree>
    <p:extLst>
      <p:ext uri="{BB962C8B-B14F-4D97-AF65-F5344CB8AC3E}">
        <p14:creationId xmlns:p14="http://schemas.microsoft.com/office/powerpoint/2010/main" val="40453629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DE486CE8-20FD-402A-BD56-AB1EE5323933}"/>
              </a:ext>
            </a:extLst>
          </p:cNvPr>
          <p:cNvSpPr txBox="1">
            <a:spLocks/>
          </p:cNvSpPr>
          <p:nvPr/>
        </p:nvSpPr>
        <p:spPr>
          <a:xfrm>
            <a:off x="967206" y="5396344"/>
            <a:ext cx="11511199" cy="146641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59072" indent="-259072" algn="l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Char char="•"/>
              <a:defRPr sz="3173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1pPr>
            <a:lvl2pPr marL="77721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72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2pPr>
            <a:lvl3pPr marL="1295362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267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3pPr>
            <a:lvl4pPr marL="181350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4pPr>
            <a:lvl5pPr marL="233165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5pPr>
            <a:lvl6pPr marL="284979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794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8608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04230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Ambiente de programación COLAB de Google. Es un ambiente que provee todo lo necesario para programar en Python por medio de celdas, donde se escriben instrucciones de Python. </a:t>
            </a:r>
          </a:p>
          <a:p>
            <a:r>
              <a:rPr lang="es-ES" dirty="0"/>
              <a:t>Es necesario conectar a una máquina virtual (provista gratuitamente por Google) para poder ejecutar los programas. </a:t>
            </a:r>
          </a:p>
          <a:p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7F738E9-5457-4285-A69F-512184A1D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198" y="1753328"/>
            <a:ext cx="11139213" cy="309273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044DBB5-5960-4C78-9333-CD69642960A7}"/>
              </a:ext>
            </a:extLst>
          </p:cNvPr>
          <p:cNvSpPr txBox="1"/>
          <p:nvPr/>
        </p:nvSpPr>
        <p:spPr>
          <a:xfrm>
            <a:off x="3177785" y="586471"/>
            <a:ext cx="6903720" cy="6463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 algn="ctr" defTabSz="1036290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4000" b="1" i="0" spc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777217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72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2pPr>
            <a:lvl3pPr marL="1295362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267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3pPr>
            <a:lvl4pPr marL="1813507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4pPr>
            <a:lvl5pPr marL="2331651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5pPr>
            <a:lvl6pPr marL="2849796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6pPr>
            <a:lvl7pPr marL="3367941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7pPr>
            <a:lvl8pPr marL="3886086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8pPr>
            <a:lvl9pPr marL="4404230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9pPr>
          </a:lstStyle>
          <a:p>
            <a:r>
              <a:rPr lang="es-CO" dirty="0"/>
              <a:t>Google </a:t>
            </a:r>
            <a:r>
              <a:rPr lang="es-CO" dirty="0" err="1"/>
              <a:t>Colab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6102672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044DBB5-5960-4C78-9333-CD69642960A7}"/>
              </a:ext>
            </a:extLst>
          </p:cNvPr>
          <p:cNvSpPr txBox="1"/>
          <p:nvPr/>
        </p:nvSpPr>
        <p:spPr>
          <a:xfrm>
            <a:off x="3177785" y="586471"/>
            <a:ext cx="6903720" cy="6463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 algn="ctr" defTabSz="1036290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4000" b="1" i="0" spc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777217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72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2pPr>
            <a:lvl3pPr marL="1295362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267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3pPr>
            <a:lvl4pPr marL="1813507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4pPr>
            <a:lvl5pPr marL="2331651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5pPr>
            <a:lvl6pPr marL="2849796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6pPr>
            <a:lvl7pPr marL="3367941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7pPr>
            <a:lvl8pPr marL="3886086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8pPr>
            <a:lvl9pPr marL="4404230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9pPr>
          </a:lstStyle>
          <a:p>
            <a:r>
              <a:rPr lang="es-CO" dirty="0"/>
              <a:t>Google </a:t>
            </a:r>
            <a:r>
              <a:rPr lang="es-CO" dirty="0" err="1"/>
              <a:t>Colab</a:t>
            </a:r>
            <a:endParaRPr lang="es-419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8176ED2-A5DD-44D9-BB5E-4A610FCCCC3C}"/>
              </a:ext>
            </a:extLst>
          </p:cNvPr>
          <p:cNvSpPr txBox="1">
            <a:spLocks/>
          </p:cNvSpPr>
          <p:nvPr/>
        </p:nvSpPr>
        <p:spPr>
          <a:xfrm>
            <a:off x="838200" y="1433740"/>
            <a:ext cx="11620500" cy="646331"/>
          </a:xfrm>
          <a:prstGeom prst="rect">
            <a:avLst/>
          </a:prstGeom>
        </p:spPr>
        <p:txBody>
          <a:bodyPr/>
          <a:lstStyle>
            <a:lvl1pPr marL="259072" indent="-259072" algn="l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Char char="•"/>
              <a:defRPr sz="3173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1pPr>
            <a:lvl2pPr marL="77721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72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2pPr>
            <a:lvl3pPr marL="1295362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267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3pPr>
            <a:lvl4pPr marL="181350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4pPr>
            <a:lvl5pPr marL="233165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5pPr>
            <a:lvl6pPr marL="284979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794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8608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04230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Ingrese a la siguiente dirección: </a:t>
            </a:r>
            <a:r>
              <a:rPr lang="es-ES" dirty="0">
                <a:hlinkClick r:id="rId2"/>
              </a:rPr>
              <a:t>https://colab.research.google.com/</a:t>
            </a:r>
            <a:r>
              <a:rPr lang="es-ES" dirty="0"/>
              <a:t> </a:t>
            </a:r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DDE201F-9FAF-48CC-AEF1-02093D91C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171" y="2281009"/>
            <a:ext cx="10362558" cy="471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7346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A7E1D4C0-3BA9-4007-8065-1C9EE019EB8E}"/>
              </a:ext>
            </a:extLst>
          </p:cNvPr>
          <p:cNvSpPr txBox="1">
            <a:spLocks/>
          </p:cNvSpPr>
          <p:nvPr/>
        </p:nvSpPr>
        <p:spPr>
          <a:xfrm>
            <a:off x="1716809" y="1657706"/>
            <a:ext cx="10383982" cy="2045614"/>
          </a:xfrm>
          <a:prstGeom prst="rect">
            <a:avLst/>
          </a:prstGeom>
        </p:spPr>
        <p:txBody>
          <a:bodyPr>
            <a:normAutofit/>
          </a:bodyPr>
          <a:lstStyle>
            <a:lvl1pPr marL="259072" indent="-259072" algn="l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Char char="•"/>
              <a:defRPr sz="3173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1pPr>
            <a:lvl2pPr marL="77721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72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2pPr>
            <a:lvl3pPr marL="1295362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267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3pPr>
            <a:lvl4pPr marL="181350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4pPr>
            <a:lvl5pPr marL="233165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5pPr>
            <a:lvl6pPr marL="284979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794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8608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04230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 err="1"/>
              <a:t>Colab</a:t>
            </a:r>
            <a:r>
              <a:rPr lang="es-CO" dirty="0"/>
              <a:t> se basa en celdas, lo que corresponde a unidades de código que se ejecutan de manera independiente. </a:t>
            </a:r>
          </a:p>
          <a:p>
            <a:r>
              <a:rPr lang="es-CO" dirty="0"/>
              <a:t>En estas celdas se escriben expresiones propias del lenguaje de programación.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FCBEF26-813A-4711-B7F2-4954C5867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4069081"/>
            <a:ext cx="12192000" cy="284510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05FC3E3-430F-4A6C-8648-827875C3137E}"/>
              </a:ext>
            </a:extLst>
          </p:cNvPr>
          <p:cNvSpPr txBox="1"/>
          <p:nvPr/>
        </p:nvSpPr>
        <p:spPr>
          <a:xfrm>
            <a:off x="3177785" y="586471"/>
            <a:ext cx="6903720" cy="6463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 algn="ctr" defTabSz="1036290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4000" b="1" i="0" spc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777217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72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2pPr>
            <a:lvl3pPr marL="1295362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267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3pPr>
            <a:lvl4pPr marL="1813507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4pPr>
            <a:lvl5pPr marL="2331651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</a:defRPr>
            </a:lvl5pPr>
            <a:lvl6pPr marL="2849796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6pPr>
            <a:lvl7pPr marL="3367941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7pPr>
            <a:lvl8pPr marL="3886086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8pPr>
            <a:lvl9pPr marL="4404230" indent="-259072" defTabSz="1036290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/>
            </a:lvl9pPr>
          </a:lstStyle>
          <a:p>
            <a:r>
              <a:rPr lang="es-CO" dirty="0"/>
              <a:t>Google </a:t>
            </a:r>
            <a:r>
              <a:rPr lang="es-CO" dirty="0" err="1"/>
              <a:t>Colab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823568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478E9259-BDA8-CC50-77FA-5067079F548A}"/>
              </a:ext>
            </a:extLst>
          </p:cNvPr>
          <p:cNvSpPr txBox="1">
            <a:spLocks/>
          </p:cNvSpPr>
          <p:nvPr/>
        </p:nvSpPr>
        <p:spPr>
          <a:xfrm>
            <a:off x="4186278" y="485487"/>
            <a:ext cx="5445043" cy="7337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4000" b="1" i="0" kern="1200" spc="0">
                <a:solidFill>
                  <a:schemeClr val="bg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77721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72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2pPr>
            <a:lvl3pPr marL="1295362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267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3pPr>
            <a:lvl4pPr marL="181350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4pPr>
            <a:lvl5pPr marL="233165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5pPr>
            <a:lvl6pPr marL="284979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794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8608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04230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>
                <a:solidFill>
                  <a:schemeClr val="tx1"/>
                </a:solidFill>
              </a:rPr>
              <a:t>Repaso y Próximos Pasos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406768E-023E-6805-F0EC-79A9D70E2021}"/>
              </a:ext>
            </a:extLst>
          </p:cNvPr>
          <p:cNvSpPr txBox="1"/>
          <p:nvPr/>
        </p:nvSpPr>
        <p:spPr>
          <a:xfrm>
            <a:off x="4750676" y="1219201"/>
            <a:ext cx="4051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3200" dirty="0"/>
              <a:t>¿Qué aprendimos hoy?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CEF41E9-C219-FE85-8688-08AF9A4F0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94" y="1803976"/>
            <a:ext cx="8477410" cy="474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794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Meme Futurama Fry - Dudas? preguntas? - 6450604">
            <a:extLst>
              <a:ext uri="{FF2B5EF4-FFF2-40B4-BE49-F238E27FC236}">
                <a16:creationId xmlns:a16="http://schemas.microsoft.com/office/drawing/2014/main" id="{431D57C8-0B6F-36BB-508E-3CBA0932E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813" y="19812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5591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7411F3AA-5844-37BC-2251-9C7DC7723E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94460" y="2459660"/>
            <a:ext cx="11521440" cy="1426540"/>
          </a:xfrm>
        </p:spPr>
        <p:txBody>
          <a:bodyPr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Fundamentos de Programación para Ciencia de Datos</a:t>
            </a:r>
          </a:p>
          <a:p>
            <a:pPr algn="ctr"/>
            <a:endParaRPr lang="es-CO" dirty="0">
              <a:solidFill>
                <a:schemeClr val="tx1"/>
              </a:solidFill>
            </a:endParaRPr>
          </a:p>
          <a:p>
            <a:pPr algn="ctr"/>
            <a:endParaRPr lang="es-CO" dirty="0">
              <a:solidFill>
                <a:schemeClr val="tx1"/>
              </a:solidFill>
            </a:endParaRPr>
          </a:p>
          <a:p>
            <a:pPr algn="ctr"/>
            <a:r>
              <a:rPr lang="es-CO" sz="3200" dirty="0">
                <a:solidFill>
                  <a:schemeClr val="tx1"/>
                </a:solidFill>
              </a:rPr>
              <a:t>Conceptos Fundamentales de Programación Aplicados al Lenguaje Python</a:t>
            </a:r>
          </a:p>
        </p:txBody>
      </p:sp>
    </p:spTree>
    <p:extLst>
      <p:ext uri="{BB962C8B-B14F-4D97-AF65-F5344CB8AC3E}">
        <p14:creationId xmlns:p14="http://schemas.microsoft.com/office/powerpoint/2010/main" val="1540087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AA726DE4-15A5-4276-89FF-87D21DBD7AF2}"/>
              </a:ext>
            </a:extLst>
          </p:cNvPr>
          <p:cNvSpPr txBox="1">
            <a:spLocks/>
          </p:cNvSpPr>
          <p:nvPr/>
        </p:nvSpPr>
        <p:spPr>
          <a:xfrm>
            <a:off x="949959" y="736799"/>
            <a:ext cx="11917681" cy="977701"/>
          </a:xfrm>
          <a:prstGeom prst="rect">
            <a:avLst/>
          </a:prstGeom>
        </p:spPr>
        <p:txBody>
          <a:bodyPr/>
          <a:lstStyle>
            <a:lvl1pPr algn="l" defTabSz="10362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87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j-ea"/>
                <a:cs typeface="+mj-cs"/>
              </a:defRPr>
            </a:lvl1pPr>
          </a:lstStyle>
          <a:p>
            <a:r>
              <a:rPr lang="es-ES" dirty="0"/>
              <a:t>Estructura de un programa</a:t>
            </a:r>
            <a:endParaRPr lang="es-CO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6AA74E08-6E79-4A10-B612-F7711048CC73}"/>
              </a:ext>
            </a:extLst>
          </p:cNvPr>
          <p:cNvSpPr txBox="1">
            <a:spLocks/>
          </p:cNvSpPr>
          <p:nvPr/>
        </p:nvSpPr>
        <p:spPr>
          <a:xfrm>
            <a:off x="744220" y="1874520"/>
            <a:ext cx="7165340" cy="4966559"/>
          </a:xfrm>
          <a:prstGeom prst="rect">
            <a:avLst/>
          </a:prstGeom>
        </p:spPr>
        <p:txBody>
          <a:bodyPr>
            <a:normAutofit/>
          </a:bodyPr>
          <a:lstStyle>
            <a:lvl1pPr marL="259072" indent="-259072" algn="l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Char char="•"/>
              <a:defRPr sz="3173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1pPr>
            <a:lvl2pPr marL="77721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72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2pPr>
            <a:lvl3pPr marL="1295362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267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3pPr>
            <a:lvl4pPr marL="181350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4pPr>
            <a:lvl5pPr marL="233165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5pPr>
            <a:lvl6pPr marL="284979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794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8608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04230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dirty="0"/>
              <a:t>Un programa se construye a partir de variables y operadores, que permiten construir instrucciones o sentencias. </a:t>
            </a:r>
          </a:p>
          <a:p>
            <a:r>
              <a:rPr lang="es-ES" sz="2400" dirty="0"/>
              <a:t>Las sentencias pueden ser simples: aritméticas o lógicas, de asignación o lectura. O pueden ser compuestas: basadas en condiciones y ciclos. </a:t>
            </a:r>
          </a:p>
          <a:p>
            <a:r>
              <a:rPr lang="es-ES" sz="2400" dirty="0"/>
              <a:t>Finalmente, un programa se compone de un conjunto de </a:t>
            </a:r>
            <a:r>
              <a:rPr lang="es-ES" sz="2400" dirty="0" err="1"/>
              <a:t>sub-procedimientos</a:t>
            </a:r>
            <a:r>
              <a:rPr lang="es-ES" sz="2400" dirty="0"/>
              <a:t> genéricos llamados funciones. </a:t>
            </a:r>
          </a:p>
          <a:p>
            <a:r>
              <a:rPr lang="es-ES" sz="2400" dirty="0"/>
              <a:t>Funcionalmente, tenemos una entrada, un programa que opera sobre los valores y nos retorna una salida. La unión de todos estos elementos corresponde a un programa de computador. </a:t>
            </a:r>
            <a:endParaRPr lang="es-CO" sz="24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E79BCBB-63F0-4671-B373-76489CD7D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179286"/>
            <a:ext cx="3723584" cy="314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1395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>
            <a:spLocks noGrp="1"/>
          </p:cNvSpPr>
          <p:nvPr>
            <p:ph type="title"/>
          </p:nvPr>
        </p:nvSpPr>
        <p:spPr>
          <a:xfrm>
            <a:off x="949960" y="413809"/>
            <a:ext cx="11917800" cy="15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Tipos de datos</a:t>
            </a:r>
            <a:endParaRPr/>
          </a:p>
        </p:txBody>
      </p:sp>
      <p:sp>
        <p:nvSpPr>
          <p:cNvPr id="180" name="Google Shape;180;p21"/>
          <p:cNvSpPr txBox="1">
            <a:spLocks noGrp="1"/>
          </p:cNvSpPr>
          <p:nvPr>
            <p:ph type="body" idx="4294967295"/>
          </p:nvPr>
        </p:nvSpPr>
        <p:spPr>
          <a:xfrm>
            <a:off x="1028430" y="1916200"/>
            <a:ext cx="6115800" cy="49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9072" marR="0" lvl="0" indent="-259072" algn="l" rtl="0">
              <a:lnSpc>
                <a:spcPct val="10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</a:pPr>
            <a:r>
              <a:rPr lang="es-CO" dirty="0"/>
              <a:t>Numéricos</a:t>
            </a:r>
            <a:endParaRPr dirty="0"/>
          </a:p>
          <a:p>
            <a:pPr marL="777217" marR="0" lvl="1" indent="-259072" algn="l" rtl="0">
              <a:lnSpc>
                <a:spcPct val="100000"/>
              </a:lnSpc>
              <a:spcBef>
                <a:spcPts val="1133"/>
              </a:spcBef>
              <a:spcAft>
                <a:spcPts val="0"/>
              </a:spcAft>
              <a:buSzPts val="2720"/>
              <a:buChar char="•"/>
            </a:pPr>
            <a:r>
              <a:rPr lang="es-CO" dirty="0"/>
              <a:t>Entero, Entero largo, Entero corto. Signados y sin signo</a:t>
            </a:r>
            <a:endParaRPr dirty="0"/>
          </a:p>
          <a:p>
            <a:pPr marL="777217" marR="0" lvl="1" indent="-259072" algn="l" rtl="0">
              <a:lnSpc>
                <a:spcPct val="100000"/>
              </a:lnSpc>
              <a:spcBef>
                <a:spcPts val="1133"/>
              </a:spcBef>
              <a:spcAft>
                <a:spcPts val="0"/>
              </a:spcAft>
              <a:buSzPts val="2720"/>
              <a:buChar char="•"/>
            </a:pPr>
            <a:r>
              <a:rPr lang="es-CO" dirty="0"/>
              <a:t> Real</a:t>
            </a:r>
            <a:endParaRPr dirty="0"/>
          </a:p>
          <a:p>
            <a:pPr marL="914400" marR="0" lvl="0" indent="0" algn="l" rtl="0">
              <a:lnSpc>
                <a:spcPct val="100000"/>
              </a:lnSpc>
              <a:spcBef>
                <a:spcPts val="1133"/>
              </a:spcBef>
              <a:spcAft>
                <a:spcPts val="0"/>
              </a:spcAft>
              <a:buNone/>
            </a:pPr>
            <a:r>
              <a:rPr lang="es-CO" sz="2400" dirty="0"/>
              <a:t>15.10</a:t>
            </a:r>
            <a:endParaRPr sz="2400" dirty="0"/>
          </a:p>
          <a:p>
            <a:pPr marL="914400" marR="0" lvl="0" indent="0" algn="l" rtl="0">
              <a:lnSpc>
                <a:spcPct val="100000"/>
              </a:lnSpc>
              <a:spcBef>
                <a:spcPts val="1133"/>
              </a:spcBef>
              <a:spcAft>
                <a:spcPts val="0"/>
              </a:spcAft>
              <a:buNone/>
            </a:pPr>
            <a:r>
              <a:rPr lang="es-CO" sz="2400" dirty="0"/>
              <a:t>3.1416</a:t>
            </a:r>
            <a:endParaRPr sz="2400" dirty="0"/>
          </a:p>
          <a:p>
            <a:pPr marL="259072" marR="0" lvl="0" indent="-259072" algn="l" rtl="0">
              <a:lnSpc>
                <a:spcPct val="10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</a:pPr>
            <a:r>
              <a:rPr lang="es-CO" dirty="0"/>
              <a:t>Lógico </a:t>
            </a:r>
            <a:r>
              <a:rPr lang="es-CO" dirty="0" err="1"/>
              <a:t>ó</a:t>
            </a:r>
            <a:r>
              <a:rPr lang="es-CO" dirty="0"/>
              <a:t> booleano</a:t>
            </a:r>
            <a:endParaRPr dirty="0"/>
          </a:p>
          <a:p>
            <a:pPr marL="457200" marR="0" lvl="0" indent="0" algn="l" rtl="0">
              <a:lnSpc>
                <a:spcPct val="100000"/>
              </a:lnSpc>
              <a:spcBef>
                <a:spcPts val="1133"/>
              </a:spcBef>
              <a:spcAft>
                <a:spcPts val="0"/>
              </a:spcAft>
              <a:buNone/>
            </a:pPr>
            <a:r>
              <a:rPr lang="es-CO" sz="2400" dirty="0"/>
              <a:t>true - false</a:t>
            </a:r>
            <a:endParaRPr sz="2400" dirty="0"/>
          </a:p>
        </p:txBody>
      </p:sp>
      <p:sp>
        <p:nvSpPr>
          <p:cNvPr id="181" name="Google Shape;181;p21"/>
          <p:cNvSpPr txBox="1">
            <a:spLocks noGrp="1"/>
          </p:cNvSpPr>
          <p:nvPr>
            <p:ph type="body" idx="4294967295"/>
          </p:nvPr>
        </p:nvSpPr>
        <p:spPr>
          <a:xfrm>
            <a:off x="7383055" y="2021475"/>
            <a:ext cx="6115800" cy="49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9072" marR="0" lvl="0" indent="-259072" algn="l" rtl="0">
              <a:lnSpc>
                <a:spcPct val="10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</a:pPr>
            <a:r>
              <a:rPr lang="es-CO" dirty="0" err="1"/>
              <a:t>Caracter</a:t>
            </a:r>
            <a:r>
              <a:rPr lang="es-CO" dirty="0"/>
              <a:t> → Alfabético, Numéricos, Especiales</a:t>
            </a:r>
            <a:endParaRPr dirty="0"/>
          </a:p>
          <a:p>
            <a:pPr marL="457200" marR="0" lvl="0" indent="0" algn="l" rtl="0">
              <a:lnSpc>
                <a:spcPct val="100000"/>
              </a:lnSpc>
              <a:spcBef>
                <a:spcPts val="1133"/>
              </a:spcBef>
              <a:spcAft>
                <a:spcPts val="0"/>
              </a:spcAft>
              <a:buNone/>
            </a:pPr>
            <a:r>
              <a:rPr lang="es-CO" sz="2400" dirty="0"/>
              <a:t>‘a’  ´1’ ‘#´</a:t>
            </a:r>
            <a:endParaRPr sz="2400" dirty="0"/>
          </a:p>
          <a:p>
            <a:pPr marL="259072" marR="0" lvl="0" indent="-259072" algn="l" rtl="0">
              <a:lnSpc>
                <a:spcPct val="10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3173"/>
              <a:buFont typeface="Arial"/>
              <a:buChar char="•"/>
            </a:pPr>
            <a:r>
              <a:rPr lang="es-CO" dirty="0"/>
              <a:t>Cadena</a:t>
            </a:r>
            <a:endParaRPr dirty="0"/>
          </a:p>
          <a:p>
            <a:pPr marL="457200" marR="0" lvl="0" indent="0" algn="l" rtl="0">
              <a:lnSpc>
                <a:spcPct val="100000"/>
              </a:lnSpc>
              <a:spcBef>
                <a:spcPts val="1133"/>
              </a:spcBef>
              <a:spcAft>
                <a:spcPts val="0"/>
              </a:spcAft>
              <a:buNone/>
            </a:pPr>
            <a:r>
              <a:rPr lang="es-CO" sz="2400" dirty="0"/>
              <a:t>“a1#”</a:t>
            </a:r>
            <a:endParaRPr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>
            <a:spLocks noGrp="1"/>
          </p:cNvSpPr>
          <p:nvPr>
            <p:ph type="title"/>
          </p:nvPr>
        </p:nvSpPr>
        <p:spPr>
          <a:xfrm>
            <a:off x="949960" y="413809"/>
            <a:ext cx="11917800" cy="15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Constante - Variable</a:t>
            </a:r>
            <a:endParaRPr/>
          </a:p>
        </p:txBody>
      </p:sp>
      <p:sp>
        <p:nvSpPr>
          <p:cNvPr id="188" name="Google Shape;188;p22"/>
          <p:cNvSpPr txBox="1">
            <a:spLocks noGrp="1"/>
          </p:cNvSpPr>
          <p:nvPr>
            <p:ph type="body" idx="4294967295"/>
          </p:nvPr>
        </p:nvSpPr>
        <p:spPr>
          <a:xfrm>
            <a:off x="1028435" y="1916192"/>
            <a:ext cx="11917800" cy="49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9072" marR="0" lvl="0" indent="-209986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CO" sz="2400" dirty="0"/>
              <a:t>Constante: No cambia el valor durante la ejecución del programa</a:t>
            </a:r>
            <a:endParaRPr sz="2400" dirty="0"/>
          </a:p>
          <a:p>
            <a:pPr marL="777217" marR="0" lvl="1" indent="-238752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SzPts val="2400"/>
              <a:buChar char="•"/>
            </a:pPr>
            <a:r>
              <a:rPr lang="es-CO" sz="2400" dirty="0"/>
              <a:t>Si la constante es real la parte entera se separa de la parte decimal con punto</a:t>
            </a:r>
            <a:endParaRPr sz="2400" dirty="0"/>
          </a:p>
          <a:p>
            <a:pPr marL="777217" marR="0" lvl="1" indent="-238752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SzPts val="2400"/>
              <a:buChar char="•"/>
            </a:pPr>
            <a:r>
              <a:rPr lang="es-CO" sz="2400" dirty="0"/>
              <a:t>PI 3.141592</a:t>
            </a:r>
            <a:endParaRPr sz="2400" dirty="0"/>
          </a:p>
          <a:p>
            <a:pPr marL="777217" marR="0" lvl="1" indent="-238752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SzPts val="2400"/>
              <a:buChar char="•"/>
            </a:pPr>
            <a:r>
              <a:rPr lang="es-CO" sz="2400" dirty="0"/>
              <a:t>Son permitidas constantes en notación científica 3.3E</a:t>
            </a:r>
            <a:endParaRPr sz="2400" dirty="0"/>
          </a:p>
          <a:p>
            <a:pPr marL="259072" marR="0" lvl="0" indent="-209986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CO" sz="2400" dirty="0"/>
              <a:t>Variable: Cambia el valor durante la ejecución del programa</a:t>
            </a:r>
            <a:endParaRPr sz="2400" dirty="0"/>
          </a:p>
          <a:p>
            <a:pPr marL="777217" marR="0" lvl="1" indent="-238752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SzPts val="2400"/>
              <a:buChar char="•"/>
            </a:pPr>
            <a:r>
              <a:rPr lang="es-CO" sz="2400" dirty="0" err="1"/>
              <a:t>ContadorAutos</a:t>
            </a:r>
            <a:endParaRPr sz="2400" dirty="0"/>
          </a:p>
          <a:p>
            <a:pPr marL="0" marR="0" lvl="0" indent="0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None/>
            </a:pPr>
            <a:r>
              <a:rPr lang="es-CO" sz="2400" dirty="0"/>
              <a:t>Nombres(identificadores):</a:t>
            </a:r>
            <a:endParaRPr sz="2400" dirty="0"/>
          </a:p>
          <a:p>
            <a:pPr marL="0" marR="0" lvl="0" indent="0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None/>
            </a:pPr>
            <a:r>
              <a:rPr lang="es-CO" sz="2400" dirty="0"/>
              <a:t>	Cadena de caracteres alfanuméricos, el primero debe ser una </a:t>
            </a:r>
            <a:r>
              <a:rPr lang="es-CO" sz="2400" u="sng" dirty="0"/>
              <a:t>letra</a:t>
            </a:r>
            <a:endParaRPr sz="2400" u="sng" dirty="0"/>
          </a:p>
          <a:p>
            <a:pPr marL="0" marR="0" lvl="0" indent="0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None/>
            </a:pPr>
            <a:r>
              <a:rPr lang="es-CO" sz="2400" dirty="0"/>
              <a:t>	Pueden llevar _</a:t>
            </a:r>
            <a:endParaRPr sz="2400" dirty="0"/>
          </a:p>
          <a:p>
            <a:pPr marL="0" marR="0" lvl="0" indent="0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None/>
            </a:pPr>
            <a:r>
              <a:rPr lang="es-CO" sz="2400" dirty="0"/>
              <a:t>	No pueden llevar palabras reservadas de cada lenguaje</a:t>
            </a:r>
            <a:endParaRPr sz="2400" dirty="0"/>
          </a:p>
          <a:p>
            <a:pPr marL="0" marR="0" lvl="0" indent="0" algn="l" rtl="0">
              <a:lnSpc>
                <a:spcPct val="90000"/>
              </a:lnSpc>
              <a:spcBef>
                <a:spcPts val="1133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>
            <a:spLocks noGrp="1"/>
          </p:cNvSpPr>
          <p:nvPr>
            <p:ph type="title"/>
          </p:nvPr>
        </p:nvSpPr>
        <p:spPr>
          <a:xfrm>
            <a:off x="949960" y="413809"/>
            <a:ext cx="11917800" cy="15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Expresión</a:t>
            </a:r>
            <a:endParaRPr dirty="0"/>
          </a:p>
        </p:txBody>
      </p:sp>
      <p:sp>
        <p:nvSpPr>
          <p:cNvPr id="202" name="Google Shape;202;p24"/>
          <p:cNvSpPr txBox="1">
            <a:spLocks noGrp="1"/>
          </p:cNvSpPr>
          <p:nvPr>
            <p:ph type="body" idx="4294967295"/>
          </p:nvPr>
        </p:nvSpPr>
        <p:spPr>
          <a:xfrm>
            <a:off x="1028434" y="1899898"/>
            <a:ext cx="11839205" cy="427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30085" algn="l" rtl="0">
              <a:spcBef>
                <a:spcPts val="1133"/>
              </a:spcBef>
              <a:spcAft>
                <a:spcPts val="0"/>
              </a:spcAft>
              <a:buSzPts val="3173"/>
              <a:buChar char="•"/>
            </a:pPr>
            <a:r>
              <a:rPr lang="es-CO" dirty="0"/>
              <a:t>Combinación de constantes, variables, símbolos de operación, datos, instrucciones del </a:t>
            </a:r>
            <a:r>
              <a:rPr lang="es-CO" dirty="0" err="1"/>
              <a:t>lenguaje,etc</a:t>
            </a:r>
            <a:r>
              <a:rPr lang="es-CO" dirty="0"/>
              <a:t>..</a:t>
            </a:r>
          </a:p>
          <a:p>
            <a:pPr marL="457200" lvl="0" indent="-430085" algn="l" rtl="0">
              <a:spcBef>
                <a:spcPts val="1133"/>
              </a:spcBef>
              <a:spcAft>
                <a:spcPts val="0"/>
              </a:spcAft>
              <a:buSzPts val="3173"/>
              <a:buChar char="•"/>
            </a:pPr>
            <a:endParaRPr lang="es-CO" dirty="0"/>
          </a:p>
          <a:p>
            <a:pPr marL="27115" lvl="0" indent="0" algn="l" rtl="0">
              <a:spcBef>
                <a:spcPts val="1133"/>
              </a:spcBef>
              <a:spcAft>
                <a:spcPts val="0"/>
              </a:spcAft>
              <a:buSzPts val="3173"/>
              <a:buNone/>
            </a:pPr>
            <a:endParaRPr dirty="0"/>
          </a:p>
          <a:p>
            <a:pPr marL="0" lvl="0" indent="0" algn="ctr" rtl="0">
              <a:spcBef>
                <a:spcPts val="1133"/>
              </a:spcBef>
              <a:spcAft>
                <a:spcPts val="0"/>
              </a:spcAft>
              <a:buNone/>
            </a:pPr>
            <a:r>
              <a:rPr lang="es-CO" dirty="0"/>
              <a:t>Resultado = 2*PI*4</a:t>
            </a:r>
          </a:p>
          <a:p>
            <a:pPr marL="0" lvl="0" indent="0" algn="ctr" rtl="0">
              <a:spcBef>
                <a:spcPts val="1133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l" rtl="0">
              <a:spcBef>
                <a:spcPts val="1133"/>
              </a:spcBef>
              <a:spcAft>
                <a:spcPts val="0"/>
              </a:spcAft>
              <a:buNone/>
            </a:pPr>
            <a:endParaRPr lang="es-CO" dirty="0"/>
          </a:p>
          <a:p>
            <a:pPr marL="0" lvl="0" indent="0" algn="l" rtl="0">
              <a:spcBef>
                <a:spcPts val="1133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133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>
            <a:spLocks noGrp="1"/>
          </p:cNvSpPr>
          <p:nvPr>
            <p:ph type="title"/>
          </p:nvPr>
        </p:nvSpPr>
        <p:spPr>
          <a:xfrm>
            <a:off x="949960" y="413809"/>
            <a:ext cx="11917800" cy="15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Expresiones aritméticas</a:t>
            </a:r>
            <a:endParaRPr/>
          </a:p>
        </p:txBody>
      </p:sp>
      <p:pic>
        <p:nvPicPr>
          <p:cNvPr id="209" name="Google Shape;20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150" y="2810824"/>
            <a:ext cx="8775576" cy="309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5"/>
          <p:cNvSpPr txBox="1"/>
          <p:nvPr/>
        </p:nvSpPr>
        <p:spPr>
          <a:xfrm>
            <a:off x="2495500" y="2198513"/>
            <a:ext cx="36978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/>
              <a:t>Operadores aritméticos</a:t>
            </a:r>
            <a:endParaRPr sz="2000"/>
          </a:p>
        </p:txBody>
      </p:sp>
      <p:sp>
        <p:nvSpPr>
          <p:cNvPr id="211" name="Google Shape;211;p25"/>
          <p:cNvSpPr txBox="1"/>
          <p:nvPr/>
        </p:nvSpPr>
        <p:spPr>
          <a:xfrm>
            <a:off x="1674650" y="5042577"/>
            <a:ext cx="5403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,%</a:t>
            </a:r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10117600" y="2810825"/>
            <a:ext cx="21141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Entero o Real</a:t>
            </a:r>
            <a:endParaRPr/>
          </a:p>
        </p:txBody>
      </p:sp>
      <p:sp>
        <p:nvSpPr>
          <p:cNvPr id="213" name="Google Shape;213;p25"/>
          <p:cNvSpPr txBox="1"/>
          <p:nvPr/>
        </p:nvSpPr>
        <p:spPr>
          <a:xfrm>
            <a:off x="10117600" y="3268025"/>
            <a:ext cx="21141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Entero o Real</a:t>
            </a:r>
            <a:endParaRPr/>
          </a:p>
        </p:txBody>
      </p:sp>
      <p:sp>
        <p:nvSpPr>
          <p:cNvPr id="214" name="Google Shape;214;p25"/>
          <p:cNvSpPr txBox="1"/>
          <p:nvPr/>
        </p:nvSpPr>
        <p:spPr>
          <a:xfrm>
            <a:off x="10117600" y="3725225"/>
            <a:ext cx="21141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Entero o Real</a:t>
            </a:r>
            <a:endParaRPr/>
          </a:p>
        </p:txBody>
      </p:sp>
      <p:sp>
        <p:nvSpPr>
          <p:cNvPr id="215" name="Google Shape;215;p25"/>
          <p:cNvSpPr txBox="1"/>
          <p:nvPr/>
        </p:nvSpPr>
        <p:spPr>
          <a:xfrm>
            <a:off x="10117600" y="4106225"/>
            <a:ext cx="21141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Real</a:t>
            </a:r>
            <a:endParaRPr/>
          </a:p>
        </p:txBody>
      </p:sp>
      <p:sp>
        <p:nvSpPr>
          <p:cNvPr id="216" name="Google Shape;216;p25"/>
          <p:cNvSpPr txBox="1"/>
          <p:nvPr/>
        </p:nvSpPr>
        <p:spPr>
          <a:xfrm>
            <a:off x="10117600" y="4639625"/>
            <a:ext cx="21141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Entero</a:t>
            </a:r>
            <a:endParaRPr/>
          </a:p>
        </p:txBody>
      </p:sp>
      <p:sp>
        <p:nvSpPr>
          <p:cNvPr id="217" name="Google Shape;217;p25"/>
          <p:cNvSpPr txBox="1"/>
          <p:nvPr/>
        </p:nvSpPr>
        <p:spPr>
          <a:xfrm>
            <a:off x="10117600" y="5094925"/>
            <a:ext cx="21141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Entero</a:t>
            </a:r>
            <a:endParaRPr/>
          </a:p>
        </p:txBody>
      </p:sp>
      <p:sp>
        <p:nvSpPr>
          <p:cNvPr id="218" name="Google Shape;218;p25"/>
          <p:cNvSpPr txBox="1"/>
          <p:nvPr/>
        </p:nvSpPr>
        <p:spPr>
          <a:xfrm>
            <a:off x="10117600" y="5550225"/>
            <a:ext cx="21141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Real</a:t>
            </a:r>
            <a:endParaRPr/>
          </a:p>
        </p:txBody>
      </p:sp>
      <p:sp>
        <p:nvSpPr>
          <p:cNvPr id="219" name="Google Shape;219;p25"/>
          <p:cNvSpPr txBox="1"/>
          <p:nvPr/>
        </p:nvSpPr>
        <p:spPr>
          <a:xfrm>
            <a:off x="4004050" y="6056475"/>
            <a:ext cx="4710300" cy="7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++ Incremento unitario → Entero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--   Decremento unitario → Entero</a:t>
            </a:r>
            <a:endParaRPr sz="1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/>
        </p:nvSpPr>
        <p:spPr>
          <a:xfrm>
            <a:off x="949960" y="413809"/>
            <a:ext cx="10661700" cy="15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7"/>
              <a:buFont typeface="Calibri"/>
              <a:buNone/>
            </a:pPr>
            <a:r>
              <a:rPr lang="es-CO" sz="498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Precedencia Operadores</a:t>
            </a:r>
            <a:endParaRPr/>
          </a:p>
        </p:txBody>
      </p:sp>
      <p:pic>
        <p:nvPicPr>
          <p:cNvPr id="225" name="Google Shape;22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7497" y="1549399"/>
            <a:ext cx="6235004" cy="503927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6"/>
          <p:cNvSpPr/>
          <p:nvPr/>
        </p:nvSpPr>
        <p:spPr>
          <a:xfrm>
            <a:off x="8931058" y="3858016"/>
            <a:ext cx="275700" cy="43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6"/>
          <p:cNvSpPr txBox="1"/>
          <p:nvPr/>
        </p:nvSpPr>
        <p:spPr>
          <a:xfrm>
            <a:off x="8718115" y="6588672"/>
            <a:ext cx="3129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Fuente: https://www.aprenderaprogramar.com</a:t>
            </a:r>
            <a:endParaRPr/>
          </a:p>
        </p:txBody>
      </p:sp>
      <p:sp>
        <p:nvSpPr>
          <p:cNvPr id="228" name="Google Shape;228;p26"/>
          <p:cNvSpPr txBox="1"/>
          <p:nvPr/>
        </p:nvSpPr>
        <p:spPr>
          <a:xfrm>
            <a:off x="841675" y="3366725"/>
            <a:ext cx="3670800" cy="16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/>
              <a:t>Si se tienen varios operadores con la misma precedencia se resuelve siempre por la izquierda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>
            <a:spLocks noGrp="1"/>
          </p:cNvSpPr>
          <p:nvPr>
            <p:ph type="title"/>
          </p:nvPr>
        </p:nvSpPr>
        <p:spPr>
          <a:xfrm>
            <a:off x="949960" y="413809"/>
            <a:ext cx="11917800" cy="15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/>
              <a:t>Ejemplos</a:t>
            </a:r>
            <a:endParaRPr/>
          </a:p>
        </p:txBody>
      </p:sp>
      <p:sp>
        <p:nvSpPr>
          <p:cNvPr id="235" name="Google Shape;235;p27"/>
          <p:cNvSpPr txBox="1">
            <a:spLocks noGrp="1"/>
          </p:cNvSpPr>
          <p:nvPr>
            <p:ph type="body" idx="4294967295"/>
          </p:nvPr>
        </p:nvSpPr>
        <p:spPr>
          <a:xfrm>
            <a:off x="1028435" y="1916192"/>
            <a:ext cx="11917800" cy="49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133"/>
              </a:spcBef>
              <a:spcAft>
                <a:spcPts val="0"/>
              </a:spcAft>
              <a:buNone/>
            </a:pPr>
            <a:r>
              <a:rPr lang="es-CO" dirty="0"/>
              <a:t>3*a+4/5</a:t>
            </a:r>
            <a:endParaRPr dirty="0"/>
          </a:p>
          <a:p>
            <a:pPr marL="0" lvl="0" indent="0" algn="ctr" rtl="0">
              <a:spcBef>
                <a:spcPts val="1133"/>
              </a:spcBef>
              <a:spcAft>
                <a:spcPts val="0"/>
              </a:spcAft>
              <a:buNone/>
            </a:pPr>
            <a:r>
              <a:rPr lang="es-CO" dirty="0"/>
              <a:t>2*PI*4</a:t>
            </a:r>
            <a:endParaRPr dirty="0"/>
          </a:p>
          <a:p>
            <a:pPr marL="0" lvl="0" indent="0" algn="ctr" rtl="0">
              <a:spcBef>
                <a:spcPts val="1133"/>
              </a:spcBef>
              <a:spcAft>
                <a:spcPts val="0"/>
              </a:spcAft>
              <a:buNone/>
            </a:pPr>
            <a:r>
              <a:rPr lang="es-CO" dirty="0"/>
              <a:t>5*(</a:t>
            </a:r>
            <a:r>
              <a:rPr lang="es-CO" dirty="0" err="1"/>
              <a:t>x+y</a:t>
            </a:r>
            <a:r>
              <a:rPr lang="es-CO" dirty="0"/>
              <a:t>)</a:t>
            </a:r>
            <a:endParaRPr dirty="0"/>
          </a:p>
          <a:p>
            <a:pPr marL="0" lvl="0" indent="0" algn="ctr" rtl="0">
              <a:spcBef>
                <a:spcPts val="1133"/>
              </a:spcBef>
              <a:spcAft>
                <a:spcPts val="0"/>
              </a:spcAft>
              <a:buNone/>
            </a:pPr>
            <a:r>
              <a:rPr lang="es-CO" dirty="0"/>
              <a:t>3-(10+2)</a:t>
            </a:r>
            <a:endParaRPr dirty="0"/>
          </a:p>
          <a:p>
            <a:pPr marL="0" lvl="0" indent="0" algn="ctr" rtl="0">
              <a:spcBef>
                <a:spcPts val="1133"/>
              </a:spcBef>
              <a:spcAft>
                <a:spcPts val="0"/>
              </a:spcAft>
              <a:buNone/>
            </a:pPr>
            <a:r>
              <a:rPr lang="es-CO" dirty="0"/>
              <a:t>12+3*7+5*4</a:t>
            </a:r>
            <a:endParaRPr dirty="0"/>
          </a:p>
          <a:p>
            <a:pPr marL="0" lvl="0" indent="0" algn="l" rtl="0">
              <a:spcBef>
                <a:spcPts val="1133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 txBox="1">
            <a:spLocks noGrp="1"/>
          </p:cNvSpPr>
          <p:nvPr>
            <p:ph type="title"/>
          </p:nvPr>
        </p:nvSpPr>
        <p:spPr>
          <a:xfrm>
            <a:off x="949960" y="413809"/>
            <a:ext cx="10661700" cy="15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7"/>
              <a:buFont typeface="Calibri"/>
              <a:buNone/>
            </a:pPr>
            <a:r>
              <a:rPr lang="es-CO"/>
              <a:t>Expresiones Lógicas (booleanas)</a:t>
            </a:r>
            <a:endParaRPr/>
          </a:p>
        </p:txBody>
      </p:sp>
      <p:graphicFrame>
        <p:nvGraphicFramePr>
          <p:cNvPr id="241" name="Google Shape;241;p28"/>
          <p:cNvGraphicFramePr/>
          <p:nvPr>
            <p:extLst>
              <p:ext uri="{D42A27DB-BD31-4B8C-83A1-F6EECF244321}">
                <p14:modId xmlns:p14="http://schemas.microsoft.com/office/powerpoint/2010/main" val="3490081945"/>
              </p:ext>
            </p:extLst>
          </p:nvPr>
        </p:nvGraphicFramePr>
        <p:xfrm>
          <a:off x="1482389" y="2924680"/>
          <a:ext cx="10323788" cy="281642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7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8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65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 u="none" strike="noStrike" cap="none"/>
                        <a:t>Operador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/>
                        <a:t>Uso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/>
                        <a:t>Resultado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 dirty="0"/>
                        <a:t>Python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/>
                        <a:t>O</a:t>
                      </a:r>
                      <a:r>
                        <a:rPr lang="es-CO" sz="2040" baseline="-25000"/>
                        <a:t>1 </a:t>
                      </a:r>
                      <a:r>
                        <a:rPr lang="es-CO" sz="2040"/>
                        <a:t>= O</a:t>
                      </a:r>
                      <a:r>
                        <a:rPr lang="es-CO" sz="2040" baseline="-250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 dirty="0"/>
                        <a:t>Es verdadero cuando O</a:t>
                      </a:r>
                      <a:r>
                        <a:rPr lang="es-CO" sz="2040" baseline="-25000" dirty="0"/>
                        <a:t>1</a:t>
                      </a:r>
                      <a:r>
                        <a:rPr lang="es-CO" sz="2040" dirty="0"/>
                        <a:t> es igual a O</a:t>
                      </a:r>
                      <a:r>
                        <a:rPr lang="es-CO" sz="2040" baseline="-25000" dirty="0"/>
                        <a:t>2</a:t>
                      </a:r>
                      <a:r>
                        <a:rPr lang="es-CO" sz="2040" dirty="0"/>
                        <a:t> 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/>
                        <a:t>==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/>
                        <a:t>&lt;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/>
                        <a:t>O</a:t>
                      </a:r>
                      <a:r>
                        <a:rPr lang="es-CO" sz="2040" baseline="-25000"/>
                        <a:t>1 </a:t>
                      </a:r>
                      <a:r>
                        <a:rPr lang="es-CO" sz="2040"/>
                        <a:t>&lt; O</a:t>
                      </a:r>
                      <a:r>
                        <a:rPr lang="es-CO" sz="2040" baseline="-250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/>
                        <a:t>Es verdadero cuando O</a:t>
                      </a:r>
                      <a:r>
                        <a:rPr lang="es-CO" sz="2040" baseline="-25000"/>
                        <a:t>1</a:t>
                      </a:r>
                      <a:r>
                        <a:rPr lang="es-CO" sz="2040"/>
                        <a:t> es menor que O</a:t>
                      </a:r>
                      <a:r>
                        <a:rPr lang="es-CO" sz="2040" baseline="-25000"/>
                        <a:t>2</a:t>
                      </a:r>
                      <a:r>
                        <a:rPr lang="es-CO" sz="2040"/>
                        <a:t>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/>
                        <a:t>&lt;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/>
                        <a:t>&gt;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/>
                        <a:t>O</a:t>
                      </a:r>
                      <a:r>
                        <a:rPr lang="es-CO" sz="2040" baseline="-25000"/>
                        <a:t>1</a:t>
                      </a:r>
                      <a:r>
                        <a:rPr lang="es-CO" sz="2040"/>
                        <a:t>&gt;O</a:t>
                      </a:r>
                      <a:r>
                        <a:rPr lang="es-CO" sz="2040" baseline="-250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/>
                        <a:t>Es verdadero cuando O</a:t>
                      </a:r>
                      <a:r>
                        <a:rPr lang="es-CO" sz="2040" baseline="-25000"/>
                        <a:t>1</a:t>
                      </a:r>
                      <a:r>
                        <a:rPr lang="es-CO" sz="2040"/>
                        <a:t> es mayor que O</a:t>
                      </a:r>
                      <a:r>
                        <a:rPr lang="es-CO" sz="2040" baseline="-25000"/>
                        <a:t>2</a:t>
                      </a:r>
                      <a:r>
                        <a:rPr lang="es-CO" sz="2040"/>
                        <a:t> </a:t>
                      </a:r>
                      <a:endParaRPr sz="204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/>
                        <a:t>&gt;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/>
                        <a:t>&lt;=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/>
                        <a:t>O</a:t>
                      </a:r>
                      <a:r>
                        <a:rPr lang="es-CO" sz="2040" baseline="-25000"/>
                        <a:t>1</a:t>
                      </a:r>
                      <a:r>
                        <a:rPr lang="es-CO" sz="2040"/>
                        <a:t>&lt;=O</a:t>
                      </a:r>
                      <a:r>
                        <a:rPr lang="es-CO" sz="2040" baseline="-250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/>
                        <a:t>Es verdadero cuando O</a:t>
                      </a:r>
                      <a:r>
                        <a:rPr lang="es-CO" sz="2040" baseline="-25000"/>
                        <a:t>1</a:t>
                      </a:r>
                      <a:r>
                        <a:rPr lang="es-CO" sz="2040"/>
                        <a:t> es menor o igual que O</a:t>
                      </a:r>
                      <a:r>
                        <a:rPr lang="es-CO" sz="2040" baseline="-25000"/>
                        <a:t>2</a:t>
                      </a:r>
                      <a:r>
                        <a:rPr lang="es-CO" sz="2040"/>
                        <a:t>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/>
                        <a:t>&lt;=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/>
                        <a:t>&gt;=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/>
                        <a:t>O</a:t>
                      </a:r>
                      <a:r>
                        <a:rPr lang="es-CO" sz="2040" baseline="-25000"/>
                        <a:t>1</a:t>
                      </a:r>
                      <a:r>
                        <a:rPr lang="es-CO" sz="2040"/>
                        <a:t>&gt;=O</a:t>
                      </a:r>
                      <a:r>
                        <a:rPr lang="es-CO" sz="2040" baseline="-250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/>
                        <a:t>Es verdadero cuando O</a:t>
                      </a:r>
                      <a:r>
                        <a:rPr lang="es-CO" sz="2040" baseline="-25000"/>
                        <a:t>1</a:t>
                      </a:r>
                      <a:r>
                        <a:rPr lang="es-CO" sz="2040"/>
                        <a:t> es mayor o igual que O</a:t>
                      </a:r>
                      <a:r>
                        <a:rPr lang="es-CO" sz="2040" baseline="-25000"/>
                        <a:t>2</a:t>
                      </a:r>
                      <a:r>
                        <a:rPr lang="es-CO" sz="2040"/>
                        <a:t>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/>
                        <a:t>&gt;=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/>
                        <a:t>&lt;&gt;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/>
                        <a:t>O</a:t>
                      </a:r>
                      <a:r>
                        <a:rPr lang="es-CO" sz="2040" baseline="-25000"/>
                        <a:t>1</a:t>
                      </a:r>
                      <a:r>
                        <a:rPr lang="es-CO" sz="2040"/>
                        <a:t>&lt;&gt;O</a:t>
                      </a:r>
                      <a:r>
                        <a:rPr lang="es-CO" sz="2040" baseline="-250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/>
                        <a:t>Es verdadero cuando O</a:t>
                      </a:r>
                      <a:r>
                        <a:rPr lang="es-CO" sz="2040" baseline="-25000"/>
                        <a:t>1</a:t>
                      </a:r>
                      <a:r>
                        <a:rPr lang="es-CO" sz="2040"/>
                        <a:t> es diferente a O</a:t>
                      </a:r>
                      <a:r>
                        <a:rPr lang="es-CO" sz="2040" baseline="-25000"/>
                        <a:t>2</a:t>
                      </a:r>
                      <a:endParaRPr sz="204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 dirty="0"/>
                        <a:t>!=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2" name="Google Shape;242;p28"/>
          <p:cNvSpPr txBox="1"/>
          <p:nvPr/>
        </p:nvSpPr>
        <p:spPr>
          <a:xfrm>
            <a:off x="949950" y="2015888"/>
            <a:ext cx="36978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/>
              <a:t>Operadoresde relación</a:t>
            </a:r>
            <a:endParaRPr sz="2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 txBox="1"/>
          <p:nvPr/>
        </p:nvSpPr>
        <p:spPr>
          <a:xfrm>
            <a:off x="1701477" y="471683"/>
            <a:ext cx="8660115" cy="91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7"/>
              <a:buFont typeface="Calibri"/>
              <a:buNone/>
            </a:pPr>
            <a:r>
              <a:rPr lang="es-CO" sz="498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Expresiones Lógicas (booleanas)</a:t>
            </a:r>
            <a:endParaRPr dirty="0"/>
          </a:p>
        </p:txBody>
      </p:sp>
      <p:graphicFrame>
        <p:nvGraphicFramePr>
          <p:cNvPr id="248" name="Google Shape;248;p29"/>
          <p:cNvGraphicFramePr/>
          <p:nvPr>
            <p:extLst>
              <p:ext uri="{D42A27DB-BD31-4B8C-83A1-F6EECF244321}">
                <p14:modId xmlns:p14="http://schemas.microsoft.com/office/powerpoint/2010/main" val="2551096788"/>
              </p:ext>
            </p:extLst>
          </p:nvPr>
        </p:nvGraphicFramePr>
        <p:xfrm>
          <a:off x="1144222" y="2770612"/>
          <a:ext cx="10962897" cy="19202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59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4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27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/>
                        <a:t>Operador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/>
                        <a:t>Uso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/>
                        <a:t>Resultado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 dirty="0"/>
                        <a:t>Python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 (AND)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/>
                        <a:t>P</a:t>
                      </a:r>
                      <a:r>
                        <a:rPr lang="es-CO" sz="2040" baseline="-25000"/>
                        <a:t>1 </a:t>
                      </a:r>
                      <a:r>
                        <a:rPr lang="es-CO" sz="2040"/>
                        <a:t>Y P</a:t>
                      </a:r>
                      <a:r>
                        <a:rPr lang="es-CO" sz="2040" baseline="-250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/>
                        <a:t>Verdadero cuando P</a:t>
                      </a:r>
                      <a:r>
                        <a:rPr lang="es-CO" sz="2040" baseline="-25000"/>
                        <a:t>1</a:t>
                      </a:r>
                      <a:r>
                        <a:rPr lang="es-CO" sz="2040"/>
                        <a:t> es verdadera y P</a:t>
                      </a:r>
                      <a:r>
                        <a:rPr lang="es-CO" sz="2040" baseline="-25000"/>
                        <a:t>2 </a:t>
                      </a:r>
                      <a:r>
                        <a:rPr lang="es-CO" sz="2040"/>
                        <a:t>es verdadera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 dirty="0"/>
                        <a:t>and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/>
                        <a:t>O (OR)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/>
                        <a:t>P</a:t>
                      </a:r>
                      <a:r>
                        <a:rPr lang="es-CO" sz="2040" baseline="-25000"/>
                        <a:t>1 </a:t>
                      </a:r>
                      <a:r>
                        <a:rPr lang="es-CO" sz="2040"/>
                        <a:t>O P</a:t>
                      </a:r>
                      <a:r>
                        <a:rPr lang="es-CO" sz="2040" baseline="-250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/>
                        <a:t>Verdadero cuando cualquiera P</a:t>
                      </a:r>
                      <a:r>
                        <a:rPr lang="es-CO" sz="2040" baseline="-25000"/>
                        <a:t>1 </a:t>
                      </a:r>
                      <a:r>
                        <a:rPr lang="es-CO" sz="2040"/>
                        <a:t>o P</a:t>
                      </a:r>
                      <a:r>
                        <a:rPr lang="es-CO" sz="2040" baseline="-25000"/>
                        <a:t>2</a:t>
                      </a:r>
                      <a:r>
                        <a:rPr lang="es-CO" sz="2040"/>
                        <a:t> es verdadera o ambas son verdaderas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 dirty="0" err="1"/>
                        <a:t>or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/>
                        <a:t>NO (NOT)</a:t>
                      </a:r>
                      <a:endParaRPr sz="204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40"/>
                        <a:buFont typeface="Calibri"/>
                        <a:buNone/>
                      </a:pPr>
                      <a:r>
                        <a:rPr lang="es-CO" sz="2040"/>
                        <a:t>NO P</a:t>
                      </a:r>
                      <a:r>
                        <a:rPr lang="es-CO" sz="2040" baseline="-250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/>
                        <a:t>Verdadero si P</a:t>
                      </a:r>
                      <a:r>
                        <a:rPr lang="es-CO" sz="2040" baseline="-25000"/>
                        <a:t>2</a:t>
                      </a:r>
                      <a:r>
                        <a:rPr lang="es-CO" sz="2040"/>
                        <a:t> antes de la operación era falso</a:t>
                      </a:r>
                      <a:endParaRPr sz="204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2040" dirty="0" err="1"/>
                        <a:t>not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9" name="Google Shape;249;p29"/>
          <p:cNvSpPr txBox="1"/>
          <p:nvPr/>
        </p:nvSpPr>
        <p:spPr>
          <a:xfrm>
            <a:off x="949950" y="2015888"/>
            <a:ext cx="36978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/>
              <a:t>Operadores lógicos</a:t>
            </a:r>
            <a:endParaRPr sz="2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>
            <a:spLocks noGrp="1"/>
          </p:cNvSpPr>
          <p:nvPr>
            <p:ph type="title"/>
          </p:nvPr>
        </p:nvSpPr>
        <p:spPr>
          <a:xfrm>
            <a:off x="949960" y="413809"/>
            <a:ext cx="10599000" cy="15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87"/>
              <a:buFont typeface="Calibri"/>
              <a:buNone/>
            </a:pPr>
            <a:r>
              <a:rPr lang="es-CO"/>
              <a:t>Operaciones de asignación</a:t>
            </a:r>
            <a:endParaRPr/>
          </a:p>
        </p:txBody>
      </p:sp>
      <p:sp>
        <p:nvSpPr>
          <p:cNvPr id="263" name="Google Shape;263;p31"/>
          <p:cNvSpPr txBox="1"/>
          <p:nvPr/>
        </p:nvSpPr>
        <p:spPr>
          <a:xfrm>
            <a:off x="1118750" y="1982350"/>
            <a:ext cx="61434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/>
              <a:t>Sirven para asignar valores a una variable</a:t>
            </a:r>
            <a:endParaRPr sz="1800"/>
          </a:p>
        </p:txBody>
      </p:sp>
      <p:graphicFrame>
        <p:nvGraphicFramePr>
          <p:cNvPr id="264" name="Google Shape;264;p31"/>
          <p:cNvGraphicFramePr/>
          <p:nvPr/>
        </p:nvGraphicFramePr>
        <p:xfrm>
          <a:off x="1717975" y="3071075"/>
          <a:ext cx="10127175" cy="28344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5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Aritmética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Var1 = 5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Var2 = 3.5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Var3 = Var1 - Var2</a:t>
                      </a:r>
                      <a:endParaRPr sz="1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Lógica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Luz1on=true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Luz2on=true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todason = Luz1on Y Luz2on</a:t>
                      </a:r>
                      <a:endParaRPr sz="1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Cadenas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ciudad = ”Medellin”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ciudad = “medellin”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Caracteres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car = ‘a’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CO" sz="1800">
                          <a:solidFill>
                            <a:schemeClr val="dk1"/>
                          </a:solidFill>
                        </a:rPr>
                        <a:t>car = ‘b’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car = ‘c’</a:t>
                      </a:r>
                      <a:endParaRPr sz="1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Especiales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Var1 += 5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Var1 = Var 1 + 5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Var2 -= 1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Var2 = Var2 - 1</a:t>
                      </a:r>
                      <a:endParaRPr sz="1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*=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/=</a:t>
                      </a:r>
                      <a:endParaRPr sz="18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%=</a:t>
                      </a:r>
                      <a:endParaRPr sz="1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E667070-07A6-4367-8D61-CFB431816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40" y="526601"/>
            <a:ext cx="9032631" cy="1325563"/>
          </a:xfrm>
        </p:spPr>
        <p:txBody>
          <a:bodyPr/>
          <a:lstStyle/>
          <a:p>
            <a:r>
              <a:rPr lang="es-ES" dirty="0"/>
              <a:t>Sentencias - Instrucciones</a:t>
            </a:r>
            <a:endParaRPr lang="es-CO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5FB2225-E39A-400F-BCDD-AABDDE1D9A9F}"/>
              </a:ext>
            </a:extLst>
          </p:cNvPr>
          <p:cNvSpPr txBox="1">
            <a:spLocks/>
          </p:cNvSpPr>
          <p:nvPr/>
        </p:nvSpPr>
        <p:spPr>
          <a:xfrm>
            <a:off x="1386840" y="2511425"/>
            <a:ext cx="10515600" cy="4071592"/>
          </a:xfrm>
          <a:prstGeom prst="rect">
            <a:avLst/>
          </a:prstGeom>
          <a:noFill/>
        </p:spPr>
        <p:txBody>
          <a:bodyPr>
            <a:normAutofit fontScale="70000" lnSpcReduction="20000"/>
          </a:bodyPr>
          <a:lstStyle>
            <a:lvl1pPr marL="259072" indent="-259072" algn="l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Char char="•"/>
              <a:defRPr sz="3173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1pPr>
            <a:lvl2pPr marL="77721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72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2pPr>
            <a:lvl3pPr marL="1295362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267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3pPr>
            <a:lvl4pPr marL="181350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4pPr>
            <a:lvl5pPr marL="233165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>
                    <a:lumMod val="75000"/>
                    <a:lumOff val="25000"/>
                  </a:schemeClr>
                </a:solidFill>
                <a:latin typeface="Flama Condensed Light" panose="02000000000000000000" pitchFamily="50" charset="0"/>
                <a:ea typeface="+mn-ea"/>
                <a:cs typeface="+mn-cs"/>
              </a:defRPr>
            </a:lvl5pPr>
            <a:lvl6pPr marL="284979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794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8608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04230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Las instrucciones de tipo imperativas son los comandos que, dentro del programa, ejecutan las acciones necesarias. </a:t>
            </a:r>
          </a:p>
          <a:p>
            <a:r>
              <a:rPr lang="es-ES" dirty="0"/>
              <a:t>La acción más simple es la de asignación, donde a una variable se le define su valor: </a:t>
            </a:r>
          </a:p>
          <a:p>
            <a:pPr lvl="1"/>
            <a:r>
              <a:rPr lang="es-ES" dirty="0"/>
              <a:t>A=10</a:t>
            </a:r>
          </a:p>
          <a:p>
            <a:pPr lvl="1"/>
            <a:r>
              <a:rPr lang="es-ES" dirty="0"/>
              <a:t>B=20</a:t>
            </a:r>
          </a:p>
          <a:p>
            <a:pPr lvl="1"/>
            <a:r>
              <a:rPr lang="es-ES" dirty="0"/>
              <a:t>C=“Hola”</a:t>
            </a:r>
          </a:p>
          <a:p>
            <a:r>
              <a:rPr lang="es-ES" dirty="0"/>
              <a:t>Cuando la variable está en una expresión a la derecha, el proceso que se desarrolla es de lectura del valor de la variable. </a:t>
            </a:r>
          </a:p>
          <a:p>
            <a:pPr lvl="1"/>
            <a:r>
              <a:rPr lang="es-ES" dirty="0"/>
              <a:t>D=A+B</a:t>
            </a:r>
          </a:p>
          <a:p>
            <a:r>
              <a:rPr lang="es-ES" dirty="0"/>
              <a:t>En ocasiones esto se realiza de manera simultánea. Primero se evalúa la expresión de la derecha y luego se asigna a la izquierda. </a:t>
            </a:r>
          </a:p>
          <a:p>
            <a:pPr lvl="1"/>
            <a:r>
              <a:rPr lang="es-ES" dirty="0"/>
              <a:t>A=A+B*D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296415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2B439-87E4-4621-83E6-1FA9D0351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 y Construcción de Algoritmos</a:t>
            </a:r>
            <a:endParaRPr lang="es-419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B39D351-80A3-4967-AE72-27A8C3767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85" y="2515151"/>
            <a:ext cx="2921150" cy="324501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E6A7500-9258-41AB-90A7-D951EDA0A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495" y="2674158"/>
            <a:ext cx="2381305" cy="242408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ED50446-4F1D-47BC-9DDC-DAC68D7EE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891" y="3168613"/>
            <a:ext cx="5607338" cy="143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8201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9E916-40EC-48CD-A495-4D4FFEC86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760" y="825289"/>
            <a:ext cx="10617200" cy="1643591"/>
          </a:xfrm>
        </p:spPr>
        <p:txBody>
          <a:bodyPr/>
          <a:lstStyle/>
          <a:p>
            <a:r>
              <a:rPr lang="es-CO" sz="3600" dirty="0">
                <a:solidFill>
                  <a:srgbClr val="000000"/>
                </a:solidFill>
                <a:latin typeface="Arial Narrow" panose="020B0606020202030204" pitchFamily="34" charset="0"/>
                <a:ea typeface="Calibri" panose="020F0502020204030204" pitchFamily="34" charset="0"/>
              </a:rPr>
              <a:t>EJEMPLO: </a:t>
            </a:r>
            <a:br>
              <a:rPr lang="es-CO" sz="3600" dirty="0">
                <a:solidFill>
                  <a:srgbClr val="000000"/>
                </a:solidFill>
                <a:latin typeface="Arial Narrow" panose="020B0606020202030204" pitchFamily="34" charset="0"/>
                <a:ea typeface="Calibri" panose="020F0502020204030204" pitchFamily="34" charset="0"/>
              </a:rPr>
            </a:br>
            <a:br>
              <a:rPr lang="es-CO" sz="200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</a:rPr>
            </a:br>
            <a:r>
              <a:rPr lang="es-CO" sz="200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</a:rPr>
              <a:t>Diseñe un algoritmo que: Pida el nombre y 4 notas para un estudiante, entre 0 y 5. La nota 1 y 2 valen 20% cada una, las notas 3 y 4 valen 30% cada una. Calcule la definitiva</a:t>
            </a:r>
            <a:endParaRPr lang="es-419" sz="4800" dirty="0">
              <a:latin typeface="Arial Narrow" panose="020B060602020203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96E770-784A-4265-A993-DDB0BF819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380" y="2468880"/>
            <a:ext cx="7566660" cy="465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457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5E81C08-3D4F-45DB-8C8C-F9E27D9CD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25389"/>
            <a:ext cx="7398432" cy="610312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153C7F8-2C34-4E24-A16C-EB27AE5BE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990911"/>
            <a:ext cx="8399780" cy="290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6131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28014-EA0F-417B-87F6-4BB47FBDE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460" y="345229"/>
            <a:ext cx="11917680" cy="1502305"/>
          </a:xfrm>
        </p:spPr>
        <p:txBody>
          <a:bodyPr/>
          <a:lstStyle/>
          <a:p>
            <a:r>
              <a:rPr lang="es-ES" dirty="0"/>
              <a:t>Análisis y Codificación de un programa (Sugerida)</a:t>
            </a:r>
            <a:endParaRPr lang="es-419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2DF2C9C-FE19-4727-BAF0-6A77B6EFA85E}"/>
              </a:ext>
            </a:extLst>
          </p:cNvPr>
          <p:cNvSpPr/>
          <p:nvPr/>
        </p:nvSpPr>
        <p:spPr>
          <a:xfrm>
            <a:off x="3246120" y="3219134"/>
            <a:ext cx="3177540" cy="6629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Qué Datos Necesito Solicitar como entradas</a:t>
            </a:r>
            <a:endParaRPr lang="es-419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568F8EE-8869-4BFA-BBD5-4D55EE075004}"/>
              </a:ext>
            </a:extLst>
          </p:cNvPr>
          <p:cNvSpPr/>
          <p:nvPr/>
        </p:nvSpPr>
        <p:spPr>
          <a:xfrm>
            <a:off x="3246120" y="1706248"/>
            <a:ext cx="3177540" cy="6629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Qué librerías necesito</a:t>
            </a:r>
            <a:endParaRPr lang="es-419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4CFC34E-20FA-4D1A-9269-DF42A6CCCB3D}"/>
              </a:ext>
            </a:extLst>
          </p:cNvPr>
          <p:cNvSpPr/>
          <p:nvPr/>
        </p:nvSpPr>
        <p:spPr>
          <a:xfrm>
            <a:off x="3246120" y="2462691"/>
            <a:ext cx="3177540" cy="6629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Qué Constantes Necesito</a:t>
            </a:r>
            <a:endParaRPr lang="es-419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038027A-9C22-448A-8C17-74038AED5120}"/>
              </a:ext>
            </a:extLst>
          </p:cNvPr>
          <p:cNvSpPr/>
          <p:nvPr/>
        </p:nvSpPr>
        <p:spPr>
          <a:xfrm>
            <a:off x="3246120" y="3975577"/>
            <a:ext cx="3177540" cy="6629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Qué Datos Necesito definir para las salidas</a:t>
            </a:r>
            <a:endParaRPr lang="es-419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70AA429-6EA9-4114-A303-27AD6E94FAE5}"/>
              </a:ext>
            </a:extLst>
          </p:cNvPr>
          <p:cNvSpPr/>
          <p:nvPr/>
        </p:nvSpPr>
        <p:spPr>
          <a:xfrm>
            <a:off x="3246120" y="4732020"/>
            <a:ext cx="3177540" cy="6629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Qué debo validar</a:t>
            </a:r>
            <a:endParaRPr lang="es-419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2DEA5C8-B2B5-44F4-B3D5-DAADB69794E9}"/>
              </a:ext>
            </a:extLst>
          </p:cNvPr>
          <p:cNvSpPr/>
          <p:nvPr/>
        </p:nvSpPr>
        <p:spPr>
          <a:xfrm>
            <a:off x="3246120" y="5496715"/>
            <a:ext cx="3177540" cy="6629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Qué debo Iterar</a:t>
            </a:r>
            <a:endParaRPr lang="es-419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008C45E-7FB1-4B64-B030-A25BECA62640}"/>
              </a:ext>
            </a:extLst>
          </p:cNvPr>
          <p:cNvSpPr/>
          <p:nvPr/>
        </p:nvSpPr>
        <p:spPr>
          <a:xfrm>
            <a:off x="3246120" y="6261410"/>
            <a:ext cx="3177540" cy="6629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Qué  Operaciones necesito</a:t>
            </a:r>
            <a:endParaRPr lang="es-419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CA0E6D6-C761-4AB2-99DF-AAD17939974B}"/>
              </a:ext>
            </a:extLst>
          </p:cNvPr>
          <p:cNvSpPr/>
          <p:nvPr/>
        </p:nvSpPr>
        <p:spPr>
          <a:xfrm>
            <a:off x="7771130" y="1521305"/>
            <a:ext cx="3177540" cy="6629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Zona de </a:t>
            </a:r>
            <a:r>
              <a:rPr lang="es-ES" dirty="0" err="1"/>
              <a:t>Imports</a:t>
            </a:r>
            <a:endParaRPr lang="es-419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4B61DF2-6C75-42CD-8AB5-C38892D4A410}"/>
              </a:ext>
            </a:extLst>
          </p:cNvPr>
          <p:cNvSpPr/>
          <p:nvPr/>
        </p:nvSpPr>
        <p:spPr>
          <a:xfrm>
            <a:off x="7771130" y="2304733"/>
            <a:ext cx="3177540" cy="116362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Zona de declaración e inicialización</a:t>
            </a:r>
            <a:endParaRPr lang="es-419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BD38468-2F72-4E48-A1BB-1D913F90D0B5}"/>
              </a:ext>
            </a:extLst>
          </p:cNvPr>
          <p:cNvSpPr/>
          <p:nvPr/>
        </p:nvSpPr>
        <p:spPr>
          <a:xfrm>
            <a:off x="7771130" y="3583779"/>
            <a:ext cx="3177540" cy="6629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Operaciones de lectura</a:t>
            </a:r>
            <a:endParaRPr lang="es-419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914CC2-52EC-41AF-AFB2-8DCB94947DD3}"/>
              </a:ext>
            </a:extLst>
          </p:cNvPr>
          <p:cNvSpPr/>
          <p:nvPr/>
        </p:nvSpPr>
        <p:spPr>
          <a:xfrm>
            <a:off x="7771130" y="5537022"/>
            <a:ext cx="3177540" cy="6629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Operaciones de  escritura</a:t>
            </a:r>
            <a:endParaRPr lang="es-419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DB13170-CE03-4E10-A139-82C9BDEFF8C6}"/>
              </a:ext>
            </a:extLst>
          </p:cNvPr>
          <p:cNvSpPr/>
          <p:nvPr/>
        </p:nvSpPr>
        <p:spPr>
          <a:xfrm>
            <a:off x="7771130" y="4327589"/>
            <a:ext cx="3177540" cy="112856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Instrucciones para la validación y operación</a:t>
            </a:r>
            <a:endParaRPr lang="es-419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97370FC-D433-4857-881D-733AF1B810F0}"/>
              </a:ext>
            </a:extLst>
          </p:cNvPr>
          <p:cNvSpPr/>
          <p:nvPr/>
        </p:nvSpPr>
        <p:spPr>
          <a:xfrm>
            <a:off x="7452360" y="2211231"/>
            <a:ext cx="5532120" cy="41916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s-ES" dirty="0"/>
              <a:t>try</a:t>
            </a:r>
            <a:endParaRPr lang="es-419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C8891B1-8BEE-4A85-A073-DEBD0A8A71C0}"/>
              </a:ext>
            </a:extLst>
          </p:cNvPr>
          <p:cNvSpPr/>
          <p:nvPr/>
        </p:nvSpPr>
        <p:spPr>
          <a:xfrm>
            <a:off x="7452360" y="6496365"/>
            <a:ext cx="5532120" cy="66294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s-ES" dirty="0" err="1"/>
              <a:t>except</a:t>
            </a:r>
            <a:r>
              <a:rPr lang="es-ES" dirty="0"/>
              <a:t>  &lt;Error a atrapar&gt;   :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8091156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0AA5D-7B1B-4565-89F6-3FF8ABB7F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Manejando Errores</a:t>
            </a:r>
            <a:endParaRPr lang="es-419" dirty="0"/>
          </a:p>
        </p:txBody>
      </p:sp>
      <p:pic>
        <p:nvPicPr>
          <p:cNvPr id="1030" name="Picture 6" descr="Essential Pitcher-Catcher Communication">
            <a:extLst>
              <a:ext uri="{FF2B5EF4-FFF2-40B4-BE49-F238E27FC236}">
                <a16:creationId xmlns:a16="http://schemas.microsoft.com/office/drawing/2014/main" id="{8C9E8089-3C86-4489-9EC0-4F6E83660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380" y="2644139"/>
            <a:ext cx="5424805" cy="3642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lecha: a la derecha con muesca 7">
            <a:extLst>
              <a:ext uri="{FF2B5EF4-FFF2-40B4-BE49-F238E27FC236}">
                <a16:creationId xmlns:a16="http://schemas.microsoft.com/office/drawing/2014/main" id="{E28C1A45-0A96-432A-A823-C98BBFA664D5}"/>
              </a:ext>
            </a:extLst>
          </p:cNvPr>
          <p:cNvSpPr/>
          <p:nvPr/>
        </p:nvSpPr>
        <p:spPr>
          <a:xfrm rot="1050680">
            <a:off x="2163650" y="1995568"/>
            <a:ext cx="2364497" cy="90677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Bloque try</a:t>
            </a:r>
            <a:endParaRPr lang="es-419" dirty="0"/>
          </a:p>
        </p:txBody>
      </p:sp>
      <p:sp>
        <p:nvSpPr>
          <p:cNvPr id="9" name="Flecha: a la derecha con muesca 8">
            <a:extLst>
              <a:ext uri="{FF2B5EF4-FFF2-40B4-BE49-F238E27FC236}">
                <a16:creationId xmlns:a16="http://schemas.microsoft.com/office/drawing/2014/main" id="{AE2811DB-85AF-433D-9975-3E2C2D339BFA}"/>
              </a:ext>
            </a:extLst>
          </p:cNvPr>
          <p:cNvSpPr/>
          <p:nvPr/>
        </p:nvSpPr>
        <p:spPr>
          <a:xfrm rot="1050680">
            <a:off x="715130" y="4800326"/>
            <a:ext cx="2364497" cy="906779"/>
          </a:xfrm>
          <a:prstGeom prst="notch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Bloque catch</a:t>
            </a:r>
            <a:endParaRPr lang="es-419" dirty="0"/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06424CC7-3A62-4BA2-89A3-FC920D904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095370"/>
              </p:ext>
            </p:extLst>
          </p:nvPr>
        </p:nvGraphicFramePr>
        <p:xfrm>
          <a:off x="8586069" y="1545492"/>
          <a:ext cx="3011913" cy="5312511"/>
        </p:xfrm>
        <a:graphic>
          <a:graphicData uri="http://schemas.openxmlformats.org/drawingml/2006/table">
            <a:tbl>
              <a:tblPr/>
              <a:tblGrid>
                <a:gridCol w="3011913">
                  <a:extLst>
                    <a:ext uri="{9D8B030D-6E8A-4147-A177-3AD203B41FA5}">
                      <a16:colId xmlns:a16="http://schemas.microsoft.com/office/drawing/2014/main" val="366647481"/>
                    </a:ext>
                  </a:extLst>
                </a:gridCol>
              </a:tblGrid>
              <a:tr h="217228">
                <a:tc>
                  <a:txBody>
                    <a:bodyPr/>
                    <a:lstStyle/>
                    <a:p>
                      <a:r>
                        <a:rPr lang="es-419" sz="1000"/>
                        <a:t>Tipo de excepción</a:t>
                      </a:r>
                    </a:p>
                  </a:txBody>
                  <a:tcPr marL="43027" marR="43027" marT="21514" marB="215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728871"/>
                  </a:ext>
                </a:extLst>
              </a:tr>
              <a:tr h="217228">
                <a:tc>
                  <a:txBody>
                    <a:bodyPr/>
                    <a:lstStyle/>
                    <a:p>
                      <a:r>
                        <a:rPr lang="es-419" sz="1000"/>
                        <a:t>ZeroDivisionError</a:t>
                      </a:r>
                    </a:p>
                  </a:txBody>
                  <a:tcPr marL="43027" marR="43027" marT="21514" marB="215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8712110"/>
                  </a:ext>
                </a:extLst>
              </a:tr>
              <a:tr h="373051">
                <a:tc>
                  <a:txBody>
                    <a:bodyPr/>
                    <a:lstStyle/>
                    <a:p>
                      <a:r>
                        <a:rPr lang="es-419" sz="1000"/>
                        <a:t>ValueError</a:t>
                      </a:r>
                    </a:p>
                  </a:txBody>
                  <a:tcPr marL="43027" marR="43027" marT="21514" marB="215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473204"/>
                  </a:ext>
                </a:extLst>
              </a:tr>
              <a:tr h="373051">
                <a:tc>
                  <a:txBody>
                    <a:bodyPr/>
                    <a:lstStyle/>
                    <a:p>
                      <a:r>
                        <a:rPr lang="es-419" sz="1000" dirty="0" err="1"/>
                        <a:t>TypeError</a:t>
                      </a:r>
                      <a:endParaRPr lang="es-419" sz="1000" dirty="0"/>
                    </a:p>
                  </a:txBody>
                  <a:tcPr marL="43027" marR="43027" marT="21514" marB="215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490465"/>
                  </a:ext>
                </a:extLst>
              </a:tr>
              <a:tr h="373051">
                <a:tc>
                  <a:txBody>
                    <a:bodyPr/>
                    <a:lstStyle/>
                    <a:p>
                      <a:r>
                        <a:rPr lang="es-419" sz="1000"/>
                        <a:t>IndexError</a:t>
                      </a:r>
                    </a:p>
                  </a:txBody>
                  <a:tcPr marL="43027" marR="43027" marT="21514" marB="215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3735141"/>
                  </a:ext>
                </a:extLst>
              </a:tr>
              <a:tr h="373051">
                <a:tc>
                  <a:txBody>
                    <a:bodyPr/>
                    <a:lstStyle/>
                    <a:p>
                      <a:r>
                        <a:rPr lang="es-419" sz="1000"/>
                        <a:t>KeyError</a:t>
                      </a:r>
                    </a:p>
                  </a:txBody>
                  <a:tcPr marL="43027" marR="43027" marT="21514" marB="215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4295330"/>
                  </a:ext>
                </a:extLst>
              </a:tr>
              <a:tr h="217228">
                <a:tc>
                  <a:txBody>
                    <a:bodyPr/>
                    <a:lstStyle/>
                    <a:p>
                      <a:r>
                        <a:rPr lang="es-419" sz="1000"/>
                        <a:t>FileNotFoundError</a:t>
                      </a:r>
                    </a:p>
                  </a:txBody>
                  <a:tcPr marL="43027" marR="43027" marT="21514" marB="215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5885447"/>
                  </a:ext>
                </a:extLst>
              </a:tr>
              <a:tr h="373051">
                <a:tc>
                  <a:txBody>
                    <a:bodyPr/>
                    <a:lstStyle/>
                    <a:p>
                      <a:r>
                        <a:rPr lang="es-419" sz="1000"/>
                        <a:t>IOError</a:t>
                      </a:r>
                    </a:p>
                  </a:txBody>
                  <a:tcPr marL="43027" marR="43027" marT="21514" marB="215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3457813"/>
                  </a:ext>
                </a:extLst>
              </a:tr>
              <a:tr h="217228">
                <a:tc>
                  <a:txBody>
                    <a:bodyPr/>
                    <a:lstStyle/>
                    <a:p>
                      <a:r>
                        <a:rPr lang="es-419" sz="1000"/>
                        <a:t>ImportError</a:t>
                      </a:r>
                    </a:p>
                  </a:txBody>
                  <a:tcPr marL="43027" marR="43027" marT="21514" marB="215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063335"/>
                  </a:ext>
                </a:extLst>
              </a:tr>
              <a:tr h="217228">
                <a:tc>
                  <a:txBody>
                    <a:bodyPr/>
                    <a:lstStyle/>
                    <a:p>
                      <a:r>
                        <a:rPr lang="es-419" sz="1000"/>
                        <a:t>ModuleNotFoundError</a:t>
                      </a:r>
                    </a:p>
                  </a:txBody>
                  <a:tcPr marL="43027" marR="43027" marT="21514" marB="215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18714"/>
                  </a:ext>
                </a:extLst>
              </a:tr>
              <a:tr h="373051">
                <a:tc>
                  <a:txBody>
                    <a:bodyPr/>
                    <a:lstStyle/>
                    <a:p>
                      <a:r>
                        <a:rPr lang="es-419" sz="1000"/>
                        <a:t>AttributeError</a:t>
                      </a:r>
                    </a:p>
                  </a:txBody>
                  <a:tcPr marL="43027" marR="43027" marT="21514" marB="215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312953"/>
                  </a:ext>
                </a:extLst>
              </a:tr>
              <a:tr h="217228">
                <a:tc>
                  <a:txBody>
                    <a:bodyPr/>
                    <a:lstStyle/>
                    <a:p>
                      <a:r>
                        <a:rPr lang="es-419" sz="1000"/>
                        <a:t>NameError</a:t>
                      </a:r>
                    </a:p>
                  </a:txBody>
                  <a:tcPr marL="43027" marR="43027" marT="21514" marB="215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978209"/>
                  </a:ext>
                </a:extLst>
              </a:tr>
              <a:tr h="373051">
                <a:tc>
                  <a:txBody>
                    <a:bodyPr/>
                    <a:lstStyle/>
                    <a:p>
                      <a:r>
                        <a:rPr lang="es-419" sz="1000"/>
                        <a:t>SyntaxError</a:t>
                      </a:r>
                    </a:p>
                  </a:txBody>
                  <a:tcPr marL="43027" marR="43027" marT="21514" marB="215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6916666"/>
                  </a:ext>
                </a:extLst>
              </a:tr>
              <a:tr h="217228">
                <a:tc>
                  <a:txBody>
                    <a:bodyPr/>
                    <a:lstStyle/>
                    <a:p>
                      <a:r>
                        <a:rPr lang="es-419" sz="1000"/>
                        <a:t>RuntimeError</a:t>
                      </a:r>
                    </a:p>
                  </a:txBody>
                  <a:tcPr marL="43027" marR="43027" marT="21514" marB="215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7354990"/>
                  </a:ext>
                </a:extLst>
              </a:tr>
              <a:tr h="217228">
                <a:tc>
                  <a:txBody>
                    <a:bodyPr/>
                    <a:lstStyle/>
                    <a:p>
                      <a:r>
                        <a:rPr lang="es-419" sz="1000"/>
                        <a:t>AssertionError</a:t>
                      </a:r>
                    </a:p>
                  </a:txBody>
                  <a:tcPr marL="43027" marR="43027" marT="21514" marB="215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6111365"/>
                  </a:ext>
                </a:extLst>
              </a:tr>
              <a:tr h="217228">
                <a:tc>
                  <a:txBody>
                    <a:bodyPr/>
                    <a:lstStyle/>
                    <a:p>
                      <a:r>
                        <a:rPr lang="es-419" sz="1000"/>
                        <a:t>MemoryError</a:t>
                      </a:r>
                    </a:p>
                  </a:txBody>
                  <a:tcPr marL="43027" marR="43027" marT="21514" marB="215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542792"/>
                  </a:ext>
                </a:extLst>
              </a:tr>
              <a:tr h="373051">
                <a:tc>
                  <a:txBody>
                    <a:bodyPr/>
                    <a:lstStyle/>
                    <a:p>
                      <a:r>
                        <a:rPr lang="es-419" sz="1000"/>
                        <a:t>OSError</a:t>
                      </a:r>
                    </a:p>
                  </a:txBody>
                  <a:tcPr marL="43027" marR="43027" marT="21514" marB="215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1688702"/>
                  </a:ext>
                </a:extLst>
              </a:tr>
              <a:tr h="373051">
                <a:tc>
                  <a:txBody>
                    <a:bodyPr/>
                    <a:lstStyle/>
                    <a:p>
                      <a:r>
                        <a:rPr lang="es-419" sz="1000" dirty="0" err="1"/>
                        <a:t>Exception</a:t>
                      </a:r>
                      <a:endParaRPr lang="es-419" sz="1000" dirty="0"/>
                    </a:p>
                  </a:txBody>
                  <a:tcPr marL="43027" marR="43027" marT="21514" marB="215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371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4113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FEF31-22D3-4D42-B1FF-49288865B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Practiquemos</a:t>
            </a:r>
            <a:endParaRPr lang="es-419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1140E7B-92B9-4AE5-849B-1412244BE418}"/>
              </a:ext>
            </a:extLst>
          </p:cNvPr>
          <p:cNvSpPr txBox="1"/>
          <p:nvPr/>
        </p:nvSpPr>
        <p:spPr>
          <a:xfrm>
            <a:off x="949960" y="2827846"/>
            <a:ext cx="11041380" cy="2603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s-ES" sz="2400" u="none" strike="noStrike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Diseñe un algoritmo que lea por teclado una velocidad en Km/</a:t>
            </a:r>
            <a:r>
              <a:rPr lang="es-ES" sz="2400" u="none" strike="noStrike" dirty="0" err="1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seg</a:t>
            </a:r>
            <a:r>
              <a:rPr lang="es-ES" sz="2400" u="none" strike="noStrike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 y la convierta a metros/</a:t>
            </a:r>
            <a:r>
              <a:rPr lang="es-ES" sz="2400" u="none" strike="noStrike" dirty="0" err="1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seg</a:t>
            </a:r>
            <a:r>
              <a:rPr lang="es-ES" sz="2400" u="none" strike="noStrike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 y a metros/hora</a:t>
            </a:r>
            <a:endParaRPr lang="es-419" sz="2400" u="none" strike="noStrike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s-419" sz="2400" u="none" strike="noStrike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Solicitar al usuario ingresar una cantidad expresada en CC (centímetros cúbicos) y devolver su cantidad en litros</a:t>
            </a:r>
          </a:p>
          <a:p>
            <a:pPr lvl="0">
              <a:lnSpc>
                <a:spcPct val="115000"/>
              </a:lnSpc>
            </a:pPr>
            <a:endParaRPr lang="es-419" sz="2400" dirty="0">
              <a:highlight>
                <a:srgbClr val="FFFF00"/>
              </a:highlight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lvl="0" algn="ctr">
              <a:lnSpc>
                <a:spcPct val="115000"/>
              </a:lnSpc>
            </a:pPr>
            <a:r>
              <a:rPr lang="es-419" sz="2400" dirty="0">
                <a:highlight>
                  <a:srgbClr val="FFFF00"/>
                </a:highlight>
                <a:latin typeface="Arial Narrow" panose="020B0606020202030204" pitchFamily="34" charset="0"/>
                <a:ea typeface="Arial" panose="020B0604020202020204" pitchFamily="34" charset="0"/>
              </a:rPr>
              <a:t>Realizar el taller 1 , solamente los algoritmos en </a:t>
            </a:r>
            <a:r>
              <a:rPr lang="es-419" sz="2400" dirty="0" err="1">
                <a:highlight>
                  <a:srgbClr val="FFFF00"/>
                </a:highlight>
                <a:latin typeface="Arial Narrow" panose="020B0606020202030204" pitchFamily="34" charset="0"/>
                <a:ea typeface="Arial" panose="020B0604020202020204" pitchFamily="34" charset="0"/>
              </a:rPr>
              <a:t>flowgoritm</a:t>
            </a:r>
            <a:r>
              <a:rPr lang="es-419" sz="2400" dirty="0">
                <a:highlight>
                  <a:srgbClr val="FFFF00"/>
                </a:highlight>
                <a:latin typeface="Arial Narrow" panose="020B0606020202030204" pitchFamily="34" charset="0"/>
                <a:ea typeface="Arial" panose="020B0604020202020204" pitchFamily="34" charset="0"/>
              </a:rPr>
              <a:t> o PSE </a:t>
            </a:r>
            <a:r>
              <a:rPr lang="es-419" sz="2400" dirty="0" err="1">
                <a:highlight>
                  <a:srgbClr val="FFFF00"/>
                </a:highlight>
                <a:latin typeface="Arial Narrow" panose="020B0606020202030204" pitchFamily="34" charset="0"/>
                <a:ea typeface="Arial" panose="020B0604020202020204" pitchFamily="34" charset="0"/>
              </a:rPr>
              <a:t>Int</a:t>
            </a:r>
            <a:endParaRPr lang="es-419" sz="2400" u="none" strike="noStrike" dirty="0">
              <a:effectLst/>
              <a:highlight>
                <a:srgbClr val="FFFF00"/>
              </a:highlight>
              <a:latin typeface="Arial Narrow" panose="020B060602020203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1140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Meme Futurama Fry - Dudas? preguntas? - 6450604">
            <a:extLst>
              <a:ext uri="{FF2B5EF4-FFF2-40B4-BE49-F238E27FC236}">
                <a16:creationId xmlns:a16="http://schemas.microsoft.com/office/drawing/2014/main" id="{431D57C8-0B6F-36BB-508E-3CBA0932E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813" y="19812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516565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upb_1.potx" id="{6F97EE25-1A88-4186-957C-C79052EF0577}" vid="{B25BDF3E-8451-4A41-9199-652A1DE88029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0542B5FEED5D43B123ECE0E1564D05" ma:contentTypeVersion="3" ma:contentTypeDescription="Create a new document." ma:contentTypeScope="" ma:versionID="898efa59bd9f7f5ff32fd6d31a260433">
  <xsd:schema xmlns:xsd="http://www.w3.org/2001/XMLSchema" xmlns:xs="http://www.w3.org/2001/XMLSchema" xmlns:p="http://schemas.microsoft.com/office/2006/metadata/properties" xmlns:ns2="d109785b-78df-45a7-bf97-c0338fb98fbc" targetNamespace="http://schemas.microsoft.com/office/2006/metadata/properties" ma:root="true" ma:fieldsID="d487716d9dcbf7a2f62bf649a479c16c" ns2:_="">
    <xsd:import namespace="d109785b-78df-45a7-bf97-c0338fb98f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09785b-78df-45a7-bf97-c0338fb98f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BADF4FC-6C58-4A5A-905D-75B982FA09F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F48EAA-F1F2-4764-AB90-C100AFD6D9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09785b-78df-45a7-bf97-c0338fb98f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44471E-E6F8-4E31-99D9-B09ABE012890}">
  <ds:schemaRefs>
    <ds:schemaRef ds:uri="http://purl.org/dc/dcmitype/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d109785b-78df-45a7-bf97-c0338fb98fbc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</TotalTime>
  <Words>1687</Words>
  <Application>Microsoft Office PowerPoint</Application>
  <PresentationFormat>Personalizado</PresentationFormat>
  <Paragraphs>321</Paragraphs>
  <Slides>51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51</vt:i4>
      </vt:variant>
    </vt:vector>
  </HeadingPairs>
  <TitlesOfParts>
    <vt:vector size="56" baseType="lpstr">
      <vt:lpstr>Arial</vt:lpstr>
      <vt:lpstr>Arial Narrow</vt:lpstr>
      <vt:lpstr>Calibri</vt:lpstr>
      <vt:lpstr>Flama Condensed Light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Algoritmo → Al-Khowarizmi</vt:lpstr>
      <vt:lpstr>Tipos de algoritmos</vt:lpstr>
      <vt:lpstr>Presentación de PowerPoint</vt:lpstr>
      <vt:lpstr>Componentes básicos del algoritmo</vt:lpstr>
      <vt:lpstr>Presentación de PowerPoint</vt:lpstr>
      <vt:lpstr>Pasos para la solución de un problema</vt:lpstr>
      <vt:lpstr>Pasos para la solución de un problema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Framework</vt:lpstr>
      <vt:lpstr>IDE: Entorno de Desarrollo Integrado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Tipos de datos</vt:lpstr>
      <vt:lpstr>Constante - Variable</vt:lpstr>
      <vt:lpstr>Expresión</vt:lpstr>
      <vt:lpstr>Expresiones aritméticas</vt:lpstr>
      <vt:lpstr>Presentación de PowerPoint</vt:lpstr>
      <vt:lpstr>Ejemplos</vt:lpstr>
      <vt:lpstr>Expresiones Lógicas (booleanas)</vt:lpstr>
      <vt:lpstr>Presentación de PowerPoint</vt:lpstr>
      <vt:lpstr>Operaciones de asignación</vt:lpstr>
      <vt:lpstr>Sentencias - Instrucciones</vt:lpstr>
      <vt:lpstr>Análisis y Construcción de Algoritmos</vt:lpstr>
      <vt:lpstr>EJEMPLO:   Diseñe un algoritmo que: Pida el nombre y 4 notas para un estudiante, entre 0 y 5. La nota 1 y 2 valen 20% cada una, las notas 3 y 4 valen 30% cada una. Calcule la definitiva</vt:lpstr>
      <vt:lpstr>Presentación de PowerPoint</vt:lpstr>
      <vt:lpstr>Análisis y Codificación de un programa (Sugerida)</vt:lpstr>
      <vt:lpstr>Manejando Errores</vt:lpstr>
      <vt:lpstr>Practiquemos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Cristian Usme Cordoba</dc:creator>
  <cp:lastModifiedBy>Cesar Augusto Lopez Gallego</cp:lastModifiedBy>
  <cp:revision>8</cp:revision>
  <dcterms:created xsi:type="dcterms:W3CDTF">2025-11-05T18:15:37Z</dcterms:created>
  <dcterms:modified xsi:type="dcterms:W3CDTF">2025-11-13T22:10:15Z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0x010100A50542B5FEED5D43B123ECE0E1564D05</vt:lpwstr>
  </property>
</Properties>
</file>