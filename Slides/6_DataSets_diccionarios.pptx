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304" r:id="rId5"/>
    <p:sldId id="333" r:id="rId6"/>
    <p:sldId id="312" r:id="rId7"/>
    <p:sldId id="341" r:id="rId8"/>
    <p:sldId id="335" r:id="rId9"/>
    <p:sldId id="342" r:id="rId10"/>
    <p:sldId id="343" r:id="rId11"/>
    <p:sldId id="344" r:id="rId12"/>
    <p:sldId id="345" r:id="rId13"/>
    <p:sldId id="346" r:id="rId14"/>
    <p:sldId id="347" r:id="rId15"/>
  </p:sldIdLst>
  <p:sldSz cx="13817600" cy="7772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1475BFA1-A84D-4FC6-87BA-E88BCEEAA759}"/>
    <pc:docChg chg="undo custSel addSld delSld modSld sldOrd">
      <pc:chgData name="Cesar Augusto Lopez Gallego" userId="0dfa9112-9251-4882-b472-cf2dfcee09d1" providerId="ADAL" clId="{1475BFA1-A84D-4FC6-87BA-E88BCEEAA759}" dt="2025-11-21T01:47:44.888" v="3020" actId="313"/>
      <pc:docMkLst>
        <pc:docMk/>
      </pc:docMkLst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5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6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375052096" sldId="27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39430595" sldId="27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888059508" sldId="28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781840673" sldId="28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66505" sldId="28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33371421" sldId="28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22187415" sldId="28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0" sldId="29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239377858" sldId="29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599519848" sldId="29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349851114" sldId="293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609854810" sldId="294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644695398" sldId="295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489369164" sldId="29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042474111" sldId="297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01356762" sldId="298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854967910" sldId="299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973265627" sldId="300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42235312" sldId="301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178670863" sldId="30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36194262" sldId="303"/>
        </pc:sldMkLst>
      </pc:sldChg>
      <pc:sldChg chg="modSp mod">
        <pc:chgData name="Cesar Augusto Lopez Gallego" userId="0dfa9112-9251-4882-b472-cf2dfcee09d1" providerId="ADAL" clId="{1475BFA1-A84D-4FC6-87BA-E88BCEEAA759}" dt="2025-11-19T22:12:53.063" v="32" actId="107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475BFA1-A84D-4FC6-87BA-E88BCEEAA759}" dt="2025-11-19T22:12:49.766" v="31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1475BFA1-A84D-4FC6-87BA-E88BCEEAA759}" dt="2025-11-19T22:12:53.063" v="32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19T22:45:21.612" v="401" actId="1076"/>
        <pc:sldMkLst>
          <pc:docMk/>
          <pc:sldMk cId="3916414243" sldId="305"/>
        </pc:sldMkLst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8" creationId="{CFD6484A-EEF8-4354-9C16-1C903F9F1848}"/>
          </ac:spMkLst>
        </pc:spChg>
        <pc:spChg chg="add mod">
          <ac:chgData name="Cesar Augusto Lopez Gallego" userId="0dfa9112-9251-4882-b472-cf2dfcee09d1" providerId="ADAL" clId="{1475BFA1-A84D-4FC6-87BA-E88BCEEAA759}" dt="2025-11-19T22:41:20.278" v="219" actId="1076"/>
          <ac:spMkLst>
            <pc:docMk/>
            <pc:sldMk cId="3916414243" sldId="305"/>
            <ac:spMk id="9" creationId="{53648535-262F-493D-A01B-3097AFF28AD5}"/>
          </ac:spMkLst>
        </pc:spChg>
        <pc:spChg chg="add mod">
          <ac:chgData name="Cesar Augusto Lopez Gallego" userId="0dfa9112-9251-4882-b472-cf2dfcee09d1" providerId="ADAL" clId="{1475BFA1-A84D-4FC6-87BA-E88BCEEAA759}" dt="2025-11-19T22:45:21.612" v="401" actId="1076"/>
          <ac:spMkLst>
            <pc:docMk/>
            <pc:sldMk cId="3916414243" sldId="305"/>
            <ac:spMk id="10" creationId="{F3D498A9-CD27-4DB2-BF02-8AE496A983EF}"/>
          </ac:spMkLst>
        </pc:spChg>
        <pc:spChg chg="add mod">
          <ac:chgData name="Cesar Augusto Lopez Gallego" userId="0dfa9112-9251-4882-b472-cf2dfcee09d1" providerId="ADAL" clId="{1475BFA1-A84D-4FC6-87BA-E88BCEEAA759}" dt="2025-11-19T22:41:37.605" v="237" actId="113"/>
          <ac:spMkLst>
            <pc:docMk/>
            <pc:sldMk cId="3916414243" sldId="305"/>
            <ac:spMk id="11" creationId="{6BC8E13E-801F-4616-B8A0-DC7A2906B2E7}"/>
          </ac:spMkLst>
        </pc:spChg>
        <pc:spChg chg="add mod">
          <ac:chgData name="Cesar Augusto Lopez Gallego" userId="0dfa9112-9251-4882-b472-cf2dfcee09d1" providerId="ADAL" clId="{1475BFA1-A84D-4FC6-87BA-E88BCEEAA759}" dt="2025-11-19T22:41:47.148" v="252" actId="1076"/>
          <ac:spMkLst>
            <pc:docMk/>
            <pc:sldMk cId="3916414243" sldId="305"/>
            <ac:spMk id="12" creationId="{15E8FD28-8BFF-4D0F-BF97-FFDDAFD61C1D}"/>
          </ac:spMkLst>
        </pc:spChg>
        <pc:spChg chg="add mod">
          <ac:chgData name="Cesar Augusto Lopez Gallego" userId="0dfa9112-9251-4882-b472-cf2dfcee09d1" providerId="ADAL" clId="{1475BFA1-A84D-4FC6-87BA-E88BCEEAA759}" dt="2025-11-19T22:41:57.605" v="261" actId="1076"/>
          <ac:spMkLst>
            <pc:docMk/>
            <pc:sldMk cId="3916414243" sldId="305"/>
            <ac:spMk id="13" creationId="{807AC769-648E-4305-8955-CB54E0772039}"/>
          </ac:spMkLst>
        </pc:sp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3" creationId="{9C4FE5DC-DD17-488E-A95B-CF5843D62212}"/>
          </ac:picMkLst>
        </pc:picChg>
        <pc:picChg chg="add mod">
          <ac:chgData name="Cesar Augusto Lopez Gallego" userId="0dfa9112-9251-4882-b472-cf2dfcee09d1" providerId="ADAL" clId="{1475BFA1-A84D-4FC6-87BA-E88BCEEAA759}" dt="2025-11-19T22:41:20.278" v="219" actId="1076"/>
          <ac:picMkLst>
            <pc:docMk/>
            <pc:sldMk cId="3916414243" sldId="305"/>
            <ac:picMk id="5" creationId="{950E0B85-6DCE-40F6-BC02-82E29E2B91F1}"/>
          </ac:picMkLst>
        </pc:picChg>
        <pc:picChg chg="add del mod">
          <ac:chgData name="Cesar Augusto Lopez Gallego" userId="0dfa9112-9251-4882-b472-cf2dfcee09d1" providerId="ADAL" clId="{1475BFA1-A84D-4FC6-87BA-E88BCEEAA759}" dt="2025-11-19T22:42:52.783" v="288" actId="478"/>
          <ac:picMkLst>
            <pc:docMk/>
            <pc:sldMk cId="3916414243" sldId="305"/>
            <ac:picMk id="7" creationId="{E68FA267-2346-4CBA-9BE4-A930F6E12B15}"/>
          </ac:picMkLst>
        </pc:picChg>
        <pc:picChg chg="add del mod">
          <ac:chgData name="Cesar Augusto Lopez Gallego" userId="0dfa9112-9251-4882-b472-cf2dfcee09d1" providerId="ADAL" clId="{1475BFA1-A84D-4FC6-87BA-E88BCEEAA759}" dt="2025-11-19T22:43:40.275" v="293" actId="478"/>
          <ac:picMkLst>
            <pc:docMk/>
            <pc:sldMk cId="3916414243" sldId="305"/>
            <ac:picMk id="15" creationId="{6DB268C0-020B-4FC3-B588-A0063B34D951}"/>
          </ac:picMkLst>
        </pc:picChg>
        <pc:picChg chg="add mod">
          <ac:chgData name="Cesar Augusto Lopez Gallego" userId="0dfa9112-9251-4882-b472-cf2dfcee09d1" providerId="ADAL" clId="{1475BFA1-A84D-4FC6-87BA-E88BCEEAA759}" dt="2025-11-19T22:43:53.303" v="297" actId="1076"/>
          <ac:picMkLst>
            <pc:docMk/>
            <pc:sldMk cId="3916414243" sldId="305"/>
            <ac:picMk id="17" creationId="{04DBADA4-2376-4699-A5E4-0620EC686F55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2:46:49.291" v="417" actId="114"/>
        <pc:sldMkLst>
          <pc:docMk/>
          <pc:sldMk cId="1554024884" sldId="306"/>
        </pc:sldMkLst>
        <pc:spChg chg="add mod">
          <ac:chgData name="Cesar Augusto Lopez Gallego" userId="0dfa9112-9251-4882-b472-cf2dfcee09d1" providerId="ADAL" clId="{1475BFA1-A84D-4FC6-87BA-E88BCEEAA759}" dt="2025-11-19T22:42:26.597" v="287" actId="1076"/>
          <ac:spMkLst>
            <pc:docMk/>
            <pc:sldMk cId="1554024884" sldId="306"/>
            <ac:spMk id="4" creationId="{17DB312D-D084-4516-9D50-235BF5ACFD63}"/>
          </ac:spMkLst>
        </pc:spChg>
        <pc:spChg chg="add mod">
          <ac:chgData name="Cesar Augusto Lopez Gallego" userId="0dfa9112-9251-4882-b472-cf2dfcee09d1" providerId="ADAL" clId="{1475BFA1-A84D-4FC6-87BA-E88BCEEAA759}" dt="2025-11-19T22:46:49.291" v="417" actId="114"/>
          <ac:spMkLst>
            <pc:docMk/>
            <pc:sldMk cId="1554024884" sldId="306"/>
            <ac:spMk id="7" creationId="{E95084A6-6248-424D-95CD-554571B75AD0}"/>
          </ac:spMkLst>
        </pc:spChg>
        <pc:picChg chg="add mod">
          <ac:chgData name="Cesar Augusto Lopez Gallego" userId="0dfa9112-9251-4882-b472-cf2dfcee09d1" providerId="ADAL" clId="{1475BFA1-A84D-4FC6-87BA-E88BCEEAA759}" dt="2025-11-19T22:42:01.719" v="262" actId="1076"/>
          <ac:picMkLst>
            <pc:docMk/>
            <pc:sldMk cId="1554024884" sldId="306"/>
            <ac:picMk id="3" creationId="{35814505-1981-487F-85F6-8FB3F887795D}"/>
          </ac:picMkLst>
        </pc:picChg>
        <pc:cxnChg chg="add mod">
          <ac:chgData name="Cesar Augusto Lopez Gallego" userId="0dfa9112-9251-4882-b472-cf2dfcee09d1" providerId="ADAL" clId="{1475BFA1-A84D-4FC6-87BA-E88BCEEAA759}" dt="2025-11-19T22:46:33.964" v="403" actId="13822"/>
          <ac:cxnSpMkLst>
            <pc:docMk/>
            <pc:sldMk cId="1554024884" sldId="306"/>
            <ac:cxnSpMk id="6" creationId="{DC7ED37C-B288-45F1-93EE-E2C497DE14F9}"/>
          </ac:cxnSpMkLst>
        </pc:cxn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065666512" sldId="306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725343345" sldId="307"/>
        </pc:sldMkLst>
      </pc:sldChg>
      <pc:sldChg chg="addSp delSp modSp new mod">
        <pc:chgData name="Cesar Augusto Lopez Gallego" userId="0dfa9112-9251-4882-b472-cf2dfcee09d1" providerId="ADAL" clId="{1475BFA1-A84D-4FC6-87BA-E88BCEEAA759}" dt="2025-11-19T23:11:59.662" v="543" actId="1076"/>
        <pc:sldMkLst>
          <pc:docMk/>
          <pc:sldMk cId="3741583972" sldId="307"/>
        </pc:sldMkLst>
        <pc:spChg chg="add mod">
          <ac:chgData name="Cesar Augusto Lopez Gallego" userId="0dfa9112-9251-4882-b472-cf2dfcee09d1" providerId="ADAL" clId="{1475BFA1-A84D-4FC6-87BA-E88BCEEAA759}" dt="2025-11-19T22:51:33.357" v="432" actId="1076"/>
          <ac:spMkLst>
            <pc:docMk/>
            <pc:sldMk cId="3741583972" sldId="307"/>
            <ac:spMk id="4" creationId="{E32AF35B-03F4-4251-8C12-D75C06493F8B}"/>
          </ac:spMkLst>
        </pc:spChg>
        <pc:picChg chg="add mod">
          <ac:chgData name="Cesar Augusto Lopez Gallego" userId="0dfa9112-9251-4882-b472-cf2dfcee09d1" providerId="ADAL" clId="{1475BFA1-A84D-4FC6-87BA-E88BCEEAA759}" dt="2025-11-19T23:11:55.111" v="542" actId="1076"/>
          <ac:picMkLst>
            <pc:docMk/>
            <pc:sldMk cId="3741583972" sldId="307"/>
            <ac:picMk id="3" creationId="{63F375EA-D665-4F54-B892-F6E7EB57D1D2}"/>
          </ac:picMkLst>
        </pc:picChg>
        <pc:picChg chg="add del mod">
          <ac:chgData name="Cesar Augusto Lopez Gallego" userId="0dfa9112-9251-4882-b472-cf2dfcee09d1" providerId="ADAL" clId="{1475BFA1-A84D-4FC6-87BA-E88BCEEAA759}" dt="2025-11-19T22:55:03.948" v="441" actId="478"/>
          <ac:picMkLst>
            <pc:docMk/>
            <pc:sldMk cId="3741583972" sldId="307"/>
            <ac:picMk id="8" creationId="{FB9E6FD4-EAF0-4663-A4C0-CC13B0FF66E2}"/>
          </ac:picMkLst>
        </pc:picChg>
        <pc:picChg chg="add del mod">
          <ac:chgData name="Cesar Augusto Lopez Gallego" userId="0dfa9112-9251-4882-b472-cf2dfcee09d1" providerId="ADAL" clId="{1475BFA1-A84D-4FC6-87BA-E88BCEEAA759}" dt="2025-11-19T22:55:33.105" v="446" actId="478"/>
          <ac:picMkLst>
            <pc:docMk/>
            <pc:sldMk cId="3741583972" sldId="307"/>
            <ac:picMk id="10" creationId="{3F78D25F-AA8E-4AAA-97F0-EDA276C73C5A}"/>
          </ac:picMkLst>
        </pc:picChg>
        <pc:picChg chg="add del mod">
          <ac:chgData name="Cesar Augusto Lopez Gallego" userId="0dfa9112-9251-4882-b472-cf2dfcee09d1" providerId="ADAL" clId="{1475BFA1-A84D-4FC6-87BA-E88BCEEAA759}" dt="2025-11-19T22:56:13.590" v="453" actId="478"/>
          <ac:picMkLst>
            <pc:docMk/>
            <pc:sldMk cId="3741583972" sldId="307"/>
            <ac:picMk id="12" creationId="{33BA3213-76B7-45C6-9CAC-4BC04D9133D3}"/>
          </ac:picMkLst>
        </pc:picChg>
        <pc:cxnChg chg="add mod">
          <ac:chgData name="Cesar Augusto Lopez Gallego" userId="0dfa9112-9251-4882-b472-cf2dfcee09d1" providerId="ADAL" clId="{1475BFA1-A84D-4FC6-87BA-E88BCEEAA759}" dt="2025-11-19T23:11:59.662" v="543" actId="1076"/>
          <ac:cxnSpMkLst>
            <pc:docMk/>
            <pc:sldMk cId="3741583972" sldId="307"/>
            <ac:cxnSpMk id="6" creationId="{C3126142-CFB1-431F-BDFF-0BCB87CB35B9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19T23:00:45.798" v="524" actId="1076"/>
        <pc:sldMkLst>
          <pc:docMk/>
          <pc:sldMk cId="2946150238" sldId="308"/>
        </pc:sldMkLst>
        <pc:spChg chg="add mod">
          <ac:chgData name="Cesar Augusto Lopez Gallego" userId="0dfa9112-9251-4882-b472-cf2dfcee09d1" providerId="ADAL" clId="{1475BFA1-A84D-4FC6-87BA-E88BCEEAA759}" dt="2025-11-19T22:58:44.044" v="516" actId="1076"/>
          <ac:spMkLst>
            <pc:docMk/>
            <pc:sldMk cId="2946150238" sldId="308"/>
            <ac:spMk id="2" creationId="{D91B5493-2FB9-451E-98B4-0243994C521F}"/>
          </ac:spMkLst>
        </pc:spChg>
        <pc:picChg chg="add mod">
          <ac:chgData name="Cesar Augusto Lopez Gallego" userId="0dfa9112-9251-4882-b472-cf2dfcee09d1" providerId="ADAL" clId="{1475BFA1-A84D-4FC6-87BA-E88BCEEAA759}" dt="2025-11-19T23:00:45.798" v="524" actId="1076"/>
          <ac:picMkLst>
            <pc:docMk/>
            <pc:sldMk cId="2946150238" sldId="308"/>
            <ac:picMk id="4" creationId="{CBEEBC4C-3B08-4C7D-ABBE-529FBB0B5677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776371047" sldId="309"/>
        </pc:sldMkLst>
      </pc:sldChg>
      <pc:sldChg chg="addSp delSp modSp new mod">
        <pc:chgData name="Cesar Augusto Lopez Gallego" userId="0dfa9112-9251-4882-b472-cf2dfcee09d1" providerId="ADAL" clId="{1475BFA1-A84D-4FC6-87BA-E88BCEEAA759}" dt="2025-11-19T23:08:42.326" v="540" actId="1076"/>
        <pc:sldMkLst>
          <pc:docMk/>
          <pc:sldMk cId="2920772440" sldId="309"/>
        </pc:sldMkLst>
        <pc:spChg chg="add mod">
          <ac:chgData name="Cesar Augusto Lopez Gallego" userId="0dfa9112-9251-4882-b472-cf2dfcee09d1" providerId="ADAL" clId="{1475BFA1-A84D-4FC6-87BA-E88BCEEAA759}" dt="2025-11-19T23:01:25.643" v="526"/>
          <ac:spMkLst>
            <pc:docMk/>
            <pc:sldMk cId="2920772440" sldId="309"/>
            <ac:spMk id="2" creationId="{EE7E55DA-4AB4-4D35-A632-93125B37CA69}"/>
          </ac:spMkLst>
        </pc:spChg>
        <pc:picChg chg="add mod">
          <ac:chgData name="Cesar Augusto Lopez Gallego" userId="0dfa9112-9251-4882-b472-cf2dfcee09d1" providerId="ADAL" clId="{1475BFA1-A84D-4FC6-87BA-E88BCEEAA759}" dt="2025-11-19T23:08:42.326" v="540" actId="1076"/>
          <ac:picMkLst>
            <pc:docMk/>
            <pc:sldMk cId="2920772440" sldId="309"/>
            <ac:picMk id="4" creationId="{77069763-7F0D-4356-B02D-BFDC3F6951A4}"/>
          </ac:picMkLst>
        </pc:picChg>
        <pc:picChg chg="add del mod">
          <ac:chgData name="Cesar Augusto Lopez Gallego" userId="0dfa9112-9251-4882-b472-cf2dfcee09d1" providerId="ADAL" clId="{1475BFA1-A84D-4FC6-87BA-E88BCEEAA759}" dt="2025-11-19T23:05:32.566" v="537" actId="478"/>
          <ac:picMkLst>
            <pc:docMk/>
            <pc:sldMk cId="2920772440" sldId="309"/>
            <ac:picMk id="6" creationId="{BD301A83-DA2E-4BE3-91E3-0F92F265DE1C}"/>
          </ac:picMkLst>
        </pc:picChg>
        <pc:picChg chg="add mod">
          <ac:chgData name="Cesar Augusto Lopez Gallego" userId="0dfa9112-9251-4882-b472-cf2dfcee09d1" providerId="ADAL" clId="{1475BFA1-A84D-4FC6-87BA-E88BCEEAA759}" dt="2025-11-19T23:05:44.150" v="539" actId="1076"/>
          <ac:picMkLst>
            <pc:docMk/>
            <pc:sldMk cId="2920772440" sldId="309"/>
            <ac:picMk id="8" creationId="{FD3D1E52-1767-4644-875C-57E29A4847AE}"/>
          </ac:picMkLst>
        </pc:picChg>
      </pc:sldChg>
      <pc:sldChg chg="addSp modSp new mod">
        <pc:chgData name="Cesar Augusto Lopez Gallego" userId="0dfa9112-9251-4882-b472-cf2dfcee09d1" providerId="ADAL" clId="{1475BFA1-A84D-4FC6-87BA-E88BCEEAA759}" dt="2025-11-19T23:15:10.101" v="588" actId="1076"/>
        <pc:sldMkLst>
          <pc:docMk/>
          <pc:sldMk cId="2160952426" sldId="310"/>
        </pc:sldMkLst>
        <pc:spChg chg="add mod">
          <ac:chgData name="Cesar Augusto Lopez Gallego" userId="0dfa9112-9251-4882-b472-cf2dfcee09d1" providerId="ADAL" clId="{1475BFA1-A84D-4FC6-87BA-E88BCEEAA759}" dt="2025-11-19T23:13:03.424" v="572" actId="20577"/>
          <ac:spMkLst>
            <pc:docMk/>
            <pc:sldMk cId="2160952426" sldId="310"/>
            <ac:spMk id="2" creationId="{0E275616-E399-4017-87E7-140F5E81EB2E}"/>
          </ac:spMkLst>
        </pc:spChg>
        <pc:grpChg chg="add mod">
          <ac:chgData name="Cesar Augusto Lopez Gallego" userId="0dfa9112-9251-4882-b472-cf2dfcee09d1" providerId="ADAL" clId="{1475BFA1-A84D-4FC6-87BA-E88BCEEAA759}" dt="2025-11-19T23:15:10.101" v="588" actId="1076"/>
          <ac:grpSpMkLst>
            <pc:docMk/>
            <pc:sldMk cId="2160952426" sldId="310"/>
            <ac:grpSpMk id="7" creationId="{B64EA6E4-742B-4BD5-B29E-7F4A27DF2CC8}"/>
          </ac:grpSpMkLst>
        </pc:grp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4" creationId="{6B1BA0EE-DF3D-450A-81DF-B1E7A5DE99F5}"/>
          </ac:picMkLst>
        </pc:picChg>
        <pc:picChg chg="add mod">
          <ac:chgData name="Cesar Augusto Lopez Gallego" userId="0dfa9112-9251-4882-b472-cf2dfcee09d1" providerId="ADAL" clId="{1475BFA1-A84D-4FC6-87BA-E88BCEEAA759}" dt="2025-11-19T23:15:06.394" v="587" actId="164"/>
          <ac:picMkLst>
            <pc:docMk/>
            <pc:sldMk cId="2160952426" sldId="310"/>
            <ac:picMk id="6" creationId="{6AEC864C-9C3B-48C5-BEF7-8D20ED2CA8E1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2246678428" sldId="310"/>
        </pc:sldMkLst>
      </pc:sldChg>
      <pc:sldChg chg="addSp modSp new mod">
        <pc:chgData name="Cesar Augusto Lopez Gallego" userId="0dfa9112-9251-4882-b472-cf2dfcee09d1" providerId="ADAL" clId="{1475BFA1-A84D-4FC6-87BA-E88BCEEAA759}" dt="2025-11-19T23:17:35.653" v="652" actId="1076"/>
        <pc:sldMkLst>
          <pc:docMk/>
          <pc:sldMk cId="363647409" sldId="311"/>
        </pc:sldMkLst>
        <pc:spChg chg="add mod">
          <ac:chgData name="Cesar Augusto Lopez Gallego" userId="0dfa9112-9251-4882-b472-cf2dfcee09d1" providerId="ADAL" clId="{1475BFA1-A84D-4FC6-87BA-E88BCEEAA759}" dt="2025-11-19T23:17:35.653" v="652" actId="1076"/>
          <ac:spMkLst>
            <pc:docMk/>
            <pc:sldMk cId="363647409" sldId="311"/>
            <ac:spMk id="4" creationId="{E97E0455-00AA-41D8-A790-194285CE0389}"/>
          </ac:spMkLst>
        </pc:spChg>
        <pc:picChg chg="add mod">
          <ac:chgData name="Cesar Augusto Lopez Gallego" userId="0dfa9112-9251-4882-b472-cf2dfcee09d1" providerId="ADAL" clId="{1475BFA1-A84D-4FC6-87BA-E88BCEEAA759}" dt="2025-11-19T23:17:14.720" v="594" actId="1076"/>
          <ac:picMkLst>
            <pc:docMk/>
            <pc:sldMk cId="363647409" sldId="311"/>
            <ac:picMk id="3" creationId="{CF8E67D6-0B21-4325-A8B8-93ECF2304442}"/>
          </ac:picMkLst>
        </pc:pic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3814338106" sldId="311"/>
        </pc:sldMkLst>
      </pc:sldChg>
      <pc:sldChg chg="addSp delSp modSp new mod">
        <pc:chgData name="Cesar Augusto Lopez Gallego" userId="0dfa9112-9251-4882-b472-cf2dfcee09d1" providerId="ADAL" clId="{1475BFA1-A84D-4FC6-87BA-E88BCEEAA759}" dt="2025-11-21T01:47:44.888" v="3020" actId="313"/>
        <pc:sldMkLst>
          <pc:docMk/>
          <pc:sldMk cId="2414782528" sldId="312"/>
        </pc:sldMkLst>
        <pc:spChg chg="add del">
          <ac:chgData name="Cesar Augusto Lopez Gallego" userId="0dfa9112-9251-4882-b472-cf2dfcee09d1" providerId="ADAL" clId="{1475BFA1-A84D-4FC6-87BA-E88BCEEAA759}" dt="2025-11-19T23:24:53.308" v="655"/>
          <ac:spMkLst>
            <pc:docMk/>
            <pc:sldMk cId="2414782528" sldId="312"/>
            <ac:spMk id="2" creationId="{9B44332E-2150-4E9A-A19B-0679DE276E55}"/>
          </ac:spMkLst>
        </pc:spChg>
        <pc:spChg chg="add del">
          <ac:chgData name="Cesar Augusto Lopez Gallego" userId="0dfa9112-9251-4882-b472-cf2dfcee09d1" providerId="ADAL" clId="{1475BFA1-A84D-4FC6-87BA-E88BCEEAA759}" dt="2025-11-19T23:24:56.681" v="657"/>
          <ac:spMkLst>
            <pc:docMk/>
            <pc:sldMk cId="2414782528" sldId="312"/>
            <ac:spMk id="3" creationId="{EB8621A9-E01C-42B2-95C5-B9E5D3DDE39A}"/>
          </ac:spMkLst>
        </pc:spChg>
        <pc:spChg chg="add mod">
          <ac:chgData name="Cesar Augusto Lopez Gallego" userId="0dfa9112-9251-4882-b472-cf2dfcee09d1" providerId="ADAL" clId="{1475BFA1-A84D-4FC6-87BA-E88BCEEAA759}" dt="2025-11-21T01:47:44.888" v="3020" actId="313"/>
          <ac:spMkLst>
            <pc:docMk/>
            <pc:sldMk cId="2414782528" sldId="312"/>
            <ac:spMk id="5" creationId="{CF9817F4-AE93-4273-A3C5-914B6CA7365B}"/>
          </ac:spMkLst>
        </pc:spChg>
        <pc:spChg chg="add del">
          <ac:chgData name="Cesar Augusto Lopez Gallego" userId="0dfa9112-9251-4882-b472-cf2dfcee09d1" providerId="ADAL" clId="{1475BFA1-A84D-4FC6-87BA-E88BCEEAA759}" dt="2025-11-19T23:25:20.861" v="666"/>
          <ac:spMkLst>
            <pc:docMk/>
            <pc:sldMk cId="2414782528" sldId="312"/>
            <ac:spMk id="6" creationId="{3304CA43-1B1F-4A32-AC5E-24B43C638442}"/>
          </ac:spMkLst>
        </pc:spChg>
        <pc:spChg chg="add mod">
          <ac:chgData name="Cesar Augusto Lopez Gallego" userId="0dfa9112-9251-4882-b472-cf2dfcee09d1" providerId="ADAL" clId="{1475BFA1-A84D-4FC6-87BA-E88BCEEAA759}" dt="2025-11-19T23:34:58.455" v="992" actId="1076"/>
          <ac:spMkLst>
            <pc:docMk/>
            <pc:sldMk cId="2414782528" sldId="312"/>
            <ac:spMk id="7" creationId="{9A4EB9B8-3FBC-48EF-8BCE-AB6748B91400}"/>
          </ac:spMkLst>
        </pc:spChg>
        <pc:spChg chg="add del">
          <ac:chgData name="Cesar Augusto Lopez Gallego" userId="0dfa9112-9251-4882-b472-cf2dfcee09d1" providerId="ADAL" clId="{1475BFA1-A84D-4FC6-87BA-E88BCEEAA759}" dt="2025-11-19T23:29:34.791" v="803"/>
          <ac:spMkLst>
            <pc:docMk/>
            <pc:sldMk cId="2414782528" sldId="312"/>
            <ac:spMk id="8" creationId="{87EC282D-6181-47D8-88AB-E792CC4CE3D7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4290298694" sldId="312"/>
        </pc:sldMkLst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1388610337" sldId="313"/>
        </pc:sldMkLst>
      </pc:sldChg>
      <pc:sldChg chg="addSp modSp new mod">
        <pc:chgData name="Cesar Augusto Lopez Gallego" userId="0dfa9112-9251-4882-b472-cf2dfcee09d1" providerId="ADAL" clId="{1475BFA1-A84D-4FC6-87BA-E88BCEEAA759}" dt="2025-11-20T16:04:24.073" v="2148" actId="21"/>
        <pc:sldMkLst>
          <pc:docMk/>
          <pc:sldMk cId="3853322510" sldId="313"/>
        </pc:sldMkLst>
        <pc:spChg chg="add mod">
          <ac:chgData name="Cesar Augusto Lopez Gallego" userId="0dfa9112-9251-4882-b472-cf2dfcee09d1" providerId="ADAL" clId="{1475BFA1-A84D-4FC6-87BA-E88BCEEAA759}" dt="2025-11-20T16:04:24.073" v="2148" actId="21"/>
          <ac:spMkLst>
            <pc:docMk/>
            <pc:sldMk cId="3853322510" sldId="313"/>
            <ac:spMk id="3" creationId="{72A08E3A-D066-4F23-B885-E05C4AFA11C9}"/>
          </ac:spMkLst>
        </pc:spChg>
        <pc:spChg chg="add mod">
          <ac:chgData name="Cesar Augusto Lopez Gallego" userId="0dfa9112-9251-4882-b472-cf2dfcee09d1" providerId="ADAL" clId="{1475BFA1-A84D-4FC6-87BA-E88BCEEAA759}" dt="2025-11-19T23:35:30.306" v="1015" actId="20577"/>
          <ac:spMkLst>
            <pc:docMk/>
            <pc:sldMk cId="3853322510" sldId="313"/>
            <ac:spMk id="4" creationId="{22B104ED-EB28-4993-BA49-F0835F4CF8FF}"/>
          </ac:spMkLst>
        </pc:spChg>
      </pc:sldChg>
      <pc:sldChg chg="del">
        <pc:chgData name="Cesar Augusto Lopez Gallego" userId="0dfa9112-9251-4882-b472-cf2dfcee09d1" providerId="ADAL" clId="{1475BFA1-A84D-4FC6-87BA-E88BCEEAA759}" dt="2025-11-19T22:12:57.706" v="33" actId="47"/>
        <pc:sldMkLst>
          <pc:docMk/>
          <pc:sldMk cId="652190281" sldId="314"/>
        </pc:sldMkLst>
      </pc:sldChg>
      <pc:sldChg chg="addSp modSp new mod">
        <pc:chgData name="Cesar Augusto Lopez Gallego" userId="0dfa9112-9251-4882-b472-cf2dfcee09d1" providerId="ADAL" clId="{1475BFA1-A84D-4FC6-87BA-E88BCEEAA759}" dt="2025-11-20T00:08:48.560" v="1594" actId="13822"/>
        <pc:sldMkLst>
          <pc:docMk/>
          <pc:sldMk cId="1715185127" sldId="314"/>
        </pc:sldMkLst>
        <pc:spChg chg="add mod">
          <ac:chgData name="Cesar Augusto Lopez Gallego" userId="0dfa9112-9251-4882-b472-cf2dfcee09d1" providerId="ADAL" clId="{1475BFA1-A84D-4FC6-87BA-E88BCEEAA759}" dt="2025-11-19T23:45:44.742" v="1306" actId="313"/>
          <ac:spMkLst>
            <pc:docMk/>
            <pc:sldMk cId="1715185127" sldId="314"/>
            <ac:spMk id="2" creationId="{3E595EB8-4504-4A92-866E-CE6328D7E527}"/>
          </ac:spMkLst>
        </pc:spChg>
        <pc:spChg chg="add mod">
          <ac:chgData name="Cesar Augusto Lopez Gallego" userId="0dfa9112-9251-4882-b472-cf2dfcee09d1" providerId="ADAL" clId="{1475BFA1-A84D-4FC6-87BA-E88BCEEAA759}" dt="2025-11-19T23:48:53.040" v="1405" actId="20577"/>
          <ac:spMkLst>
            <pc:docMk/>
            <pc:sldMk cId="1715185127" sldId="314"/>
            <ac:spMk id="4" creationId="{283FC2B6-3B07-4E12-89A3-938599569081}"/>
          </ac:spMkLst>
        </pc:spChg>
        <pc:spChg chg="add mod">
          <ac:chgData name="Cesar Augusto Lopez Gallego" userId="0dfa9112-9251-4882-b472-cf2dfcee09d1" providerId="ADAL" clId="{1475BFA1-A84D-4FC6-87BA-E88BCEEAA759}" dt="2025-11-20T00:08:26.543" v="1589" actId="20577"/>
          <ac:spMkLst>
            <pc:docMk/>
            <pc:sldMk cId="1715185127" sldId="314"/>
            <ac:spMk id="7" creationId="{4F39B69F-6718-430C-8BBF-B421714B6254}"/>
          </ac:spMkLst>
        </pc:spChg>
        <pc:cxnChg chg="add mod">
          <ac:chgData name="Cesar Augusto Lopez Gallego" userId="0dfa9112-9251-4882-b472-cf2dfcee09d1" providerId="ADAL" clId="{1475BFA1-A84D-4FC6-87BA-E88BCEEAA759}" dt="2025-11-20T00:08:48.560" v="1594" actId="13822"/>
          <ac:cxnSpMkLst>
            <pc:docMk/>
            <pc:sldMk cId="1715185127" sldId="314"/>
            <ac:cxnSpMk id="6" creationId="{BA50CFDC-47D6-4848-9CEF-9126C5F88C02}"/>
          </ac:cxnSpMkLst>
        </pc:cxnChg>
      </pc:sldChg>
      <pc:sldChg chg="addSp delSp modSp new mod ord">
        <pc:chgData name="Cesar Augusto Lopez Gallego" userId="0dfa9112-9251-4882-b472-cf2dfcee09d1" providerId="ADAL" clId="{1475BFA1-A84D-4FC6-87BA-E88BCEEAA759}" dt="2025-11-20T00:01:29.466" v="1569" actId="1076"/>
        <pc:sldMkLst>
          <pc:docMk/>
          <pc:sldMk cId="858085834" sldId="315"/>
        </pc:sldMkLst>
        <pc:spChg chg="add mod">
          <ac:chgData name="Cesar Augusto Lopez Gallego" userId="0dfa9112-9251-4882-b472-cf2dfcee09d1" providerId="ADAL" clId="{1475BFA1-A84D-4FC6-87BA-E88BCEEAA759}" dt="2025-11-19T23:50:34.919" v="1513" actId="20577"/>
          <ac:spMkLst>
            <pc:docMk/>
            <pc:sldMk cId="858085834" sldId="315"/>
            <ac:spMk id="2" creationId="{87D6756E-AFA8-456D-9453-41CB455ABA6F}"/>
          </ac:spMkLst>
        </pc:spChg>
        <pc:spChg chg="add del mod">
          <ac:chgData name="Cesar Augusto Lopez Gallego" userId="0dfa9112-9251-4882-b472-cf2dfcee09d1" providerId="ADAL" clId="{1475BFA1-A84D-4FC6-87BA-E88BCEEAA759}" dt="2025-11-19T23:54:16.528" v="1516" actId="478"/>
          <ac:spMkLst>
            <pc:docMk/>
            <pc:sldMk cId="858085834" sldId="315"/>
            <ac:spMk id="3" creationId="{4C33F104-9AFE-4459-9CB9-6A65C5CC1FA4}"/>
          </ac:spMkLst>
        </pc:spChg>
        <pc:spChg chg="add mod">
          <ac:chgData name="Cesar Augusto Lopez Gallego" userId="0dfa9112-9251-4882-b472-cf2dfcee09d1" providerId="ADAL" clId="{1475BFA1-A84D-4FC6-87BA-E88BCEEAA759}" dt="2025-11-20T00:00:30.458" v="1550" actId="1076"/>
          <ac:spMkLst>
            <pc:docMk/>
            <pc:sldMk cId="858085834" sldId="315"/>
            <ac:spMk id="5" creationId="{AF615318-C74A-426F-A9FB-EC8EAA81D335}"/>
          </ac:spMkLst>
        </pc:spChg>
        <pc:spChg chg="add mod">
          <ac:chgData name="Cesar Augusto Lopez Gallego" userId="0dfa9112-9251-4882-b472-cf2dfcee09d1" providerId="ADAL" clId="{1475BFA1-A84D-4FC6-87BA-E88BCEEAA759}" dt="2025-11-20T00:01:29.466" v="1569" actId="1076"/>
          <ac:spMkLst>
            <pc:docMk/>
            <pc:sldMk cId="858085834" sldId="315"/>
            <ac:spMk id="11" creationId="{062A9978-C45A-4610-A30D-6738038D6194}"/>
          </ac:spMkLst>
        </pc:spChg>
        <pc:picChg chg="add mod">
          <ac:chgData name="Cesar Augusto Lopez Gallego" userId="0dfa9112-9251-4882-b472-cf2dfcee09d1" providerId="ADAL" clId="{1475BFA1-A84D-4FC6-87BA-E88BCEEAA759}" dt="2025-11-20T00:00:21.221" v="1548" actId="1076"/>
          <ac:picMkLst>
            <pc:docMk/>
            <pc:sldMk cId="858085834" sldId="315"/>
            <ac:picMk id="6" creationId="{4F98329E-832E-4163-A70C-9E35F4BEF014}"/>
          </ac:picMkLst>
        </pc:picChg>
        <pc:picChg chg="add del mod">
          <ac:chgData name="Cesar Augusto Lopez Gallego" userId="0dfa9112-9251-4882-b472-cf2dfcee09d1" providerId="ADAL" clId="{1475BFA1-A84D-4FC6-87BA-E88BCEEAA759}" dt="2025-11-20T00:01:05.117" v="1553" actId="478"/>
          <ac:picMkLst>
            <pc:docMk/>
            <pc:sldMk cId="858085834" sldId="315"/>
            <ac:picMk id="8" creationId="{2F808899-5A9B-4160-944A-B447B188BD85}"/>
          </ac:picMkLst>
        </pc:picChg>
        <pc:picChg chg="add mod">
          <ac:chgData name="Cesar Augusto Lopez Gallego" userId="0dfa9112-9251-4882-b472-cf2dfcee09d1" providerId="ADAL" clId="{1475BFA1-A84D-4FC6-87BA-E88BCEEAA759}" dt="2025-11-20T00:01:17.402" v="1557" actId="1076"/>
          <ac:picMkLst>
            <pc:docMk/>
            <pc:sldMk cId="858085834" sldId="315"/>
            <ac:picMk id="10" creationId="{5DCC7818-27C5-42C3-AE4F-F203A5F66AD8}"/>
          </ac:picMkLst>
        </pc:picChg>
      </pc:sldChg>
      <pc:sldChg chg="addSp delSp modSp new mod">
        <pc:chgData name="Cesar Augusto Lopez Gallego" userId="0dfa9112-9251-4882-b472-cf2dfcee09d1" providerId="ADAL" clId="{1475BFA1-A84D-4FC6-87BA-E88BCEEAA759}" dt="2025-11-20T15:45:50.584" v="1963" actId="13926"/>
        <pc:sldMkLst>
          <pc:docMk/>
          <pc:sldMk cId="3713133498" sldId="316"/>
        </pc:sldMkLst>
        <pc:spChg chg="add mod">
          <ac:chgData name="Cesar Augusto Lopez Gallego" userId="0dfa9112-9251-4882-b472-cf2dfcee09d1" providerId="ADAL" clId="{1475BFA1-A84D-4FC6-87BA-E88BCEEAA759}" dt="2025-11-20T15:31:38.068" v="1612" actId="20577"/>
          <ac:spMkLst>
            <pc:docMk/>
            <pc:sldMk cId="3713133498" sldId="316"/>
            <ac:spMk id="2" creationId="{FF7A5737-7409-44B8-84DC-6646F27A43AD}"/>
          </ac:spMkLst>
        </pc:spChg>
        <pc:spChg chg="add mod">
          <ac:chgData name="Cesar Augusto Lopez Gallego" userId="0dfa9112-9251-4882-b472-cf2dfcee09d1" providerId="ADAL" clId="{1475BFA1-A84D-4FC6-87BA-E88BCEEAA759}" dt="2025-11-20T15:45:50.584" v="1963" actId="13926"/>
          <ac:spMkLst>
            <pc:docMk/>
            <pc:sldMk cId="3713133498" sldId="316"/>
            <ac:spMk id="4" creationId="{1DDD255F-FD61-4435-A45F-1EA5783F7FB5}"/>
          </ac:spMkLst>
        </pc:spChg>
        <pc:spChg chg="add mod">
          <ac:chgData name="Cesar Augusto Lopez Gallego" userId="0dfa9112-9251-4882-b472-cf2dfcee09d1" providerId="ADAL" clId="{1475BFA1-A84D-4FC6-87BA-E88BCEEAA759}" dt="2025-11-20T15:45:07.717" v="1962" actId="113"/>
          <ac:spMkLst>
            <pc:docMk/>
            <pc:sldMk cId="3713133498" sldId="316"/>
            <ac:spMk id="22" creationId="{14062F0E-CBED-44F6-BC5E-3642AA7F9218}"/>
          </ac:spMkLst>
        </pc:spChg>
        <pc:spChg chg="add del">
          <ac:chgData name="Cesar Augusto Lopez Gallego" userId="0dfa9112-9251-4882-b472-cf2dfcee09d1" providerId="ADAL" clId="{1475BFA1-A84D-4FC6-87BA-E88BCEEAA759}" dt="2025-11-20T15:40:51.795" v="1914"/>
          <ac:spMkLst>
            <pc:docMk/>
            <pc:sldMk cId="3713133498" sldId="316"/>
            <ac:spMk id="23" creationId="{EE68A065-EEE6-4631-B484-590416A6BED2}"/>
          </ac:spMkLst>
        </pc:spChg>
        <pc:picChg chg="add mod">
          <ac:chgData name="Cesar Augusto Lopez Gallego" userId="0dfa9112-9251-4882-b472-cf2dfcee09d1" providerId="ADAL" clId="{1475BFA1-A84D-4FC6-87BA-E88BCEEAA759}" dt="2025-11-20T15:33:42.898" v="1645" actId="1076"/>
          <ac:picMkLst>
            <pc:docMk/>
            <pc:sldMk cId="3713133498" sldId="316"/>
            <ac:picMk id="6" creationId="{07B86A70-DD2A-48AE-B82D-AA484FE587DE}"/>
          </ac:picMkLst>
        </pc:picChg>
        <pc:cxnChg chg="add mod">
          <ac:chgData name="Cesar Augusto Lopez Gallego" userId="0dfa9112-9251-4882-b472-cf2dfcee09d1" providerId="ADAL" clId="{1475BFA1-A84D-4FC6-87BA-E88BCEEAA759}" dt="2025-11-20T15:34:01.066" v="1648" actId="14100"/>
          <ac:cxnSpMkLst>
            <pc:docMk/>
            <pc:sldMk cId="3713133498" sldId="316"/>
            <ac:cxnSpMk id="8" creationId="{D581BD11-5EFA-4077-91E6-854A0DA86629}"/>
          </ac:cxnSpMkLst>
        </pc:cxnChg>
        <pc:cxnChg chg="add mod">
          <ac:chgData name="Cesar Augusto Lopez Gallego" userId="0dfa9112-9251-4882-b472-cf2dfcee09d1" providerId="ADAL" clId="{1475BFA1-A84D-4FC6-87BA-E88BCEEAA759}" dt="2025-11-20T15:34:28.849" v="1651" actId="14100"/>
          <ac:cxnSpMkLst>
            <pc:docMk/>
            <pc:sldMk cId="3713133498" sldId="316"/>
            <ac:cxnSpMk id="11" creationId="{4CBE68FC-75BF-4DF9-A4CA-8DA6A4E1EF80}"/>
          </ac:cxnSpMkLst>
        </pc:cxnChg>
        <pc:cxnChg chg="add mod">
          <ac:chgData name="Cesar Augusto Lopez Gallego" userId="0dfa9112-9251-4882-b472-cf2dfcee09d1" providerId="ADAL" clId="{1475BFA1-A84D-4FC6-87BA-E88BCEEAA759}" dt="2025-11-20T15:34:42.280" v="1654" actId="14100"/>
          <ac:cxnSpMkLst>
            <pc:docMk/>
            <pc:sldMk cId="3713133498" sldId="316"/>
            <ac:cxnSpMk id="14" creationId="{4C4EDA0B-0BEE-4C02-B633-BC821EC7B751}"/>
          </ac:cxnSpMkLst>
        </pc:cxnChg>
        <pc:cxnChg chg="add mod">
          <ac:chgData name="Cesar Augusto Lopez Gallego" userId="0dfa9112-9251-4882-b472-cf2dfcee09d1" providerId="ADAL" clId="{1475BFA1-A84D-4FC6-87BA-E88BCEEAA759}" dt="2025-11-20T15:41:53.630" v="1943" actId="1076"/>
          <ac:cxnSpMkLst>
            <pc:docMk/>
            <pc:sldMk cId="3713133498" sldId="316"/>
            <ac:cxnSpMk id="17" creationId="{C63C9154-9156-4FCA-AD4A-4A508C72EB62}"/>
          </ac:cxnSpMkLst>
        </pc:cxnChg>
        <pc:cxnChg chg="add mod">
          <ac:chgData name="Cesar Augusto Lopez Gallego" userId="0dfa9112-9251-4882-b472-cf2dfcee09d1" providerId="ADAL" clId="{1475BFA1-A84D-4FC6-87BA-E88BCEEAA759}" dt="2025-11-20T15:42:34.292" v="1950" actId="14100"/>
          <ac:cxnSpMkLst>
            <pc:docMk/>
            <pc:sldMk cId="3713133498" sldId="316"/>
            <ac:cxnSpMk id="20" creationId="{08A3A6DE-0463-4131-AFA0-FC1E14E403DF}"/>
          </ac:cxnSpMkLst>
        </pc:cxnChg>
        <pc:cxnChg chg="add mod">
          <ac:chgData name="Cesar Augusto Lopez Gallego" userId="0dfa9112-9251-4882-b472-cf2dfcee09d1" providerId="ADAL" clId="{1475BFA1-A84D-4FC6-87BA-E88BCEEAA759}" dt="2025-11-20T15:42:42.536" v="1952" actId="1076"/>
          <ac:cxnSpMkLst>
            <pc:docMk/>
            <pc:sldMk cId="3713133498" sldId="316"/>
            <ac:cxnSpMk id="26" creationId="{0F458135-BE0D-45A3-BDC2-5CA128614131}"/>
          </ac:cxnSpMkLst>
        </pc:cxnChg>
        <pc:cxnChg chg="add mod">
          <ac:chgData name="Cesar Augusto Lopez Gallego" userId="0dfa9112-9251-4882-b472-cf2dfcee09d1" providerId="ADAL" clId="{1475BFA1-A84D-4FC6-87BA-E88BCEEAA759}" dt="2025-11-20T15:43:04.925" v="1955" actId="1076"/>
          <ac:cxnSpMkLst>
            <pc:docMk/>
            <pc:sldMk cId="3713133498" sldId="316"/>
            <ac:cxnSpMk id="27" creationId="{625B0CE8-2923-4612-8B1E-9736E79BDD0C}"/>
          </ac:cxnSpMkLst>
        </pc:cxnChg>
        <pc:cxnChg chg="add mod">
          <ac:chgData name="Cesar Augusto Lopez Gallego" userId="0dfa9112-9251-4882-b472-cf2dfcee09d1" providerId="ADAL" clId="{1475BFA1-A84D-4FC6-87BA-E88BCEEAA759}" dt="2025-11-20T15:43:09.554" v="1957" actId="1076"/>
          <ac:cxnSpMkLst>
            <pc:docMk/>
            <pc:sldMk cId="3713133498" sldId="316"/>
            <ac:cxnSpMk id="31" creationId="{4A82FAE7-932A-4CBC-8805-4753E0558B1F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5:49:39.834" v="2029" actId="313"/>
        <pc:sldMkLst>
          <pc:docMk/>
          <pc:sldMk cId="3103977490" sldId="317"/>
        </pc:sldMkLst>
        <pc:spChg chg="add mod">
          <ac:chgData name="Cesar Augusto Lopez Gallego" userId="0dfa9112-9251-4882-b472-cf2dfcee09d1" providerId="ADAL" clId="{1475BFA1-A84D-4FC6-87BA-E88BCEEAA759}" dt="2025-11-20T15:49:39.834" v="2029" actId="313"/>
          <ac:spMkLst>
            <pc:docMk/>
            <pc:sldMk cId="3103977490" sldId="317"/>
            <ac:spMk id="2" creationId="{EFD212D8-0E5D-4BD0-A10F-45BECAE25644}"/>
          </ac:spMkLst>
        </pc:spChg>
        <pc:spChg chg="add del mod">
          <ac:chgData name="Cesar Augusto Lopez Gallego" userId="0dfa9112-9251-4882-b472-cf2dfcee09d1" providerId="ADAL" clId="{1475BFA1-A84D-4FC6-87BA-E88BCEEAA759}" dt="2025-11-20T15:48:01.176" v="2004"/>
          <ac:spMkLst>
            <pc:docMk/>
            <pc:sldMk cId="3103977490" sldId="317"/>
            <ac:spMk id="3" creationId="{892C95FA-6B2E-4EF6-9D28-DF21A5F2C597}"/>
          </ac:spMkLst>
        </pc:spChg>
        <pc:picChg chg="add del mod">
          <ac:chgData name="Cesar Augusto Lopez Gallego" userId="0dfa9112-9251-4882-b472-cf2dfcee09d1" providerId="ADAL" clId="{1475BFA1-A84D-4FC6-87BA-E88BCEEAA759}" dt="2025-11-20T15:48:14.371" v="2008" actId="478"/>
          <ac:picMkLst>
            <pc:docMk/>
            <pc:sldMk cId="3103977490" sldId="317"/>
            <ac:picMk id="5" creationId="{75250D27-9B19-4458-A1ED-787CB2F5A758}"/>
          </ac:picMkLst>
        </pc:picChg>
        <pc:picChg chg="add mod">
          <ac:chgData name="Cesar Augusto Lopez Gallego" userId="0dfa9112-9251-4882-b472-cf2dfcee09d1" providerId="ADAL" clId="{1475BFA1-A84D-4FC6-87BA-E88BCEEAA759}" dt="2025-11-20T15:49:35.232" v="2028" actId="14100"/>
          <ac:picMkLst>
            <pc:docMk/>
            <pc:sldMk cId="3103977490" sldId="317"/>
            <ac:picMk id="7" creationId="{5D5424CA-7746-4E8F-8DA5-3BAC3A5A3E11}"/>
          </ac:picMkLst>
        </pc:picChg>
        <pc:picChg chg="add mod">
          <ac:chgData name="Cesar Augusto Lopez Gallego" userId="0dfa9112-9251-4882-b472-cf2dfcee09d1" providerId="ADAL" clId="{1475BFA1-A84D-4FC6-87BA-E88BCEEAA759}" dt="2025-11-20T15:49:30.749" v="2026" actId="1076"/>
          <ac:picMkLst>
            <pc:docMk/>
            <pc:sldMk cId="3103977490" sldId="317"/>
            <ac:picMk id="9" creationId="{535271FB-D2A0-4CE6-89A1-46A0C82EEE2A}"/>
          </ac:picMkLst>
        </pc:picChg>
        <pc:picChg chg="add del mod">
          <ac:chgData name="Cesar Augusto Lopez Gallego" userId="0dfa9112-9251-4882-b472-cf2dfcee09d1" providerId="ADAL" clId="{1475BFA1-A84D-4FC6-87BA-E88BCEEAA759}" dt="2025-11-20T15:49:09.777" v="2021" actId="478"/>
          <ac:picMkLst>
            <pc:docMk/>
            <pc:sldMk cId="3103977490" sldId="317"/>
            <ac:picMk id="11" creationId="{57162DCF-0A81-4BE9-A155-362A8111101F}"/>
          </ac:picMkLst>
        </pc:picChg>
        <pc:picChg chg="add mod">
          <ac:chgData name="Cesar Augusto Lopez Gallego" userId="0dfa9112-9251-4882-b472-cf2dfcee09d1" providerId="ADAL" clId="{1475BFA1-A84D-4FC6-87BA-E88BCEEAA759}" dt="2025-11-20T15:49:31.945" v="2027" actId="1076"/>
          <ac:picMkLst>
            <pc:docMk/>
            <pc:sldMk cId="3103977490" sldId="317"/>
            <ac:picMk id="13" creationId="{4E017CAF-360D-42A7-B306-6D26ED708A6D}"/>
          </ac:picMkLst>
        </pc:picChg>
      </pc:sldChg>
      <pc:sldChg chg="addSp modSp new mod ord">
        <pc:chgData name="Cesar Augusto Lopez Gallego" userId="0dfa9112-9251-4882-b472-cf2dfcee09d1" providerId="ADAL" clId="{1475BFA1-A84D-4FC6-87BA-E88BCEEAA759}" dt="2025-11-20T16:11:32.925" v="2236" actId="1076"/>
        <pc:sldMkLst>
          <pc:docMk/>
          <pc:sldMk cId="143623890" sldId="318"/>
        </pc:sldMkLst>
        <pc:spChg chg="add mod">
          <ac:chgData name="Cesar Augusto Lopez Gallego" userId="0dfa9112-9251-4882-b472-cf2dfcee09d1" providerId="ADAL" clId="{1475BFA1-A84D-4FC6-87BA-E88BCEEAA759}" dt="2025-11-20T16:05:20.989" v="2165" actId="20577"/>
          <ac:spMkLst>
            <pc:docMk/>
            <pc:sldMk cId="143623890" sldId="318"/>
            <ac:spMk id="2" creationId="{BEBA311E-68D3-4747-882A-3306F6453BA4}"/>
          </ac:spMkLst>
        </pc:spChg>
        <pc:spChg chg="add mod">
          <ac:chgData name="Cesar Augusto Lopez Gallego" userId="0dfa9112-9251-4882-b472-cf2dfcee09d1" providerId="ADAL" clId="{1475BFA1-A84D-4FC6-87BA-E88BCEEAA759}" dt="2025-11-20T16:11:20.156" v="2234" actId="1076"/>
          <ac:spMkLst>
            <pc:docMk/>
            <pc:sldMk cId="143623890" sldId="318"/>
            <ac:spMk id="4" creationId="{A3026380-D8E0-42EA-8FD4-7C8DB90D1586}"/>
          </ac:spMkLst>
        </pc:spChg>
        <pc:cxnChg chg="add mod">
          <ac:chgData name="Cesar Augusto Lopez Gallego" userId="0dfa9112-9251-4882-b472-cf2dfcee09d1" providerId="ADAL" clId="{1475BFA1-A84D-4FC6-87BA-E88BCEEAA759}" dt="2025-11-20T16:11:30.558" v="2235" actId="1076"/>
          <ac:cxnSpMkLst>
            <pc:docMk/>
            <pc:sldMk cId="143623890" sldId="318"/>
            <ac:cxnSpMk id="6" creationId="{7EDFB3F9-24C5-4BF9-B361-45A7EA225910}"/>
          </ac:cxnSpMkLst>
        </pc:cxnChg>
        <pc:cxnChg chg="add mod">
          <ac:chgData name="Cesar Augusto Lopez Gallego" userId="0dfa9112-9251-4882-b472-cf2dfcee09d1" providerId="ADAL" clId="{1475BFA1-A84D-4FC6-87BA-E88BCEEAA759}" dt="2025-11-20T16:11:32.925" v="2236" actId="1076"/>
          <ac:cxnSpMkLst>
            <pc:docMk/>
            <pc:sldMk cId="143623890" sldId="318"/>
            <ac:cxnSpMk id="7" creationId="{A593C0A3-315A-4393-9F35-5A49C88E3D43}"/>
          </ac:cxnSpMkLst>
        </pc:cxnChg>
      </pc:sldChg>
      <pc:sldChg chg="addSp delSp modSp new mod">
        <pc:chgData name="Cesar Augusto Lopez Gallego" userId="0dfa9112-9251-4882-b472-cf2dfcee09d1" providerId="ADAL" clId="{1475BFA1-A84D-4FC6-87BA-E88BCEEAA759}" dt="2025-11-20T16:37:47.385" v="2459" actId="20577"/>
        <pc:sldMkLst>
          <pc:docMk/>
          <pc:sldMk cId="2019317246" sldId="319"/>
        </pc:sldMkLst>
        <pc:spChg chg="add mod">
          <ac:chgData name="Cesar Augusto Lopez Gallego" userId="0dfa9112-9251-4882-b472-cf2dfcee09d1" providerId="ADAL" clId="{1475BFA1-A84D-4FC6-87BA-E88BCEEAA759}" dt="2025-11-20T16:15:15.232" v="2340" actId="404"/>
          <ac:spMkLst>
            <pc:docMk/>
            <pc:sldMk cId="2019317246" sldId="319"/>
            <ac:spMk id="2" creationId="{EF2BFFD6-9BC6-45BB-A756-B4C6319D97D4}"/>
          </ac:spMkLst>
        </pc:spChg>
        <pc:spChg chg="add mod">
          <ac:chgData name="Cesar Augusto Lopez Gallego" userId="0dfa9112-9251-4882-b472-cf2dfcee09d1" providerId="ADAL" clId="{1475BFA1-A84D-4FC6-87BA-E88BCEEAA759}" dt="2025-11-20T16:37:27.268" v="2456" actId="13926"/>
          <ac:spMkLst>
            <pc:docMk/>
            <pc:sldMk cId="2019317246" sldId="319"/>
            <ac:spMk id="4" creationId="{A3A34543-A2CF-4228-A6EF-9257C297F545}"/>
          </ac:spMkLst>
        </pc:spChg>
        <pc:spChg chg="add mod">
          <ac:chgData name="Cesar Augusto Lopez Gallego" userId="0dfa9112-9251-4882-b472-cf2dfcee09d1" providerId="ADAL" clId="{1475BFA1-A84D-4FC6-87BA-E88BCEEAA759}" dt="2025-11-20T16:37:47.385" v="2459" actId="20577"/>
          <ac:spMkLst>
            <pc:docMk/>
            <pc:sldMk cId="2019317246" sldId="319"/>
            <ac:spMk id="5" creationId="{4A91DE90-4AF8-45C8-B073-26C9B7078FB9}"/>
          </ac:spMkLst>
        </pc:spChg>
        <pc:spChg chg="add del">
          <ac:chgData name="Cesar Augusto Lopez Gallego" userId="0dfa9112-9251-4882-b472-cf2dfcee09d1" providerId="ADAL" clId="{1475BFA1-A84D-4FC6-87BA-E88BCEEAA759}" dt="2025-11-20T16:22:46.742" v="2387"/>
          <ac:spMkLst>
            <pc:docMk/>
            <pc:sldMk cId="2019317246" sldId="319"/>
            <ac:spMk id="6" creationId="{CDBF802F-BC8B-47CE-A9B1-A201D0EB69D3}"/>
          </ac:spMkLst>
        </pc:spChg>
        <pc:cxnChg chg="add mod">
          <ac:chgData name="Cesar Augusto Lopez Gallego" userId="0dfa9112-9251-4882-b472-cf2dfcee09d1" providerId="ADAL" clId="{1475BFA1-A84D-4FC6-87BA-E88BCEEAA759}" dt="2025-11-20T16:24:55.010" v="2453" actId="14100"/>
          <ac:cxnSpMkLst>
            <pc:docMk/>
            <pc:sldMk cId="2019317246" sldId="319"/>
            <ac:cxnSpMk id="8" creationId="{64FDDFCF-7092-4775-A573-783E73C92358}"/>
          </ac:cxnSpMkLst>
        </pc:cxnChg>
      </pc:sldChg>
      <pc:sldChg chg="addSp modSp new mod">
        <pc:chgData name="Cesar Augusto Lopez Gallego" userId="0dfa9112-9251-4882-b472-cf2dfcee09d1" providerId="ADAL" clId="{1475BFA1-A84D-4FC6-87BA-E88BCEEAA759}" dt="2025-11-20T16:54:48.562" v="2532" actId="403"/>
        <pc:sldMkLst>
          <pc:docMk/>
          <pc:sldMk cId="4226774823" sldId="320"/>
        </pc:sldMkLst>
        <pc:spChg chg="add mod">
          <ac:chgData name="Cesar Augusto Lopez Gallego" userId="0dfa9112-9251-4882-b472-cf2dfcee09d1" providerId="ADAL" clId="{1475BFA1-A84D-4FC6-87BA-E88BCEEAA759}" dt="2025-11-20T16:43:07.541" v="2475" actId="1037"/>
          <ac:spMkLst>
            <pc:docMk/>
            <pc:sldMk cId="4226774823" sldId="320"/>
            <ac:spMk id="2" creationId="{C810EFD0-772E-4142-91BB-F30FDF49833D}"/>
          </ac:spMkLst>
        </pc:spChg>
        <pc:spChg chg="add mod">
          <ac:chgData name="Cesar Augusto Lopez Gallego" userId="0dfa9112-9251-4882-b472-cf2dfcee09d1" providerId="ADAL" clId="{1475BFA1-A84D-4FC6-87BA-E88BCEEAA759}" dt="2025-11-20T16:54:48.562" v="2532" actId="403"/>
          <ac:spMkLst>
            <pc:docMk/>
            <pc:sldMk cId="4226774823" sldId="320"/>
            <ac:spMk id="4" creationId="{C5DC7CBB-35EF-4B18-A11D-404245736A46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16:56:11.064" v="2552" actId="6549"/>
        <pc:sldMkLst>
          <pc:docMk/>
          <pc:sldMk cId="373135910" sldId="321"/>
        </pc:sldMkLst>
        <pc:spChg chg="add mod">
          <ac:chgData name="Cesar Augusto Lopez Gallego" userId="0dfa9112-9251-4882-b472-cf2dfcee09d1" providerId="ADAL" clId="{1475BFA1-A84D-4FC6-87BA-E88BCEEAA759}" dt="2025-11-20T16:55:11.874" v="2534"/>
          <ac:spMkLst>
            <pc:docMk/>
            <pc:sldMk cId="373135910" sldId="321"/>
            <ac:spMk id="2" creationId="{B489F206-A4F6-4A5A-A6EE-DEAC43DEFE52}"/>
          </ac:spMkLst>
        </pc:spChg>
        <pc:spChg chg="add mod">
          <ac:chgData name="Cesar Augusto Lopez Gallego" userId="0dfa9112-9251-4882-b472-cf2dfcee09d1" providerId="ADAL" clId="{1475BFA1-A84D-4FC6-87BA-E88BCEEAA759}" dt="2025-11-20T16:56:11.064" v="2552" actId="6549"/>
          <ac:spMkLst>
            <pc:docMk/>
            <pc:sldMk cId="373135910" sldId="321"/>
            <ac:spMk id="3" creationId="{0D624466-EAFA-4847-9A0A-148E49D059D1}"/>
          </ac:spMkLst>
        </pc:spChg>
      </pc:sldChg>
      <pc:sldChg chg="modSp add del mod">
        <pc:chgData name="Cesar Augusto Lopez Gallego" userId="0dfa9112-9251-4882-b472-cf2dfcee09d1" providerId="ADAL" clId="{1475BFA1-A84D-4FC6-87BA-E88BCEEAA759}" dt="2025-11-20T16:59:47.392" v="2572" actId="2696"/>
        <pc:sldMkLst>
          <pc:docMk/>
          <pc:sldMk cId="1365846194" sldId="322"/>
        </pc:sldMkLst>
        <pc:spChg chg="mod">
          <ac:chgData name="Cesar Augusto Lopez Gallego" userId="0dfa9112-9251-4882-b472-cf2dfcee09d1" providerId="ADAL" clId="{1475BFA1-A84D-4FC6-87BA-E88BCEEAA759}" dt="2025-11-20T16:59:41.283" v="2571" actId="20577"/>
          <ac:spMkLst>
            <pc:docMk/>
            <pc:sldMk cId="1365846194" sldId="322"/>
            <ac:spMk id="3" creationId="{0D624466-EAFA-4847-9A0A-148E49D059D1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16:59:25.033" v="2554" actId="47"/>
        <pc:sldMkLst>
          <pc:docMk/>
          <pc:sldMk cId="2729733231" sldId="322"/>
        </pc:sldMkLst>
      </pc:sldChg>
      <pc:sldChg chg="modSp add mod">
        <pc:chgData name="Cesar Augusto Lopez Gallego" userId="0dfa9112-9251-4882-b472-cf2dfcee09d1" providerId="ADAL" clId="{1475BFA1-A84D-4FC6-87BA-E88BCEEAA759}" dt="2025-11-20T20:18:59.643" v="2609" actId="20577"/>
        <pc:sldMkLst>
          <pc:docMk/>
          <pc:sldMk cId="4074388062" sldId="322"/>
        </pc:sldMkLst>
        <pc:spChg chg="mod">
          <ac:chgData name="Cesar Augusto Lopez Gallego" userId="0dfa9112-9251-4882-b472-cf2dfcee09d1" providerId="ADAL" clId="{1475BFA1-A84D-4FC6-87BA-E88BCEEAA759}" dt="2025-11-20T20:18:59.643" v="2609" actId="20577"/>
          <ac:spMkLst>
            <pc:docMk/>
            <pc:sldMk cId="4074388062" sldId="322"/>
            <ac:spMk id="3" creationId="{0D624466-EAFA-4847-9A0A-148E49D059D1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53:25.810" v="2899"/>
        <pc:sldMkLst>
          <pc:docMk/>
          <pc:sldMk cId="1787746170" sldId="323"/>
        </pc:sldMkLst>
        <pc:spChg chg="add mod">
          <ac:chgData name="Cesar Augusto Lopez Gallego" userId="0dfa9112-9251-4882-b472-cf2dfcee09d1" providerId="ADAL" clId="{1475BFA1-A84D-4FC6-87BA-E88BCEEAA759}" dt="2025-11-20T20:31:01.322" v="2688" actId="20577"/>
          <ac:spMkLst>
            <pc:docMk/>
            <pc:sldMk cId="1787746170" sldId="323"/>
            <ac:spMk id="2" creationId="{1673DB45-D6D5-4CA7-9151-029E07453FC2}"/>
          </ac:spMkLst>
        </pc:spChg>
        <pc:spChg chg="add mod">
          <ac:chgData name="Cesar Augusto Lopez Gallego" userId="0dfa9112-9251-4882-b472-cf2dfcee09d1" providerId="ADAL" clId="{1475BFA1-A84D-4FC6-87BA-E88BCEEAA759}" dt="2025-11-20T20:53:25.810" v="2899"/>
          <ac:spMkLst>
            <pc:docMk/>
            <pc:sldMk cId="1787746170" sldId="323"/>
            <ac:spMk id="4" creationId="{53F838B5-DD36-4859-9F78-C453644284AB}"/>
          </ac:spMkLst>
        </pc:spChg>
      </pc:sldChg>
      <pc:sldChg chg="addSp modSp new mod">
        <pc:chgData name="Cesar Augusto Lopez Gallego" userId="0dfa9112-9251-4882-b472-cf2dfcee09d1" providerId="ADAL" clId="{1475BFA1-A84D-4FC6-87BA-E88BCEEAA759}" dt="2025-11-20T20:41:11.151" v="2782" actId="1076"/>
        <pc:sldMkLst>
          <pc:docMk/>
          <pc:sldMk cId="28551296" sldId="324"/>
        </pc:sldMkLst>
        <pc:spChg chg="add mod">
          <ac:chgData name="Cesar Augusto Lopez Gallego" userId="0dfa9112-9251-4882-b472-cf2dfcee09d1" providerId="ADAL" clId="{1475BFA1-A84D-4FC6-87BA-E88BCEEAA759}" dt="2025-11-20T20:41:03.756" v="2780" actId="1076"/>
          <ac:spMkLst>
            <pc:docMk/>
            <pc:sldMk cId="28551296" sldId="324"/>
            <ac:spMk id="2" creationId="{1F30AB3C-64E9-4BDB-8A18-AF9D5257012B}"/>
          </ac:spMkLst>
        </pc:spChg>
        <pc:spChg chg="add mod">
          <ac:chgData name="Cesar Augusto Lopez Gallego" userId="0dfa9112-9251-4882-b472-cf2dfcee09d1" providerId="ADAL" clId="{1475BFA1-A84D-4FC6-87BA-E88BCEEAA759}" dt="2025-11-20T20:41:11.151" v="2782" actId="1076"/>
          <ac:spMkLst>
            <pc:docMk/>
            <pc:sldMk cId="28551296" sldId="324"/>
            <ac:spMk id="3" creationId="{6BD45E9B-BDF9-4897-8578-613B683FD0A8}"/>
          </ac:spMkLst>
        </pc:spChg>
      </pc:sldChg>
      <pc:sldChg chg="addSp modSp new">
        <pc:chgData name="Cesar Augusto Lopez Gallego" userId="0dfa9112-9251-4882-b472-cf2dfcee09d1" providerId="ADAL" clId="{1475BFA1-A84D-4FC6-87BA-E88BCEEAA759}" dt="2025-11-20T20:43:18.647" v="2786"/>
        <pc:sldMkLst>
          <pc:docMk/>
          <pc:sldMk cId="2121429419" sldId="325"/>
        </pc:sldMkLst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2" creationId="{0491D893-272E-4B38-B54E-9E21CB6B6B6E}"/>
          </ac:spMkLst>
        </pc:spChg>
        <pc:spChg chg="add mod">
          <ac:chgData name="Cesar Augusto Lopez Gallego" userId="0dfa9112-9251-4882-b472-cf2dfcee09d1" providerId="ADAL" clId="{1475BFA1-A84D-4FC6-87BA-E88BCEEAA759}" dt="2025-11-20T20:43:18.647" v="2786"/>
          <ac:spMkLst>
            <pc:docMk/>
            <pc:sldMk cId="2121429419" sldId="325"/>
            <ac:spMk id="3" creationId="{672C03AF-A795-4895-A6A4-842EBF9AB2F3}"/>
          </ac:spMkLst>
        </pc:spChg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654063874" sldId="326"/>
        </pc:sldMkLst>
      </pc:sldChg>
      <pc:sldChg chg="new del">
        <pc:chgData name="Cesar Augusto Lopez Gallego" userId="0dfa9112-9251-4882-b472-cf2dfcee09d1" providerId="ADAL" clId="{1475BFA1-A84D-4FC6-87BA-E88BCEEAA759}" dt="2025-11-20T21:04:42.030" v="3018" actId="47"/>
        <pc:sldMkLst>
          <pc:docMk/>
          <pc:sldMk cId="3705092796" sldId="327"/>
        </pc:sldMkLst>
      </pc:sldChg>
      <pc:sldChg chg="addSp delSp modSp new mod">
        <pc:chgData name="Cesar Augusto Lopez Gallego" userId="0dfa9112-9251-4882-b472-cf2dfcee09d1" providerId="ADAL" clId="{1475BFA1-A84D-4FC6-87BA-E88BCEEAA759}" dt="2025-11-20T20:48:48.731" v="2842" actId="313"/>
        <pc:sldMkLst>
          <pc:docMk/>
          <pc:sldMk cId="454806044" sldId="328"/>
        </pc:sldMkLst>
        <pc:spChg chg="add mod">
          <ac:chgData name="Cesar Augusto Lopez Gallego" userId="0dfa9112-9251-4882-b472-cf2dfcee09d1" providerId="ADAL" clId="{1475BFA1-A84D-4FC6-87BA-E88BCEEAA759}" dt="2025-11-20T20:47:42.260" v="2788"/>
          <ac:spMkLst>
            <pc:docMk/>
            <pc:sldMk cId="454806044" sldId="328"/>
            <ac:spMk id="2" creationId="{22D201C6-98DA-4138-834B-7FE3313234A9}"/>
          </ac:spMkLst>
        </pc:spChg>
        <pc:spChg chg="add mod">
          <ac:chgData name="Cesar Augusto Lopez Gallego" userId="0dfa9112-9251-4882-b472-cf2dfcee09d1" providerId="ADAL" clId="{1475BFA1-A84D-4FC6-87BA-E88BCEEAA759}" dt="2025-11-20T20:48:48.731" v="2842" actId="313"/>
          <ac:spMkLst>
            <pc:docMk/>
            <pc:sldMk cId="454806044" sldId="328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8:43.996" v="2838"/>
          <ac:spMkLst>
            <pc:docMk/>
            <pc:sldMk cId="454806044" sldId="328"/>
            <ac:spMk id="4" creationId="{F3F92A95-2336-4676-A560-51AD34C6A14E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0:33.152" v="2864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475BFA1-A84D-4FC6-87BA-E88BCEEAA759}" dt="2025-11-20T20:50:33.152" v="2864"/>
          <ac:spMkLst>
            <pc:docMk/>
            <pc:sldMk cId="1032212014" sldId="329"/>
            <ac:spMk id="3" creationId="{D7BC2325-E5EA-4C92-B1CC-8F5D162B5CB7}"/>
          </ac:spMkLst>
        </pc:spChg>
        <pc:spChg chg="add del">
          <ac:chgData name="Cesar Augusto Lopez Gallego" userId="0dfa9112-9251-4882-b472-cf2dfcee09d1" providerId="ADAL" clId="{1475BFA1-A84D-4FC6-87BA-E88BCEEAA759}" dt="2025-11-20T20:49:32.853" v="2854"/>
          <ac:spMkLst>
            <pc:docMk/>
            <pc:sldMk cId="1032212014" sldId="329"/>
            <ac:spMk id="4" creationId="{8CCC2B84-3595-441A-83C0-42BAC1A40265}"/>
          </ac:spMkLst>
        </pc:spChg>
        <pc:spChg chg="add del">
          <ac:chgData name="Cesar Augusto Lopez Gallego" userId="0dfa9112-9251-4882-b472-cf2dfcee09d1" providerId="ADAL" clId="{1475BFA1-A84D-4FC6-87BA-E88BCEEAA759}" dt="2025-11-20T20:50:30.794" v="2862"/>
          <ac:spMkLst>
            <pc:docMk/>
            <pc:sldMk cId="1032212014" sldId="329"/>
            <ac:spMk id="5" creationId="{B5108B6E-42E7-4CCC-8EE8-AC3302D444EF}"/>
          </ac:spMkLst>
        </pc:spChg>
      </pc:sldChg>
      <pc:sldChg chg="addSp delSp modSp new mod">
        <pc:chgData name="Cesar Augusto Lopez Gallego" userId="0dfa9112-9251-4882-b472-cf2dfcee09d1" providerId="ADAL" clId="{1475BFA1-A84D-4FC6-87BA-E88BCEEAA759}" dt="2025-11-20T20:53:11.874" v="2894" actId="21"/>
        <pc:sldMkLst>
          <pc:docMk/>
          <pc:sldMk cId="3970239826" sldId="330"/>
        </pc:sldMkLst>
        <pc:spChg chg="add mod">
          <ac:chgData name="Cesar Augusto Lopez Gallego" userId="0dfa9112-9251-4882-b472-cf2dfcee09d1" providerId="ADAL" clId="{1475BFA1-A84D-4FC6-87BA-E88BCEEAA759}" dt="2025-11-20T20:51:13.675" v="2866"/>
          <ac:spMkLst>
            <pc:docMk/>
            <pc:sldMk cId="3970239826" sldId="330"/>
            <ac:spMk id="2" creationId="{DADD6D60-B221-45C6-9F07-273CCEC28D47}"/>
          </ac:spMkLst>
        </pc:spChg>
        <pc:spChg chg="add mod">
          <ac:chgData name="Cesar Augusto Lopez Gallego" userId="0dfa9112-9251-4882-b472-cf2dfcee09d1" providerId="ADAL" clId="{1475BFA1-A84D-4FC6-87BA-E88BCEEAA759}" dt="2025-11-20T20:53:11.874" v="2894" actId="21"/>
          <ac:spMkLst>
            <pc:docMk/>
            <pc:sldMk cId="3970239826" sldId="330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2:52.099" v="2888"/>
          <ac:spMkLst>
            <pc:docMk/>
            <pc:sldMk cId="3970239826" sldId="330"/>
            <ac:spMk id="4" creationId="{2B9AF1CE-7A21-4DDE-921B-756ED7D398E5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0:59:30.831" v="2967" actId="2057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475BFA1-A84D-4FC6-87BA-E88BCEEAA759}" dt="2025-11-20T20:59:30.831" v="2967" actId="20577"/>
          <ac:spMkLst>
            <pc:docMk/>
            <pc:sldMk cId="2041605538" sldId="331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0:56:52.743" v="2902"/>
          <ac:spMkLst>
            <pc:docMk/>
            <pc:sldMk cId="2041605538" sldId="331"/>
            <ac:spMk id="4" creationId="{16729810-979D-4429-9D07-D70750C958E0}"/>
          </ac:spMkLst>
        </pc:spChg>
        <pc:spChg chg="add del">
          <ac:chgData name="Cesar Augusto Lopez Gallego" userId="0dfa9112-9251-4882-b472-cf2dfcee09d1" providerId="ADAL" clId="{1475BFA1-A84D-4FC6-87BA-E88BCEEAA759}" dt="2025-11-20T20:57:42.028" v="2911"/>
          <ac:spMkLst>
            <pc:docMk/>
            <pc:sldMk cId="2041605538" sldId="331"/>
            <ac:spMk id="5" creationId="{D156E5F1-B0A3-4DEC-9A00-42379102BA4C}"/>
          </ac:spMkLst>
        </pc:spChg>
      </pc:sldChg>
      <pc:sldChg chg="addSp delSp modSp add mod">
        <pc:chgData name="Cesar Augusto Lopez Gallego" userId="0dfa9112-9251-4882-b472-cf2dfcee09d1" providerId="ADAL" clId="{1475BFA1-A84D-4FC6-87BA-E88BCEEAA759}" dt="2025-11-20T21:04:22.327" v="3017" actId="14100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475BFA1-A84D-4FC6-87BA-E88BCEEAA759}" dt="2025-11-20T21:04:22.327" v="3017" actId="14100"/>
          <ac:spMkLst>
            <pc:docMk/>
            <pc:sldMk cId="1573617908" sldId="332"/>
            <ac:spMk id="3" creationId="{C4D486DE-FDD0-4807-824C-CDB36EF4B6DE}"/>
          </ac:spMkLst>
        </pc:spChg>
        <pc:spChg chg="add del">
          <ac:chgData name="Cesar Augusto Lopez Gallego" userId="0dfa9112-9251-4882-b472-cf2dfcee09d1" providerId="ADAL" clId="{1475BFA1-A84D-4FC6-87BA-E88BCEEAA759}" dt="2025-11-20T21:01:03.006" v="2970"/>
          <ac:spMkLst>
            <pc:docMk/>
            <pc:sldMk cId="1573617908" sldId="332"/>
            <ac:spMk id="4" creationId="{9A11B592-03B5-4D1D-9821-1E644E07AD57}"/>
          </ac:spMkLst>
        </pc:spChg>
        <pc:spChg chg="add del">
          <ac:chgData name="Cesar Augusto Lopez Gallego" userId="0dfa9112-9251-4882-b472-cf2dfcee09d1" providerId="ADAL" clId="{1475BFA1-A84D-4FC6-87BA-E88BCEEAA759}" dt="2025-11-20T21:01:43.728" v="2979"/>
          <ac:spMkLst>
            <pc:docMk/>
            <pc:sldMk cId="1573617908" sldId="332"/>
            <ac:spMk id="5" creationId="{591B892A-DF97-4A39-A4F1-91F52ED21C2C}"/>
          </ac:spMkLst>
        </pc:spChg>
        <pc:spChg chg="add mod">
          <ac:chgData name="Cesar Augusto Lopez Gallego" userId="0dfa9112-9251-4882-b472-cf2dfcee09d1" providerId="ADAL" clId="{1475BFA1-A84D-4FC6-87BA-E88BCEEAA759}" dt="2025-11-20T21:04:19.568" v="3016" actId="1076"/>
          <ac:spMkLst>
            <pc:docMk/>
            <pc:sldMk cId="1573617908" sldId="332"/>
            <ac:spMk id="7" creationId="{CD88A74E-49D9-44BB-9856-D8884F95A5F5}"/>
          </ac:spMkLst>
        </pc:spChg>
      </pc:sldChg>
      <pc:sldMasterChg chg="delSldLayout">
        <pc:chgData name="Cesar Augusto Lopez Gallego" userId="0dfa9112-9251-4882-b472-cf2dfcee09d1" providerId="ADAL" clId="{1475BFA1-A84D-4FC6-87BA-E88BCEEAA759}" dt="2025-11-19T22:12:57.706" v="33" actId="47"/>
        <pc:sldMasterMkLst>
          <pc:docMk/>
          <pc:sldMasterMk cId="0" sldId="2147483648"/>
        </pc:sldMasterMkLst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133276368" sldId="2147483673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1917912257" sldId="2147483674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2739047187" sldId="2147483675"/>
          </pc:sldLayoutMkLst>
        </pc:sldLayoutChg>
        <pc:sldLayoutChg chg="del">
          <pc:chgData name="Cesar Augusto Lopez Gallego" userId="0dfa9112-9251-4882-b472-cf2dfcee09d1" providerId="ADAL" clId="{1475BFA1-A84D-4FC6-87BA-E88BCEEAA759}" dt="2025-11-19T22:12:57.706" v="33" actId="47"/>
          <pc:sldLayoutMkLst>
            <pc:docMk/>
            <pc:sldMasterMk cId="0" sldId="2147483648"/>
            <pc:sldLayoutMk cId="321104078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4CAC9B1C-59E9-4B7D-A42A-4F945400697C}"/>
    <pc:docChg chg="undo custSel addSld delSld modSld">
      <pc:chgData name="Cesar Augusto Lopez Gallego" userId="0dfa9112-9251-4882-b472-cf2dfcee09d1" providerId="ADAL" clId="{4CAC9B1C-59E9-4B7D-A42A-4F945400697C}" dt="2025-11-25T16:34:15.274" v="941" actId="113"/>
      <pc:docMkLst>
        <pc:docMk/>
      </pc:docMkLst>
      <pc:sldChg chg="modSp mod">
        <pc:chgData name="Cesar Augusto Lopez Gallego" userId="0dfa9112-9251-4882-b472-cf2dfcee09d1" providerId="ADAL" clId="{4CAC9B1C-59E9-4B7D-A42A-4F945400697C}" dt="2025-11-25T14:09:29.826" v="11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4CAC9B1C-59E9-4B7D-A42A-4F945400697C}" dt="2025-11-25T14:09:29.826" v="11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4:26:37.808" v="182" actId="13822"/>
        <pc:sldMkLst>
          <pc:docMk/>
          <pc:sldMk cId="2414782528" sldId="312"/>
        </pc:sldMkLst>
        <pc:spChg chg="add mod">
          <ac:chgData name="Cesar Augusto Lopez Gallego" userId="0dfa9112-9251-4882-b472-cf2dfcee09d1" providerId="ADAL" clId="{4CAC9B1C-59E9-4B7D-A42A-4F945400697C}" dt="2025-11-25T14:24:07.780" v="145" actId="13926"/>
          <ac:spMkLst>
            <pc:docMk/>
            <pc:sldMk cId="2414782528" sldId="312"/>
            <ac:spMk id="5" creationId="{A949C474-03BC-415B-8851-FA271D548F34}"/>
          </ac:spMkLst>
        </pc:spChg>
        <pc:spChg chg="del">
          <ac:chgData name="Cesar Augusto Lopez Gallego" userId="0dfa9112-9251-4882-b472-cf2dfcee09d1" providerId="ADAL" clId="{4CAC9B1C-59E9-4B7D-A42A-4F945400697C}" dt="2025-11-25T14:14:35.475" v="65" actId="478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4CAC9B1C-59E9-4B7D-A42A-4F945400697C}" dt="2025-11-25T14:16:26.041" v="101" actId="20577"/>
          <ac:spMkLst>
            <pc:docMk/>
            <pc:sldMk cId="2414782528" sldId="312"/>
            <ac:spMk id="7" creationId="{9A4EB9B8-3FBC-48EF-8BCE-AB6748B91400}"/>
          </ac:spMkLst>
        </pc:spChg>
        <pc:spChg chg="add mod">
          <ac:chgData name="Cesar Augusto Lopez Gallego" userId="0dfa9112-9251-4882-b472-cf2dfcee09d1" providerId="ADAL" clId="{4CAC9B1C-59E9-4B7D-A42A-4F945400697C}" dt="2025-11-25T14:22:42.250" v="136" actId="13926"/>
          <ac:spMkLst>
            <pc:docMk/>
            <pc:sldMk cId="2414782528" sldId="312"/>
            <ac:spMk id="8" creationId="{12F93EA2-3877-467A-A304-4BDBC1B85547}"/>
          </ac:spMkLst>
        </pc:spChg>
        <pc:spChg chg="add mod">
          <ac:chgData name="Cesar Augusto Lopez Gallego" userId="0dfa9112-9251-4882-b472-cf2dfcee09d1" providerId="ADAL" clId="{4CAC9B1C-59E9-4B7D-A42A-4F945400697C}" dt="2025-11-25T14:26:22.985" v="180" actId="1076"/>
          <ac:spMkLst>
            <pc:docMk/>
            <pc:sldMk cId="2414782528" sldId="312"/>
            <ac:spMk id="15" creationId="{78AEAC2E-3300-4997-ACF1-D89E8A5FB76F}"/>
          </ac:spMkLst>
        </pc:spChg>
        <pc:picChg chg="add mod">
          <ac:chgData name="Cesar Augusto Lopez Gallego" userId="0dfa9112-9251-4882-b472-cf2dfcee09d1" providerId="ADAL" clId="{4CAC9B1C-59E9-4B7D-A42A-4F945400697C}" dt="2025-11-25T14:23:42.265" v="142" actId="1076"/>
          <ac:picMkLst>
            <pc:docMk/>
            <pc:sldMk cId="2414782528" sldId="312"/>
            <ac:picMk id="9" creationId="{003CC362-5B25-49B6-9C18-E5E3B6BFCE23}"/>
          </ac:picMkLst>
        </pc:picChg>
        <pc:cxnChg chg="add mod">
          <ac:chgData name="Cesar Augusto Lopez Gallego" userId="0dfa9112-9251-4882-b472-cf2dfcee09d1" providerId="ADAL" clId="{4CAC9B1C-59E9-4B7D-A42A-4F945400697C}" dt="2025-11-25T14:24:24.377" v="148" actId="14100"/>
          <ac:cxnSpMkLst>
            <pc:docMk/>
            <pc:sldMk cId="2414782528" sldId="312"/>
            <ac:cxnSpMk id="11" creationId="{15CADA5A-C11C-4F76-89CF-2200ADA9BD1E}"/>
          </ac:cxnSpMkLst>
        </pc:cxnChg>
        <pc:cxnChg chg="add mod">
          <ac:chgData name="Cesar Augusto Lopez Gallego" userId="0dfa9112-9251-4882-b472-cf2dfcee09d1" providerId="ADAL" clId="{4CAC9B1C-59E9-4B7D-A42A-4F945400697C}" dt="2025-11-25T14:24:42.098" v="152" actId="13822"/>
          <ac:cxnSpMkLst>
            <pc:docMk/>
            <pc:sldMk cId="2414782528" sldId="312"/>
            <ac:cxnSpMk id="13" creationId="{6833D014-2C04-465B-BD8B-94C8F24E7A50}"/>
          </ac:cxnSpMkLst>
        </pc:cxnChg>
        <pc:cxnChg chg="add mod">
          <ac:chgData name="Cesar Augusto Lopez Gallego" userId="0dfa9112-9251-4882-b472-cf2dfcee09d1" providerId="ADAL" clId="{4CAC9B1C-59E9-4B7D-A42A-4F945400697C}" dt="2025-11-25T14:26:37.808" v="182" actId="13822"/>
          <ac:cxnSpMkLst>
            <pc:docMk/>
            <pc:sldMk cId="2414782528" sldId="312"/>
            <ac:cxnSpMk id="17" creationId="{37C55073-798E-4FAC-AEB6-609EDBB443D6}"/>
          </ac:cxnSpMkLst>
        </pc:cxn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853322510" sldId="313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4" creationId="{22B104ED-EB28-4993-BA49-F0835F4CF8FF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5" creationId="{3C5943C2-F750-482B-86A4-F7F0A48A8AFB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853322510" sldId="313"/>
            <ac:spMk id="7" creationId="{DA08C0DA-7EF9-4097-971C-1881206242BD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4:15:23.442" v="76" actId="1076"/>
        <pc:sldMkLst>
          <pc:docMk/>
          <pc:sldMk cId="2964815239" sldId="333"/>
        </pc:sldMkLst>
        <pc:spChg chg="mod">
          <ac:chgData name="Cesar Augusto Lopez Gallego" userId="0dfa9112-9251-4882-b472-cf2dfcee09d1" providerId="ADAL" clId="{4CAC9B1C-59E9-4B7D-A42A-4F945400697C}" dt="2025-11-25T14:13:16.154" v="27" actId="20577"/>
          <ac:spMkLst>
            <pc:docMk/>
            <pc:sldMk cId="2964815239" sldId="333"/>
            <ac:spMk id="2" creationId="{309CF00B-30DD-42C7-B4FF-373C0514AA0B}"/>
          </ac:spMkLst>
        </pc:spChg>
        <pc:spChg chg="del">
          <ac:chgData name="Cesar Augusto Lopez Gallego" userId="0dfa9112-9251-4882-b472-cf2dfcee09d1" providerId="ADAL" clId="{4CAC9B1C-59E9-4B7D-A42A-4F945400697C}" dt="2025-11-25T14:13:22.785" v="28" actId="478"/>
          <ac:spMkLst>
            <pc:docMk/>
            <pc:sldMk cId="2964815239" sldId="333"/>
            <ac:spMk id="4" creationId="{BE656728-1AC9-48BD-97A7-FD4ADAC93CC0}"/>
          </ac:spMkLst>
        </pc:spChg>
        <pc:spChg chg="add mod">
          <ac:chgData name="Cesar Augusto Lopez Gallego" userId="0dfa9112-9251-4882-b472-cf2dfcee09d1" providerId="ADAL" clId="{4CAC9B1C-59E9-4B7D-A42A-4F945400697C}" dt="2025-11-25T14:15:20.526" v="75" actId="403"/>
          <ac:spMkLst>
            <pc:docMk/>
            <pc:sldMk cId="2964815239" sldId="333"/>
            <ac:spMk id="5" creationId="{2FFC09B3-F3E4-4478-B4C7-FBCC52CE6D5D}"/>
          </ac:spMkLst>
        </pc:spChg>
        <pc:picChg chg="add mod">
          <ac:chgData name="Cesar Augusto Lopez Gallego" userId="0dfa9112-9251-4882-b472-cf2dfcee09d1" providerId="ADAL" clId="{4CAC9B1C-59E9-4B7D-A42A-4F945400697C}" dt="2025-11-25T14:15:23.442" v="76" actId="1076"/>
          <ac:picMkLst>
            <pc:docMk/>
            <pc:sldMk cId="2964815239" sldId="333"/>
            <ac:picMk id="7" creationId="{FCAE76DE-8D99-44CA-876A-E897A61F950F}"/>
          </ac:picMkLst>
        </pc:pic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312169516" sldId="334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312169516" sldId="334"/>
            <ac:spMk id="2" creationId="{EAF73089-080C-4B90-965D-7962DC916E48}"/>
          </ac:spMkLst>
        </pc:spChg>
      </pc:sldChg>
      <pc:sldChg chg="addSp delSp modSp mod">
        <pc:chgData name="Cesar Augusto Lopez Gallego" userId="0dfa9112-9251-4882-b472-cf2dfcee09d1" providerId="ADAL" clId="{4CAC9B1C-59E9-4B7D-A42A-4F945400697C}" dt="2025-11-25T15:42:25.438" v="629" actId="20577"/>
        <pc:sldMkLst>
          <pc:docMk/>
          <pc:sldMk cId="424250095" sldId="335"/>
        </pc:sldMkLst>
        <pc:spChg chg="mod">
          <ac:chgData name="Cesar Augusto Lopez Gallego" userId="0dfa9112-9251-4882-b472-cf2dfcee09d1" providerId="ADAL" clId="{4CAC9B1C-59E9-4B7D-A42A-4F945400697C}" dt="2025-11-25T15:42:25.438" v="629" actId="20577"/>
          <ac:spMkLst>
            <pc:docMk/>
            <pc:sldMk cId="424250095" sldId="335"/>
            <ac:spMk id="3" creationId="{5F72B3D6-680D-40A6-9847-9320CB5F96F6}"/>
          </ac:spMkLst>
        </pc:spChg>
        <pc:spChg chg="add mod">
          <ac:chgData name="Cesar Augusto Lopez Gallego" userId="0dfa9112-9251-4882-b472-cf2dfcee09d1" providerId="ADAL" clId="{4CAC9B1C-59E9-4B7D-A42A-4F945400697C}" dt="2025-11-25T14:33:41.898" v="259" actId="1076"/>
          <ac:spMkLst>
            <pc:docMk/>
            <pc:sldMk cId="424250095" sldId="335"/>
            <ac:spMk id="6" creationId="{3A8E2438-B7D2-4E3E-82AF-815D55C521E7}"/>
          </ac:spMkLst>
        </pc:spChg>
        <pc:spChg chg="del">
          <ac:chgData name="Cesar Augusto Lopez Gallego" userId="0dfa9112-9251-4882-b472-cf2dfcee09d1" providerId="ADAL" clId="{4CAC9B1C-59E9-4B7D-A42A-4F945400697C}" dt="2025-11-25T14:30:10.248" v="208" actId="478"/>
          <ac:spMkLst>
            <pc:docMk/>
            <pc:sldMk cId="424250095" sldId="335"/>
            <ac:spMk id="7" creationId="{DF6AD100-3F52-42C3-9FBA-1FCE2158DC0E}"/>
          </ac:spMkLst>
        </pc:spChg>
        <pc:spChg chg="add mod">
          <ac:chgData name="Cesar Augusto Lopez Gallego" userId="0dfa9112-9251-4882-b472-cf2dfcee09d1" providerId="ADAL" clId="{4CAC9B1C-59E9-4B7D-A42A-4F945400697C}" dt="2025-11-25T14:33:36.625" v="258" actId="1076"/>
          <ac:spMkLst>
            <pc:docMk/>
            <pc:sldMk cId="424250095" sldId="335"/>
            <ac:spMk id="8" creationId="{E90D0CAD-409A-4E4C-BA44-79FA1A55D331}"/>
          </ac:spMkLst>
        </pc:spChg>
        <pc:spChg chg="del">
          <ac:chgData name="Cesar Augusto Lopez Gallego" userId="0dfa9112-9251-4882-b472-cf2dfcee09d1" providerId="ADAL" clId="{4CAC9B1C-59E9-4B7D-A42A-4F945400697C}" dt="2025-11-25T14:30:10.248" v="208" actId="478"/>
          <ac:spMkLst>
            <pc:docMk/>
            <pc:sldMk cId="424250095" sldId="335"/>
            <ac:spMk id="12" creationId="{88D78ED3-B87D-4A98-BB0A-3247CF9E631B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288984158" sldId="336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288984158" sldId="336"/>
            <ac:spMk id="2" creationId="{171EE774-5F17-4320-92D6-464AAA6E4669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288984158" sldId="336"/>
            <ac:spMk id="5" creationId="{52A83702-0C18-4CBF-8C24-C1CC21B3A829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992712968" sldId="337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992712968" sldId="337"/>
            <ac:spMk id="2" creationId="{EF10E7E7-6E1E-41BC-AFCC-58FC68968837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1104529696" sldId="338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1104529696" sldId="338"/>
            <ac:spMk id="2" creationId="{36FE6B1B-7FD3-4813-AAC2-A79FECB07EBB}"/>
          </ac:spMkLst>
        </pc:spChg>
        <pc:spChg chg="mod">
          <ac:chgData name="Cesar Augusto Lopez Gallego" userId="0dfa9112-9251-4882-b472-cf2dfcee09d1" providerId="ADAL" clId="{4CAC9B1C-59E9-4B7D-A42A-4F945400697C}" dt="2025-11-25T14:12:52.857" v="12"/>
          <ac:spMkLst>
            <pc:docMk/>
            <pc:sldMk cId="1104529696" sldId="338"/>
            <ac:spMk id="4" creationId="{E74CC084-A428-4EF5-A493-30D0193DF10F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974097925" sldId="339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3" creationId="{141177C9-E3C2-47FD-8300-E0A0949475FA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4" creationId="{C73D4E9D-DF4A-4C64-A890-5A60BB22821F}"/>
          </ac:spMkLst>
        </pc:spChg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974097925" sldId="339"/>
            <ac:spMk id="6" creationId="{4AF46A76-6059-4DD2-A1AD-4276CABD3FEE}"/>
          </ac:spMkLst>
        </pc:spChg>
      </pc:sldChg>
      <pc:sldChg chg="modSp del">
        <pc:chgData name="Cesar Augusto Lopez Gallego" userId="0dfa9112-9251-4882-b472-cf2dfcee09d1" providerId="ADAL" clId="{4CAC9B1C-59E9-4B7D-A42A-4F945400697C}" dt="2025-11-25T14:53:18.915" v="463" actId="47"/>
        <pc:sldMkLst>
          <pc:docMk/>
          <pc:sldMk cId="3127664542" sldId="340"/>
        </pc:sldMkLst>
        <pc:spChg chg="mod">
          <ac:chgData name="Cesar Augusto Lopez Gallego" userId="0dfa9112-9251-4882-b472-cf2dfcee09d1" providerId="ADAL" clId="{4CAC9B1C-59E9-4B7D-A42A-4F945400697C}" dt="2025-11-25T14:12:58.775" v="13"/>
          <ac:spMkLst>
            <pc:docMk/>
            <pc:sldMk cId="3127664542" sldId="340"/>
            <ac:spMk id="4" creationId="{5E5AC150-8298-4F66-BBD0-3E16E53DD3D3}"/>
          </ac:spMkLst>
        </pc:spChg>
      </pc:sldChg>
      <pc:sldChg chg="addSp modSp add mod">
        <pc:chgData name="Cesar Augusto Lopez Gallego" userId="0dfa9112-9251-4882-b472-cf2dfcee09d1" providerId="ADAL" clId="{4CAC9B1C-59E9-4B7D-A42A-4F945400697C}" dt="2025-11-25T14:29:19.491" v="207" actId="207"/>
        <pc:sldMkLst>
          <pc:docMk/>
          <pc:sldMk cId="3564638912" sldId="341"/>
        </pc:sldMkLst>
        <pc:spChg chg="add mod">
          <ac:chgData name="Cesar Augusto Lopez Gallego" userId="0dfa9112-9251-4882-b472-cf2dfcee09d1" providerId="ADAL" clId="{4CAC9B1C-59E9-4B7D-A42A-4F945400697C}" dt="2025-11-25T14:29:19.491" v="207" actId="207"/>
          <ac:spMkLst>
            <pc:docMk/>
            <pc:sldMk cId="3564638912" sldId="341"/>
            <ac:spMk id="4" creationId="{70F849E0-2AA2-4EC3-8A66-A940D8EC35F4}"/>
          </ac:spMkLst>
        </pc:spChg>
        <pc:spChg chg="mod">
          <ac:chgData name="Cesar Augusto Lopez Gallego" userId="0dfa9112-9251-4882-b472-cf2dfcee09d1" providerId="ADAL" clId="{4CAC9B1C-59E9-4B7D-A42A-4F945400697C}" dt="2025-11-25T14:28:14.873" v="190" actId="20577"/>
          <ac:spMkLst>
            <pc:docMk/>
            <pc:sldMk cId="3564638912" sldId="341"/>
            <ac:spMk id="7" creationId="{9A4EB9B8-3FBC-48EF-8BCE-AB6748B91400}"/>
          </ac:spMkLst>
        </pc:spChg>
      </pc:sldChg>
      <pc:sldChg chg="addSp delSp modSp add mod">
        <pc:chgData name="Cesar Augusto Lopez Gallego" userId="0dfa9112-9251-4882-b472-cf2dfcee09d1" providerId="ADAL" clId="{4CAC9B1C-59E9-4B7D-A42A-4F945400697C}" dt="2025-11-25T15:48:19.655" v="647" actId="20577"/>
        <pc:sldMkLst>
          <pc:docMk/>
          <pc:sldMk cId="1519118858" sldId="342"/>
        </pc:sldMkLst>
        <pc:spChg chg="mod">
          <ac:chgData name="Cesar Augusto Lopez Gallego" userId="0dfa9112-9251-4882-b472-cf2dfcee09d1" providerId="ADAL" clId="{4CAC9B1C-59E9-4B7D-A42A-4F945400697C}" dt="2025-11-25T14:38:26.008" v="320" actId="1076"/>
          <ac:spMkLst>
            <pc:docMk/>
            <pc:sldMk cId="1519118858" sldId="342"/>
            <ac:spMk id="3" creationId="{5F72B3D6-680D-40A6-9847-9320CB5F96F6}"/>
          </ac:spMkLst>
        </pc:spChg>
        <pc:spChg chg="add mod">
          <ac:chgData name="Cesar Augusto Lopez Gallego" userId="0dfa9112-9251-4882-b472-cf2dfcee09d1" providerId="ADAL" clId="{4CAC9B1C-59E9-4B7D-A42A-4F945400697C}" dt="2025-11-25T14:42:50.152" v="364" actId="1076"/>
          <ac:spMkLst>
            <pc:docMk/>
            <pc:sldMk cId="1519118858" sldId="342"/>
            <ac:spMk id="4" creationId="{54590869-892F-4C01-A093-3A579E3FE26B}"/>
          </ac:spMkLst>
        </pc:spChg>
        <pc:spChg chg="del">
          <ac:chgData name="Cesar Augusto Lopez Gallego" userId="0dfa9112-9251-4882-b472-cf2dfcee09d1" providerId="ADAL" clId="{4CAC9B1C-59E9-4B7D-A42A-4F945400697C}" dt="2025-11-25T14:35:45.225" v="261" actId="478"/>
          <ac:spMkLst>
            <pc:docMk/>
            <pc:sldMk cId="1519118858" sldId="342"/>
            <ac:spMk id="6" creationId="{3A8E2438-B7D2-4E3E-82AF-815D55C521E7}"/>
          </ac:spMkLst>
        </pc:spChg>
        <pc:spChg chg="add mod">
          <ac:chgData name="Cesar Augusto Lopez Gallego" userId="0dfa9112-9251-4882-b472-cf2dfcee09d1" providerId="ADAL" clId="{4CAC9B1C-59E9-4B7D-A42A-4F945400697C}" dt="2025-11-25T15:48:03.546" v="639" actId="20577"/>
          <ac:spMkLst>
            <pc:docMk/>
            <pc:sldMk cId="1519118858" sldId="342"/>
            <ac:spMk id="7" creationId="{FD95382F-FBBE-4E63-BD6A-6451C4B8590E}"/>
          </ac:spMkLst>
        </pc:spChg>
        <pc:spChg chg="del">
          <ac:chgData name="Cesar Augusto Lopez Gallego" userId="0dfa9112-9251-4882-b472-cf2dfcee09d1" providerId="ADAL" clId="{4CAC9B1C-59E9-4B7D-A42A-4F945400697C}" dt="2025-11-25T14:35:45.225" v="261" actId="478"/>
          <ac:spMkLst>
            <pc:docMk/>
            <pc:sldMk cId="1519118858" sldId="342"/>
            <ac:spMk id="8" creationId="{E90D0CAD-409A-4E4C-BA44-79FA1A55D331}"/>
          </ac:spMkLst>
        </pc:spChg>
        <pc:spChg chg="add mod">
          <ac:chgData name="Cesar Augusto Lopez Gallego" userId="0dfa9112-9251-4882-b472-cf2dfcee09d1" providerId="ADAL" clId="{4CAC9B1C-59E9-4B7D-A42A-4F945400697C}" dt="2025-11-25T14:42:44.975" v="362" actId="1076"/>
          <ac:spMkLst>
            <pc:docMk/>
            <pc:sldMk cId="1519118858" sldId="342"/>
            <ac:spMk id="9" creationId="{B12E22BA-1AFC-42F0-8F24-B6AC9FB4E46D}"/>
          </ac:spMkLst>
        </pc:spChg>
        <pc:spChg chg="add mod">
          <ac:chgData name="Cesar Augusto Lopez Gallego" userId="0dfa9112-9251-4882-b472-cf2dfcee09d1" providerId="ADAL" clId="{4CAC9B1C-59E9-4B7D-A42A-4F945400697C}" dt="2025-11-25T14:42:53.648" v="365" actId="1076"/>
          <ac:spMkLst>
            <pc:docMk/>
            <pc:sldMk cId="1519118858" sldId="342"/>
            <ac:spMk id="10" creationId="{1D67A23B-CBC5-4A8A-9270-54D9A5A6E985}"/>
          </ac:spMkLst>
        </pc:spChg>
        <pc:spChg chg="add mod">
          <ac:chgData name="Cesar Augusto Lopez Gallego" userId="0dfa9112-9251-4882-b472-cf2dfcee09d1" providerId="ADAL" clId="{4CAC9B1C-59E9-4B7D-A42A-4F945400697C}" dt="2025-11-25T14:42:47.391" v="363" actId="1076"/>
          <ac:spMkLst>
            <pc:docMk/>
            <pc:sldMk cId="1519118858" sldId="342"/>
            <ac:spMk id="11" creationId="{CCD1EA5A-7AAE-4EEE-B37B-1B9D1D52FC2F}"/>
          </ac:spMkLst>
        </pc:spChg>
        <pc:spChg chg="add mod">
          <ac:chgData name="Cesar Augusto Lopez Gallego" userId="0dfa9112-9251-4882-b472-cf2dfcee09d1" providerId="ADAL" clId="{4CAC9B1C-59E9-4B7D-A42A-4F945400697C}" dt="2025-11-25T15:48:19.655" v="647" actId="20577"/>
          <ac:spMkLst>
            <pc:docMk/>
            <pc:sldMk cId="1519118858" sldId="342"/>
            <ac:spMk id="13" creationId="{37A579BE-E7FA-4415-B66B-C1DB19EA63D3}"/>
          </ac:spMkLst>
        </pc:spChg>
      </pc:sldChg>
      <pc:sldChg chg="addSp delSp modSp add mod">
        <pc:chgData name="Cesar Augusto Lopez Gallego" userId="0dfa9112-9251-4882-b472-cf2dfcee09d1" providerId="ADAL" clId="{4CAC9B1C-59E9-4B7D-A42A-4F945400697C}" dt="2025-11-25T16:34:15.274" v="941" actId="113"/>
        <pc:sldMkLst>
          <pc:docMk/>
          <pc:sldMk cId="3569575331" sldId="343"/>
        </pc:sldMkLst>
        <pc:spChg chg="del">
          <ac:chgData name="Cesar Augusto Lopez Gallego" userId="0dfa9112-9251-4882-b472-cf2dfcee09d1" providerId="ADAL" clId="{4CAC9B1C-59E9-4B7D-A42A-4F945400697C}" dt="2025-11-25T14:45:12.720" v="369" actId="478"/>
          <ac:spMkLst>
            <pc:docMk/>
            <pc:sldMk cId="3569575331" sldId="343"/>
            <ac:spMk id="6" creationId="{3A8E2438-B7D2-4E3E-82AF-815D55C521E7}"/>
          </ac:spMkLst>
        </pc:spChg>
        <pc:spChg chg="add mod">
          <ac:chgData name="Cesar Augusto Lopez Gallego" userId="0dfa9112-9251-4882-b472-cf2dfcee09d1" providerId="ADAL" clId="{4CAC9B1C-59E9-4B7D-A42A-4F945400697C}" dt="2025-11-25T14:50:02.280" v="458" actId="207"/>
          <ac:spMkLst>
            <pc:docMk/>
            <pc:sldMk cId="3569575331" sldId="343"/>
            <ac:spMk id="7" creationId="{1D4CF7BB-3790-42E4-B6D1-49F237E1F392}"/>
          </ac:spMkLst>
        </pc:spChg>
        <pc:spChg chg="del">
          <ac:chgData name="Cesar Augusto Lopez Gallego" userId="0dfa9112-9251-4882-b472-cf2dfcee09d1" providerId="ADAL" clId="{4CAC9B1C-59E9-4B7D-A42A-4F945400697C}" dt="2025-11-25T14:45:12.720" v="369" actId="478"/>
          <ac:spMkLst>
            <pc:docMk/>
            <pc:sldMk cId="3569575331" sldId="343"/>
            <ac:spMk id="8" creationId="{E90D0CAD-409A-4E4C-BA44-79FA1A55D331}"/>
          </ac:spMkLst>
        </pc:spChg>
        <pc:spChg chg="add mod">
          <ac:chgData name="Cesar Augusto Lopez Gallego" userId="0dfa9112-9251-4882-b472-cf2dfcee09d1" providerId="ADAL" clId="{4CAC9B1C-59E9-4B7D-A42A-4F945400697C}" dt="2025-11-25T14:50:08.377" v="460" actId="113"/>
          <ac:spMkLst>
            <pc:docMk/>
            <pc:sldMk cId="3569575331" sldId="343"/>
            <ac:spMk id="9" creationId="{03B7CE1F-5AC5-492B-AD41-75AD5E9C70C7}"/>
          </ac:spMkLst>
        </pc:spChg>
        <pc:spChg chg="add mod">
          <ac:chgData name="Cesar Augusto Lopez Gallego" userId="0dfa9112-9251-4882-b472-cf2dfcee09d1" providerId="ADAL" clId="{4CAC9B1C-59E9-4B7D-A42A-4F945400697C}" dt="2025-11-25T16:33:40.469" v="863" actId="1076"/>
          <ac:spMkLst>
            <pc:docMk/>
            <pc:sldMk cId="3569575331" sldId="343"/>
            <ac:spMk id="10" creationId="{E045CEF5-27DF-42D8-B4AE-E06DFCDCB2D0}"/>
          </ac:spMkLst>
        </pc:spChg>
        <pc:spChg chg="add del mod">
          <ac:chgData name="Cesar Augusto Lopez Gallego" userId="0dfa9112-9251-4882-b472-cf2dfcee09d1" providerId="ADAL" clId="{4CAC9B1C-59E9-4B7D-A42A-4F945400697C}" dt="2025-11-25T14:49:33.936" v="450" actId="478"/>
          <ac:spMkLst>
            <pc:docMk/>
            <pc:sldMk cId="3569575331" sldId="343"/>
            <ac:spMk id="12" creationId="{A9255A3D-3EEB-4B8B-B279-A77EF356CA2A}"/>
          </ac:spMkLst>
        </pc:spChg>
        <pc:spChg chg="add mod">
          <ac:chgData name="Cesar Augusto Lopez Gallego" userId="0dfa9112-9251-4882-b472-cf2dfcee09d1" providerId="ADAL" clId="{4CAC9B1C-59E9-4B7D-A42A-4F945400697C}" dt="2025-11-25T16:34:15.274" v="941" actId="113"/>
          <ac:spMkLst>
            <pc:docMk/>
            <pc:sldMk cId="3569575331" sldId="343"/>
            <ac:spMk id="13" creationId="{994677F6-C0B0-4CD4-B744-4A1379A1E5E2}"/>
          </ac:spMkLst>
        </pc:spChg>
      </pc:sldChg>
      <pc:sldChg chg="addSp modSp new mod">
        <pc:chgData name="Cesar Augusto Lopez Gallego" userId="0dfa9112-9251-4882-b472-cf2dfcee09d1" providerId="ADAL" clId="{4CAC9B1C-59E9-4B7D-A42A-4F945400697C}" dt="2025-11-25T15:47:33.559" v="631" actId="1076"/>
        <pc:sldMkLst>
          <pc:docMk/>
          <pc:sldMk cId="1344187096" sldId="344"/>
        </pc:sldMkLst>
        <pc:spChg chg="add mod">
          <ac:chgData name="Cesar Augusto Lopez Gallego" userId="0dfa9112-9251-4882-b472-cf2dfcee09d1" providerId="ADAL" clId="{4CAC9B1C-59E9-4B7D-A42A-4F945400697C}" dt="2025-11-25T14:54:10.935" v="489" actId="14100"/>
          <ac:spMkLst>
            <pc:docMk/>
            <pc:sldMk cId="1344187096" sldId="344"/>
            <ac:spMk id="2" creationId="{2B58C885-4D7D-4861-9E20-4FA7F4DFA1D5}"/>
          </ac:spMkLst>
        </pc:spChg>
        <pc:spChg chg="add mod">
          <ac:chgData name="Cesar Augusto Lopez Gallego" userId="0dfa9112-9251-4882-b472-cf2dfcee09d1" providerId="ADAL" clId="{4CAC9B1C-59E9-4B7D-A42A-4F945400697C}" dt="2025-11-25T15:47:33.559" v="631" actId="1076"/>
          <ac:spMkLst>
            <pc:docMk/>
            <pc:sldMk cId="1344187096" sldId="344"/>
            <ac:spMk id="4" creationId="{AB71822C-103D-44D5-9161-6CA20FA9A362}"/>
          </ac:spMkLst>
        </pc:spChg>
        <pc:spChg chg="add mod">
          <ac:chgData name="Cesar Augusto Lopez Gallego" userId="0dfa9112-9251-4882-b472-cf2dfcee09d1" providerId="ADAL" clId="{4CAC9B1C-59E9-4B7D-A42A-4F945400697C}" dt="2025-11-25T14:59:58.550" v="572" actId="1076"/>
          <ac:spMkLst>
            <pc:docMk/>
            <pc:sldMk cId="1344187096" sldId="344"/>
            <ac:spMk id="7" creationId="{43108809-434F-4164-9A24-A43A6E4997E4}"/>
          </ac:spMkLst>
        </pc:spChg>
        <pc:spChg chg="add mod">
          <ac:chgData name="Cesar Augusto Lopez Gallego" userId="0dfa9112-9251-4882-b472-cf2dfcee09d1" providerId="ADAL" clId="{4CAC9B1C-59E9-4B7D-A42A-4F945400697C}" dt="2025-11-25T15:47:27.598" v="630" actId="207"/>
          <ac:spMkLst>
            <pc:docMk/>
            <pc:sldMk cId="1344187096" sldId="344"/>
            <ac:spMk id="9" creationId="{54C3162D-8638-4D1A-A377-8909B2CA592B}"/>
          </ac:spMkLst>
        </pc:spChg>
        <pc:cxnChg chg="add mod">
          <ac:chgData name="Cesar Augusto Lopez Gallego" userId="0dfa9112-9251-4882-b472-cf2dfcee09d1" providerId="ADAL" clId="{4CAC9B1C-59E9-4B7D-A42A-4F945400697C}" dt="2025-11-25T14:56:09.766" v="509" actId="13822"/>
          <ac:cxnSpMkLst>
            <pc:docMk/>
            <pc:sldMk cId="1344187096" sldId="344"/>
            <ac:cxnSpMk id="6" creationId="{3ACB4319-ADD5-4523-BE44-D4EE6C69044E}"/>
          </ac:cxnSpMkLst>
        </pc:cxnChg>
      </pc:sldChg>
      <pc:sldChg chg="addSp delSp modSp add mod">
        <pc:chgData name="Cesar Augusto Lopez Gallego" userId="0dfa9112-9251-4882-b472-cf2dfcee09d1" providerId="ADAL" clId="{4CAC9B1C-59E9-4B7D-A42A-4F945400697C}" dt="2025-11-25T16:23:15.964" v="772" actId="5793"/>
        <pc:sldMkLst>
          <pc:docMk/>
          <pc:sldMk cId="2281680309" sldId="345"/>
        </pc:sldMkLst>
        <pc:spChg chg="mod">
          <ac:chgData name="Cesar Augusto Lopez Gallego" userId="0dfa9112-9251-4882-b472-cf2dfcee09d1" providerId="ADAL" clId="{4CAC9B1C-59E9-4B7D-A42A-4F945400697C}" dt="2025-11-25T15:48:45.425" v="659" actId="20577"/>
          <ac:spMkLst>
            <pc:docMk/>
            <pc:sldMk cId="2281680309" sldId="345"/>
            <ac:spMk id="2" creationId="{2B58C885-4D7D-4861-9E20-4FA7F4DFA1D5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4" creationId="{AB71822C-103D-44D5-9161-6CA20FA9A362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7" creationId="{43108809-434F-4164-9A24-A43A6E4997E4}"/>
          </ac:spMkLst>
        </pc:spChg>
        <pc:spChg chg="add mod">
          <ac:chgData name="Cesar Augusto Lopez Gallego" userId="0dfa9112-9251-4882-b472-cf2dfcee09d1" providerId="ADAL" clId="{4CAC9B1C-59E9-4B7D-A42A-4F945400697C}" dt="2025-11-25T16:17:47.881" v="734" actId="14100"/>
          <ac:spMkLst>
            <pc:docMk/>
            <pc:sldMk cId="2281680309" sldId="345"/>
            <ac:spMk id="8" creationId="{A53F4C56-1325-49FF-967F-99B17ED271F1}"/>
          </ac:spMkLst>
        </pc:spChg>
        <pc:spChg chg="del">
          <ac:chgData name="Cesar Augusto Lopez Gallego" userId="0dfa9112-9251-4882-b472-cf2dfcee09d1" providerId="ADAL" clId="{4CAC9B1C-59E9-4B7D-A42A-4F945400697C}" dt="2025-11-25T15:48:51.066" v="660" actId="478"/>
          <ac:spMkLst>
            <pc:docMk/>
            <pc:sldMk cId="2281680309" sldId="345"/>
            <ac:spMk id="9" creationId="{54C3162D-8638-4D1A-A377-8909B2CA592B}"/>
          </ac:spMkLst>
        </pc:spChg>
        <pc:spChg chg="add mod">
          <ac:chgData name="Cesar Augusto Lopez Gallego" userId="0dfa9112-9251-4882-b472-cf2dfcee09d1" providerId="ADAL" clId="{4CAC9B1C-59E9-4B7D-A42A-4F945400697C}" dt="2025-11-25T16:23:15.964" v="772" actId="5793"/>
          <ac:spMkLst>
            <pc:docMk/>
            <pc:sldMk cId="2281680309" sldId="345"/>
            <ac:spMk id="10" creationId="{0A5FDEDC-818D-4F25-8B52-E32EC9C3D1D9}"/>
          </ac:spMkLst>
        </pc:spChg>
        <pc:spChg chg="add mod">
          <ac:chgData name="Cesar Augusto Lopez Gallego" userId="0dfa9112-9251-4882-b472-cf2dfcee09d1" providerId="ADAL" clId="{4CAC9B1C-59E9-4B7D-A42A-4F945400697C}" dt="2025-11-25T16:22:27.440" v="762" actId="1076"/>
          <ac:spMkLst>
            <pc:docMk/>
            <pc:sldMk cId="2281680309" sldId="345"/>
            <ac:spMk id="11" creationId="{6900AE2A-6B27-44C6-91CF-C40F47AB2D63}"/>
          </ac:spMkLst>
        </pc:spChg>
        <pc:cxnChg chg="del">
          <ac:chgData name="Cesar Augusto Lopez Gallego" userId="0dfa9112-9251-4882-b472-cf2dfcee09d1" providerId="ADAL" clId="{4CAC9B1C-59E9-4B7D-A42A-4F945400697C}" dt="2025-11-25T15:48:53.555" v="661" actId="478"/>
          <ac:cxnSpMkLst>
            <pc:docMk/>
            <pc:sldMk cId="2281680309" sldId="345"/>
            <ac:cxnSpMk id="6" creationId="{3ACB4319-ADD5-4523-BE44-D4EE6C69044E}"/>
          </ac:cxnSpMkLst>
        </pc:cxnChg>
        <pc:cxnChg chg="add mod">
          <ac:chgData name="Cesar Augusto Lopez Gallego" userId="0dfa9112-9251-4882-b472-cf2dfcee09d1" providerId="ADAL" clId="{4CAC9B1C-59E9-4B7D-A42A-4F945400697C}" dt="2025-11-25T16:22:41.663" v="764" actId="13822"/>
          <ac:cxnSpMkLst>
            <pc:docMk/>
            <pc:sldMk cId="2281680309" sldId="345"/>
            <ac:cxnSpMk id="13" creationId="{B27EBEB1-E4A2-4D64-BD3E-E3A3CC6E1E94}"/>
          </ac:cxnSpMkLst>
        </pc:cxnChg>
        <pc:cxnChg chg="add mod">
          <ac:chgData name="Cesar Augusto Lopez Gallego" userId="0dfa9112-9251-4882-b472-cf2dfcee09d1" providerId="ADAL" clId="{4CAC9B1C-59E9-4B7D-A42A-4F945400697C}" dt="2025-11-25T16:23:04.134" v="767" actId="14100"/>
          <ac:cxnSpMkLst>
            <pc:docMk/>
            <pc:sldMk cId="2281680309" sldId="345"/>
            <ac:cxnSpMk id="14" creationId="{A43DEE8C-9879-4DB2-8537-8C6E71E16D47}"/>
          </ac:cxnSpMkLst>
        </pc:cxnChg>
      </pc:sldChg>
      <pc:sldChg chg="addSp modSp add mod">
        <pc:chgData name="Cesar Augusto Lopez Gallego" userId="0dfa9112-9251-4882-b472-cf2dfcee09d1" providerId="ADAL" clId="{4CAC9B1C-59E9-4B7D-A42A-4F945400697C}" dt="2025-11-25T16:27:18.944" v="812" actId="1076"/>
        <pc:sldMkLst>
          <pc:docMk/>
          <pc:sldMk cId="1542780989" sldId="346"/>
        </pc:sldMkLst>
        <pc:spChg chg="add mod">
          <ac:chgData name="Cesar Augusto Lopez Gallego" userId="0dfa9112-9251-4882-b472-cf2dfcee09d1" providerId="ADAL" clId="{4CAC9B1C-59E9-4B7D-A42A-4F945400697C}" dt="2025-11-25T16:27:18.944" v="812" actId="1076"/>
          <ac:spMkLst>
            <pc:docMk/>
            <pc:sldMk cId="1542780989" sldId="346"/>
            <ac:spMk id="4" creationId="{12BF32B4-88B9-402B-96DC-58A5D49388DF}"/>
          </ac:spMkLst>
        </pc:spChg>
      </pc:sldChg>
      <pc:sldChg chg="addSp delSp modSp new mod">
        <pc:chgData name="Cesar Augusto Lopez Gallego" userId="0dfa9112-9251-4882-b472-cf2dfcee09d1" providerId="ADAL" clId="{4CAC9B1C-59E9-4B7D-A42A-4F945400697C}" dt="2025-11-25T16:29:23.558" v="854" actId="1076"/>
        <pc:sldMkLst>
          <pc:docMk/>
          <pc:sldMk cId="844634049" sldId="347"/>
        </pc:sldMkLst>
        <pc:spChg chg="add mod">
          <ac:chgData name="Cesar Augusto Lopez Gallego" userId="0dfa9112-9251-4882-b472-cf2dfcee09d1" providerId="ADAL" clId="{4CAC9B1C-59E9-4B7D-A42A-4F945400697C}" dt="2025-11-25T16:27:39.933" v="825" actId="20577"/>
          <ac:spMkLst>
            <pc:docMk/>
            <pc:sldMk cId="844634049" sldId="347"/>
            <ac:spMk id="2" creationId="{16DF9AFF-13D6-4661-825D-E01C10A213C0}"/>
          </ac:spMkLst>
        </pc:spChg>
        <pc:spChg chg="add del">
          <ac:chgData name="Cesar Augusto Lopez Gallego" userId="0dfa9112-9251-4882-b472-cf2dfcee09d1" providerId="ADAL" clId="{4CAC9B1C-59E9-4B7D-A42A-4F945400697C}" dt="2025-11-25T16:28:04.203" v="827"/>
          <ac:spMkLst>
            <pc:docMk/>
            <pc:sldMk cId="844634049" sldId="347"/>
            <ac:spMk id="3" creationId="{FAB7DA49-AF02-4331-AC3B-3747695AE486}"/>
          </ac:spMkLst>
        </pc:spChg>
        <pc:spChg chg="add mod">
          <ac:chgData name="Cesar Augusto Lopez Gallego" userId="0dfa9112-9251-4882-b472-cf2dfcee09d1" providerId="ADAL" clId="{4CAC9B1C-59E9-4B7D-A42A-4F945400697C}" dt="2025-11-25T16:29:23.558" v="854" actId="1076"/>
          <ac:spMkLst>
            <pc:docMk/>
            <pc:sldMk cId="844634049" sldId="347"/>
            <ac:spMk id="5" creationId="{CAE0C922-DCB7-4E79-9766-A18ACC89BD92}"/>
          </ac:spMkLst>
        </pc:spChg>
      </pc:sldChg>
    </pc:docChg>
  </pc:docChgLst>
  <pc:docChgLst>
    <pc:chgData name="Cesar Augusto Lopez Gallego" userId="0dfa9112-9251-4882-b472-cf2dfcee09d1" providerId="ADAL" clId="{165A30BE-FD36-4A21-A03C-D03F7A8C4307}"/>
    <pc:docChg chg="undo custSel addSld delSld modSld">
      <pc:chgData name="Cesar Augusto Lopez Gallego" userId="0dfa9112-9251-4882-b472-cf2dfcee09d1" providerId="ADAL" clId="{165A30BE-FD36-4A21-A03C-D03F7A8C4307}" dt="2025-11-24T20:21:51.390" v="577" actId="1076"/>
      <pc:docMkLst>
        <pc:docMk/>
      </pc:docMkLst>
      <pc:sldChg chg="modSp mod">
        <pc:chgData name="Cesar Augusto Lopez Gallego" userId="0dfa9112-9251-4882-b472-cf2dfcee09d1" providerId="ADAL" clId="{165A30BE-FD36-4A21-A03C-D03F7A8C4307}" dt="2025-11-24T16:16:38.996" v="7" actId="20577"/>
        <pc:sldMkLst>
          <pc:docMk/>
          <pc:sldMk cId="1949249143" sldId="304"/>
        </pc:sldMkLst>
        <pc:spChg chg="mod">
          <ac:chgData name="Cesar Augusto Lopez Gallego" userId="0dfa9112-9251-4882-b472-cf2dfcee09d1" providerId="ADAL" clId="{165A30BE-FD36-4A21-A03C-D03F7A8C4307}" dt="2025-11-24T16:16:38.996" v="7" actId="20577"/>
          <ac:spMkLst>
            <pc:docMk/>
            <pc:sldMk cId="1949249143" sldId="304"/>
            <ac:spMk id="183" creationId="{00000000-0000-0000-0000-000000000000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916414243" sldId="305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1554024884" sldId="306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741583972" sldId="307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46150238" sldId="308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920772440" sldId="309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2160952426" sldId="310"/>
        </pc:sldMkLst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63647409" sldId="311"/>
        </pc:sldMkLst>
      </pc:sldChg>
      <pc:sldChg chg="addSp delSp modSp mod">
        <pc:chgData name="Cesar Augusto Lopez Gallego" userId="0dfa9112-9251-4882-b472-cf2dfcee09d1" providerId="ADAL" clId="{165A30BE-FD36-4A21-A03C-D03F7A8C4307}" dt="2025-11-24T16:34:04.458" v="278" actId="1076"/>
        <pc:sldMkLst>
          <pc:docMk/>
          <pc:sldMk cId="2414782528" sldId="312"/>
        </pc:sldMkLst>
        <pc:spChg chg="del">
          <ac:chgData name="Cesar Augusto Lopez Gallego" userId="0dfa9112-9251-4882-b472-cf2dfcee09d1" providerId="ADAL" clId="{165A30BE-FD36-4A21-A03C-D03F7A8C4307}" dt="2025-11-24T16:25:32.975" v="142" actId="478"/>
          <ac:spMkLst>
            <pc:docMk/>
            <pc:sldMk cId="2414782528" sldId="312"/>
            <ac:spMk id="5" creationId="{CF9817F4-AE93-4273-A3C5-914B6CA7365B}"/>
          </ac:spMkLst>
        </pc:spChg>
        <pc:spChg chg="add mod">
          <ac:chgData name="Cesar Augusto Lopez Gallego" userId="0dfa9112-9251-4882-b472-cf2dfcee09d1" providerId="ADAL" clId="{165A30BE-FD36-4A21-A03C-D03F7A8C4307}" dt="2025-11-24T16:34:04.458" v="278" actId="1076"/>
          <ac:spMkLst>
            <pc:docMk/>
            <pc:sldMk cId="2414782528" sldId="312"/>
            <ac:spMk id="6" creationId="{98C067D9-D97D-4A2F-9C3B-AB6FF4554084}"/>
          </ac:spMkLst>
        </pc:spChg>
        <pc:spChg chg="mod">
          <ac:chgData name="Cesar Augusto Lopez Gallego" userId="0dfa9112-9251-4882-b472-cf2dfcee09d1" providerId="ADAL" clId="{165A30BE-FD36-4A21-A03C-D03F7A8C4307}" dt="2025-11-24T16:25:30.415" v="141" actId="20577"/>
          <ac:spMkLst>
            <pc:docMk/>
            <pc:sldMk cId="2414782528" sldId="312"/>
            <ac:spMk id="7" creationId="{9A4EB9B8-3FBC-48EF-8BCE-AB6748B91400}"/>
          </ac:spMkLst>
        </pc:spChg>
      </pc:sldChg>
      <pc:sldChg chg="addSp delSp modSp mod">
        <pc:chgData name="Cesar Augusto Lopez Gallego" userId="0dfa9112-9251-4882-b472-cf2dfcee09d1" providerId="ADAL" clId="{165A30BE-FD36-4A21-A03C-D03F7A8C4307}" dt="2025-11-24T16:50:11.099" v="458" actId="113"/>
        <pc:sldMkLst>
          <pc:docMk/>
          <pc:sldMk cId="3853322510" sldId="313"/>
        </pc:sldMkLst>
        <pc:spChg chg="del">
          <ac:chgData name="Cesar Augusto Lopez Gallego" userId="0dfa9112-9251-4882-b472-cf2dfcee09d1" providerId="ADAL" clId="{165A30BE-FD36-4A21-A03C-D03F7A8C4307}" dt="2025-11-24T16:27:36.987" v="207" actId="478"/>
          <ac:spMkLst>
            <pc:docMk/>
            <pc:sldMk cId="3853322510" sldId="313"/>
            <ac:spMk id="3" creationId="{72A08E3A-D066-4F23-B885-E05C4AFA11C9}"/>
          </ac:spMkLst>
        </pc:spChg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853322510" sldId="313"/>
            <ac:spMk id="4" creationId="{22B104ED-EB28-4993-BA49-F0835F4CF8FF}"/>
          </ac:spMkLst>
        </pc:spChg>
        <pc:spChg chg="add mod">
          <ac:chgData name="Cesar Augusto Lopez Gallego" userId="0dfa9112-9251-4882-b472-cf2dfcee09d1" providerId="ADAL" clId="{165A30BE-FD36-4A21-A03C-D03F7A8C4307}" dt="2025-11-24T16:49:04.822" v="416" actId="113"/>
          <ac:spMkLst>
            <pc:docMk/>
            <pc:sldMk cId="3853322510" sldId="313"/>
            <ac:spMk id="5" creationId="{3C5943C2-F750-482B-86A4-F7F0A48A8AFB}"/>
          </ac:spMkLst>
        </pc:spChg>
        <pc:spChg chg="add mod">
          <ac:chgData name="Cesar Augusto Lopez Gallego" userId="0dfa9112-9251-4882-b472-cf2dfcee09d1" providerId="ADAL" clId="{165A30BE-FD36-4A21-A03C-D03F7A8C4307}" dt="2025-11-24T16:50:11.099" v="458" actId="113"/>
          <ac:spMkLst>
            <pc:docMk/>
            <pc:sldMk cId="3853322510" sldId="313"/>
            <ac:spMk id="7" creationId="{DA08C0DA-7EF9-4097-971C-1881206242BD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15185127" sldId="314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715185127" sldId="314"/>
            <ac:spMk id="2" creationId="{3E595EB8-4504-4A92-866E-CE6328D7E527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858085834" sldId="31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13133498" sldId="316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713133498" sldId="316"/>
            <ac:spMk id="2" creationId="{FF7A5737-7409-44B8-84DC-6646F27A43AD}"/>
          </ac:spMkLst>
        </pc:spChg>
      </pc:sldChg>
      <pc:sldChg chg="del">
        <pc:chgData name="Cesar Augusto Lopez Gallego" userId="0dfa9112-9251-4882-b472-cf2dfcee09d1" providerId="ADAL" clId="{165A30BE-FD36-4A21-A03C-D03F7A8C4307}" dt="2025-11-24T16:16:46.705" v="8" actId="47"/>
        <pc:sldMkLst>
          <pc:docMk/>
          <pc:sldMk cId="3103977490" sldId="317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43623890" sldId="31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43623890" sldId="318"/>
            <ac:spMk id="2" creationId="{BEBA311E-68D3-4747-882A-3306F6453BA4}"/>
          </ac:spMkLst>
        </pc:spChg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19317246" sldId="319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226774823" sldId="320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73135910" sldId="321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074388062" sldId="322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787746170" sldId="323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8551296" sldId="324"/>
        </pc:sldMkLst>
      </pc:sldChg>
      <pc:sldChg chg="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121429419" sldId="325"/>
        </pc:sldMkLst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454806044" sldId="328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454806044" sldId="328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032212014" sldId="329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032212014" sldId="329"/>
            <ac:spMk id="2" creationId="{22D201C6-98DA-4138-834B-7FE3313234A9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3970239826" sldId="330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3970239826" sldId="330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2041605538" sldId="331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2041605538" sldId="331"/>
            <ac:spMk id="2" creationId="{DADD6D60-B221-45C6-9F07-273CCEC28D47}"/>
          </ac:spMkLst>
        </pc:spChg>
      </pc:sldChg>
      <pc:sldChg chg="modSp del">
        <pc:chgData name="Cesar Augusto Lopez Gallego" userId="0dfa9112-9251-4882-b472-cf2dfcee09d1" providerId="ADAL" clId="{165A30BE-FD36-4A21-A03C-D03F7A8C4307}" dt="2025-11-24T16:47:58.391" v="389" actId="47"/>
        <pc:sldMkLst>
          <pc:docMk/>
          <pc:sldMk cId="1573617908" sldId="332"/>
        </pc:sldMkLst>
        <pc:spChg chg="mod">
          <ac:chgData name="Cesar Augusto Lopez Gallego" userId="0dfa9112-9251-4882-b472-cf2dfcee09d1" providerId="ADAL" clId="{165A30BE-FD36-4A21-A03C-D03F7A8C4307}" dt="2025-11-24T16:27:33.136" v="206"/>
          <ac:spMkLst>
            <pc:docMk/>
            <pc:sldMk cId="1573617908" sldId="332"/>
            <ac:spMk id="2" creationId="{DADD6D60-B221-45C6-9F07-273CCEC28D47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4:55.435" v="135" actId="14100"/>
        <pc:sldMkLst>
          <pc:docMk/>
          <pc:sldMk cId="2964815239" sldId="333"/>
        </pc:sldMkLst>
        <pc:spChg chg="add mod">
          <ac:chgData name="Cesar Augusto Lopez Gallego" userId="0dfa9112-9251-4882-b472-cf2dfcee09d1" providerId="ADAL" clId="{165A30BE-FD36-4A21-A03C-D03F7A8C4307}" dt="2025-11-24T16:23:09.243" v="66" actId="404"/>
          <ac:spMkLst>
            <pc:docMk/>
            <pc:sldMk cId="2964815239" sldId="333"/>
            <ac:spMk id="2" creationId="{309CF00B-30DD-42C7-B4FF-373C0514AA0B}"/>
          </ac:spMkLst>
        </pc:spChg>
        <pc:spChg chg="add mod">
          <ac:chgData name="Cesar Augusto Lopez Gallego" userId="0dfa9112-9251-4882-b472-cf2dfcee09d1" providerId="ADAL" clId="{165A30BE-FD36-4A21-A03C-D03F7A8C4307}" dt="2025-11-24T16:24:55.435" v="135" actId="14100"/>
          <ac:spMkLst>
            <pc:docMk/>
            <pc:sldMk cId="2964815239" sldId="333"/>
            <ac:spMk id="4" creationId="{BE656728-1AC9-48BD-97A7-FD4ADAC93CC0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16:28:31.765" v="233" actId="1076"/>
        <pc:sldMkLst>
          <pc:docMk/>
          <pc:sldMk cId="1312169516" sldId="334"/>
        </pc:sldMkLst>
        <pc:spChg chg="add mod">
          <ac:chgData name="Cesar Augusto Lopez Gallego" userId="0dfa9112-9251-4882-b472-cf2dfcee09d1" providerId="ADAL" clId="{165A30BE-FD36-4A21-A03C-D03F7A8C4307}" dt="2025-11-24T16:28:00.898" v="225" actId="20577"/>
          <ac:spMkLst>
            <pc:docMk/>
            <pc:sldMk cId="1312169516" sldId="334"/>
            <ac:spMk id="2" creationId="{EAF73089-080C-4B90-965D-7962DC916E48}"/>
          </ac:spMkLst>
        </pc:spChg>
        <pc:spChg chg="add mod">
          <ac:chgData name="Cesar Augusto Lopez Gallego" userId="0dfa9112-9251-4882-b472-cf2dfcee09d1" providerId="ADAL" clId="{165A30BE-FD36-4A21-A03C-D03F7A8C4307}" dt="2025-11-24T16:28:31.765" v="233" actId="1076"/>
          <ac:spMkLst>
            <pc:docMk/>
            <pc:sldMk cId="1312169516" sldId="334"/>
            <ac:spMk id="4" creationId="{38D750B7-2624-476D-9A3C-68A88DE88557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20:21:18.600" v="557" actId="1076"/>
        <pc:sldMkLst>
          <pc:docMk/>
          <pc:sldMk cId="424250095" sldId="335"/>
        </pc:sldMkLst>
        <pc:spChg chg="add del">
          <ac:chgData name="Cesar Augusto Lopez Gallego" userId="0dfa9112-9251-4882-b472-cf2dfcee09d1" providerId="ADAL" clId="{165A30BE-FD36-4A21-A03C-D03F7A8C4307}" dt="2025-11-24T16:32:00.285" v="236"/>
          <ac:spMkLst>
            <pc:docMk/>
            <pc:sldMk cId="424250095" sldId="335"/>
            <ac:spMk id="2" creationId="{693CA5A8-9315-4A77-BD20-3B24451C8D41}"/>
          </ac:spMkLst>
        </pc:spChg>
        <pc:spChg chg="add mod">
          <ac:chgData name="Cesar Augusto Lopez Gallego" userId="0dfa9112-9251-4882-b472-cf2dfcee09d1" providerId="ADAL" clId="{165A30BE-FD36-4A21-A03C-D03F7A8C4307}" dt="2025-11-24T16:34:23.792" v="295" actId="20577"/>
          <ac:spMkLst>
            <pc:docMk/>
            <pc:sldMk cId="424250095" sldId="335"/>
            <ac:spMk id="3" creationId="{5F72B3D6-680D-40A6-9847-9320CB5F96F6}"/>
          </ac:spMkLst>
        </pc:spChg>
        <pc:spChg chg="add del mod">
          <ac:chgData name="Cesar Augusto Lopez Gallego" userId="0dfa9112-9251-4882-b472-cf2dfcee09d1" providerId="ADAL" clId="{165A30BE-FD36-4A21-A03C-D03F7A8C4307}" dt="2025-11-24T16:33:33.911" v="267" actId="478"/>
          <ac:spMkLst>
            <pc:docMk/>
            <pc:sldMk cId="424250095" sldId="335"/>
            <ac:spMk id="5" creationId="{900B76A8-0C26-42E0-AD66-1BCC4DFD024B}"/>
          </ac:spMkLst>
        </pc:spChg>
        <pc:spChg chg="add mod">
          <ac:chgData name="Cesar Augusto Lopez Gallego" userId="0dfa9112-9251-4882-b472-cf2dfcee09d1" providerId="ADAL" clId="{165A30BE-FD36-4A21-A03C-D03F7A8C4307}" dt="2025-11-24T20:21:15.080" v="556" actId="1076"/>
          <ac:spMkLst>
            <pc:docMk/>
            <pc:sldMk cId="424250095" sldId="335"/>
            <ac:spMk id="7" creationId="{DF6AD100-3F52-42C3-9FBA-1FCE2158DC0E}"/>
          </ac:spMkLst>
        </pc:spChg>
        <pc:spChg chg="add del mod">
          <ac:chgData name="Cesar Augusto Lopez Gallego" userId="0dfa9112-9251-4882-b472-cf2dfcee09d1" providerId="ADAL" clId="{165A30BE-FD36-4A21-A03C-D03F7A8C4307}" dt="2025-11-24T20:21:09.300" v="554" actId="478"/>
          <ac:spMkLst>
            <pc:docMk/>
            <pc:sldMk cId="424250095" sldId="335"/>
            <ac:spMk id="9" creationId="{20263CA3-9208-4C05-9A2B-325647E523E2}"/>
          </ac:spMkLst>
        </pc:spChg>
        <pc:spChg chg="add del">
          <ac:chgData name="Cesar Augusto Lopez Gallego" userId="0dfa9112-9251-4882-b472-cf2dfcee09d1" providerId="ADAL" clId="{165A30BE-FD36-4A21-A03C-D03F7A8C4307}" dt="2025-11-24T16:36:41.458" v="326"/>
          <ac:spMkLst>
            <pc:docMk/>
            <pc:sldMk cId="424250095" sldId="335"/>
            <ac:spMk id="10" creationId="{AA557FE4-B075-4C79-A6D6-4555A922774D}"/>
          </ac:spMkLst>
        </pc:spChg>
        <pc:spChg chg="add mod">
          <ac:chgData name="Cesar Augusto Lopez Gallego" userId="0dfa9112-9251-4882-b472-cf2dfcee09d1" providerId="ADAL" clId="{165A30BE-FD36-4A21-A03C-D03F7A8C4307}" dt="2025-11-24T20:21:18.600" v="557" actId="1076"/>
          <ac:spMkLst>
            <pc:docMk/>
            <pc:sldMk cId="424250095" sldId="335"/>
            <ac:spMk id="12" creationId="{88D78ED3-B87D-4A98-BB0A-3247CF9E631B}"/>
          </ac:spMkLst>
        </pc:spChg>
      </pc:sldChg>
      <pc:sldChg chg="addSp delSp modSp new mod">
        <pc:chgData name="Cesar Augusto Lopez Gallego" userId="0dfa9112-9251-4882-b472-cf2dfcee09d1" providerId="ADAL" clId="{165A30BE-FD36-4A21-A03C-D03F7A8C4307}" dt="2025-11-24T16:46:56.450" v="388" actId="207"/>
        <pc:sldMkLst>
          <pc:docMk/>
          <pc:sldMk cId="1288984158" sldId="336"/>
        </pc:sldMkLst>
        <pc:spChg chg="add mod">
          <ac:chgData name="Cesar Augusto Lopez Gallego" userId="0dfa9112-9251-4882-b472-cf2dfcee09d1" providerId="ADAL" clId="{165A30BE-FD36-4A21-A03C-D03F7A8C4307}" dt="2025-11-24T16:41:17.782" v="371"/>
          <ac:spMkLst>
            <pc:docMk/>
            <pc:sldMk cId="1288984158" sldId="336"/>
            <ac:spMk id="2" creationId="{171EE774-5F17-4320-92D6-464AAA6E4669}"/>
          </ac:spMkLst>
        </pc:spChg>
        <pc:spChg chg="add del mod">
          <ac:chgData name="Cesar Augusto Lopez Gallego" userId="0dfa9112-9251-4882-b472-cf2dfcee09d1" providerId="ADAL" clId="{165A30BE-FD36-4A21-A03C-D03F7A8C4307}" dt="2025-11-24T16:41:24.090" v="373"/>
          <ac:spMkLst>
            <pc:docMk/>
            <pc:sldMk cId="1288984158" sldId="336"/>
            <ac:spMk id="3" creationId="{899AF734-C159-4B1F-9EF4-C77365D98657}"/>
          </ac:spMkLst>
        </pc:spChg>
        <pc:spChg chg="add mod">
          <ac:chgData name="Cesar Augusto Lopez Gallego" userId="0dfa9112-9251-4882-b472-cf2dfcee09d1" providerId="ADAL" clId="{165A30BE-FD36-4A21-A03C-D03F7A8C4307}" dt="2025-11-24T16:46:56.450" v="388" actId="207"/>
          <ac:spMkLst>
            <pc:docMk/>
            <pc:sldMk cId="1288984158" sldId="336"/>
            <ac:spMk id="5" creationId="{52A83702-0C18-4CBF-8C24-C1CC21B3A829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0:00.436" v="486" actId="6549"/>
        <pc:sldMkLst>
          <pc:docMk/>
          <pc:sldMk cId="1992712968" sldId="337"/>
        </pc:sldMkLst>
        <pc:spChg chg="add mod">
          <ac:chgData name="Cesar Augusto Lopez Gallego" userId="0dfa9112-9251-4882-b472-cf2dfcee09d1" providerId="ADAL" clId="{165A30BE-FD36-4A21-A03C-D03F7A8C4307}" dt="2025-11-24T16:50:41.561" v="475" actId="20577"/>
          <ac:spMkLst>
            <pc:docMk/>
            <pc:sldMk cId="1992712968" sldId="337"/>
            <ac:spMk id="2" creationId="{EF10E7E7-6E1E-41BC-AFCC-58FC68968837}"/>
          </ac:spMkLst>
        </pc:spChg>
        <pc:spChg chg="add mod">
          <ac:chgData name="Cesar Augusto Lopez Gallego" userId="0dfa9112-9251-4882-b472-cf2dfcee09d1" providerId="ADAL" clId="{165A30BE-FD36-4A21-A03C-D03F7A8C4307}" dt="2025-11-24T20:09:51.486" v="484" actId="14100"/>
          <ac:spMkLst>
            <pc:docMk/>
            <pc:sldMk cId="1992712968" sldId="337"/>
            <ac:spMk id="4" creationId="{2A02855D-4637-4067-9BBC-76E3810BF42D}"/>
          </ac:spMkLst>
        </pc:spChg>
        <pc:spChg chg="add mod">
          <ac:chgData name="Cesar Augusto Lopez Gallego" userId="0dfa9112-9251-4882-b472-cf2dfcee09d1" providerId="ADAL" clId="{165A30BE-FD36-4A21-A03C-D03F7A8C4307}" dt="2025-11-24T20:10:00.436" v="486" actId="6549"/>
          <ac:spMkLst>
            <pc:docMk/>
            <pc:sldMk cId="1992712968" sldId="337"/>
            <ac:spMk id="6" creationId="{AFC0D0E7-09E8-4466-9C39-BDC60A9EA903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7:18.670" v="512" actId="1076"/>
        <pc:sldMkLst>
          <pc:docMk/>
          <pc:sldMk cId="1104529696" sldId="338"/>
        </pc:sldMkLst>
        <pc:spChg chg="add mod">
          <ac:chgData name="Cesar Augusto Lopez Gallego" userId="0dfa9112-9251-4882-b472-cf2dfcee09d1" providerId="ADAL" clId="{165A30BE-FD36-4A21-A03C-D03F7A8C4307}" dt="2025-11-24T20:16:41.373" v="501" actId="20577"/>
          <ac:spMkLst>
            <pc:docMk/>
            <pc:sldMk cId="1104529696" sldId="338"/>
            <ac:spMk id="2" creationId="{36FE6B1B-7FD3-4813-AAC2-A79FECB07EBB}"/>
          </ac:spMkLst>
        </pc:spChg>
        <pc:spChg chg="add mod">
          <ac:chgData name="Cesar Augusto Lopez Gallego" userId="0dfa9112-9251-4882-b472-cf2dfcee09d1" providerId="ADAL" clId="{165A30BE-FD36-4A21-A03C-D03F7A8C4307}" dt="2025-11-24T20:17:18.670" v="512" actId="1076"/>
          <ac:spMkLst>
            <pc:docMk/>
            <pc:sldMk cId="1104529696" sldId="338"/>
            <ac:spMk id="4" creationId="{E74CC084-A428-4EF5-A493-30D0193DF10F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19:00.541" v="553" actId="1076"/>
        <pc:sldMkLst>
          <pc:docMk/>
          <pc:sldMk cId="3974097925" sldId="339"/>
        </pc:sldMkLst>
        <pc:spChg chg="add mod">
          <ac:chgData name="Cesar Augusto Lopez Gallego" userId="0dfa9112-9251-4882-b472-cf2dfcee09d1" providerId="ADAL" clId="{165A30BE-FD36-4A21-A03C-D03F7A8C4307}" dt="2025-11-24T20:18:37.911" v="547" actId="1076"/>
          <ac:spMkLst>
            <pc:docMk/>
            <pc:sldMk cId="3974097925" sldId="339"/>
            <ac:spMk id="3" creationId="{141177C9-E3C2-47FD-8300-E0A0949475FA}"/>
          </ac:spMkLst>
        </pc:spChg>
        <pc:spChg chg="add mod">
          <ac:chgData name="Cesar Augusto Lopez Gallego" userId="0dfa9112-9251-4882-b472-cf2dfcee09d1" providerId="ADAL" clId="{165A30BE-FD36-4A21-A03C-D03F7A8C4307}" dt="2025-11-24T20:18:16.621" v="540" actId="20577"/>
          <ac:spMkLst>
            <pc:docMk/>
            <pc:sldMk cId="3974097925" sldId="339"/>
            <ac:spMk id="4" creationId="{C73D4E9D-DF4A-4C64-A890-5A60BB22821F}"/>
          </ac:spMkLst>
        </pc:spChg>
        <pc:spChg chg="add mod">
          <ac:chgData name="Cesar Augusto Lopez Gallego" userId="0dfa9112-9251-4882-b472-cf2dfcee09d1" providerId="ADAL" clId="{165A30BE-FD36-4A21-A03C-D03F7A8C4307}" dt="2025-11-24T20:19:00.541" v="553" actId="1076"/>
          <ac:spMkLst>
            <pc:docMk/>
            <pc:sldMk cId="3974097925" sldId="339"/>
            <ac:spMk id="6" creationId="{4AF46A76-6059-4DD2-A1AD-4276CABD3FEE}"/>
          </ac:spMkLst>
        </pc:spChg>
      </pc:sldChg>
      <pc:sldChg chg="addSp modSp new mod">
        <pc:chgData name="Cesar Augusto Lopez Gallego" userId="0dfa9112-9251-4882-b472-cf2dfcee09d1" providerId="ADAL" clId="{165A30BE-FD36-4A21-A03C-D03F7A8C4307}" dt="2025-11-24T20:21:51.390" v="577" actId="1076"/>
        <pc:sldMkLst>
          <pc:docMk/>
          <pc:sldMk cId="3127664542" sldId="340"/>
        </pc:sldMkLst>
        <pc:spChg chg="add mod">
          <ac:chgData name="Cesar Augusto Lopez Gallego" userId="0dfa9112-9251-4882-b472-cf2dfcee09d1" providerId="ADAL" clId="{165A30BE-FD36-4A21-A03C-D03F7A8C4307}" dt="2025-11-24T20:21:51.390" v="577" actId="1076"/>
          <ac:spMkLst>
            <pc:docMk/>
            <pc:sldMk cId="3127664542" sldId="340"/>
            <ac:spMk id="3" creationId="{66A822A3-ED6B-4CEF-B2B4-289725727278}"/>
          </ac:spMkLst>
        </pc:spChg>
        <pc:spChg chg="add mod">
          <ac:chgData name="Cesar Augusto Lopez Gallego" userId="0dfa9112-9251-4882-b472-cf2dfcee09d1" providerId="ADAL" clId="{165A30BE-FD36-4A21-A03C-D03F7A8C4307}" dt="2025-11-24T20:21:50.071" v="576" actId="20577"/>
          <ac:spMkLst>
            <pc:docMk/>
            <pc:sldMk cId="3127664542" sldId="340"/>
            <ac:spMk id="4" creationId="{5E5AC150-8298-4F66-BBD0-3E16E53DD3D3}"/>
          </ac:spMkLst>
        </pc:spChg>
      </pc:sldChg>
    </pc:docChg>
  </pc:docChgLst>
  <pc:docChgLst>
    <pc:chgData name="Cesar Augusto Lopez Gallego" userId="0dfa9112-9251-4882-b472-cf2dfcee09d1" providerId="ADAL" clId="{7E9FF4F1-F153-4A26-AAEE-E4A4354C2A70}"/>
    <pc:docChg chg="undo custSel addSld modSld">
      <pc:chgData name="Cesar Augusto Lopez Gallego" userId="0dfa9112-9251-4882-b472-cf2dfcee09d1" providerId="ADAL" clId="{7E9FF4F1-F153-4A26-AAEE-E4A4354C2A70}" dt="2025-11-19T01:14:59.258" v="245" actId="20577"/>
      <pc:docMkLst>
        <pc:docMk/>
      </pc:docMkLst>
      <pc:sldChg chg="modSp">
        <pc:chgData name="Cesar Augusto Lopez Gallego" userId="0dfa9112-9251-4882-b472-cf2dfcee09d1" providerId="ADAL" clId="{7E9FF4F1-F153-4A26-AAEE-E4A4354C2A70}" dt="2025-11-18T23:11:02.959" v="94" actId="20577"/>
        <pc:sldMkLst>
          <pc:docMk/>
          <pc:sldMk cId="0" sldId="257"/>
        </pc:sldMkLst>
        <pc:spChg chg="mod">
          <ac:chgData name="Cesar Augusto Lopez Gallego" userId="0dfa9112-9251-4882-b472-cf2dfcee09d1" providerId="ADAL" clId="{7E9FF4F1-F153-4A26-AAEE-E4A4354C2A70}" dt="2025-11-18T23:11:00.564" v="92" actId="20577"/>
          <ac:spMkLst>
            <pc:docMk/>
            <pc:sldMk cId="0" sldId="257"/>
            <ac:spMk id="19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3:11:02.959" v="94" actId="20577"/>
          <ac:spMkLst>
            <pc:docMk/>
            <pc:sldMk cId="0" sldId="257"/>
            <ac:spMk id="19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4:38.685" v="14" actId="403"/>
        <pc:sldMkLst>
          <pc:docMk/>
          <pc:sldMk cId="0" sldId="258"/>
        </pc:sldMkLst>
        <pc:spChg chg="mod">
          <ac:chgData name="Cesar Augusto Lopez Gallego" userId="0dfa9112-9251-4882-b472-cf2dfcee09d1" providerId="ADAL" clId="{7E9FF4F1-F153-4A26-AAEE-E4A4354C2A70}" dt="2025-11-18T22:54:38.685" v="14" actId="403"/>
          <ac:spMkLst>
            <pc:docMk/>
            <pc:sldMk cId="0" sldId="258"/>
            <ac:spMk id="211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05.743" v="40" actId="1076"/>
        <pc:sldMkLst>
          <pc:docMk/>
          <pc:sldMk cId="0" sldId="260"/>
        </pc:sldMkLst>
        <pc:spChg chg="mod">
          <ac:chgData name="Cesar Augusto Lopez Gallego" userId="0dfa9112-9251-4882-b472-cf2dfcee09d1" providerId="ADAL" clId="{7E9FF4F1-F153-4A26-AAEE-E4A4354C2A70}" dt="2025-11-18T22:56:01.230" v="39" actId="14100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7E9FF4F1-F153-4A26-AAEE-E4A4354C2A70}" dt="2025-11-18T22:56:05.743" v="40" actId="1076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2:56:23.125" v="43" actId="1076"/>
        <pc:sldMkLst>
          <pc:docMk/>
          <pc:sldMk cId="0" sldId="261"/>
        </pc:sldMkLst>
        <pc:spChg chg="mod">
          <ac:chgData name="Cesar Augusto Lopez Gallego" userId="0dfa9112-9251-4882-b472-cf2dfcee09d1" providerId="ADAL" clId="{7E9FF4F1-F153-4A26-AAEE-E4A4354C2A70}" dt="2025-11-18T22:56:23.125" v="43" actId="1076"/>
          <ac:spMkLst>
            <pc:docMk/>
            <pc:sldMk cId="0" sldId="261"/>
            <ac:spMk id="249" creationId="{00000000-0000-0000-0000-000000000000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8T23:22:14.557" v="95" actId="1076"/>
        <pc:sldMkLst>
          <pc:docMk/>
          <pc:sldMk cId="3781840673" sldId="283"/>
        </pc:sldMkLst>
        <pc:spChg chg="mod">
          <ac:chgData name="Cesar Augusto Lopez Gallego" userId="0dfa9112-9251-4882-b472-cf2dfcee09d1" providerId="ADAL" clId="{7E9FF4F1-F153-4A26-AAEE-E4A4354C2A70}" dt="2025-11-18T23:22:14.557" v="95" actId="1076"/>
          <ac:spMkLst>
            <pc:docMk/>
            <pc:sldMk cId="3781840673" sldId="283"/>
            <ac:spMk id="3" creationId="{05A34019-A961-41FB-96D0-AC2BAD59E719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1:14:59.258" v="245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7E9FF4F1-F153-4A26-AAEE-E4A4354C2A70}" dt="2025-11-19T01:14:59.258" v="245" actId="20577"/>
          <ac:spMkLst>
            <pc:docMk/>
            <pc:sldMk cId="3966505" sldId="284"/>
            <ac:spMk id="6" creationId="{00000000-0000-0000-0000-000000000000}"/>
          </ac:spMkLst>
        </pc:spChg>
      </pc:sldChg>
      <pc:sldChg chg="modSp">
        <pc:chgData name="Cesar Augusto Lopez Gallego" userId="0dfa9112-9251-4882-b472-cf2dfcee09d1" providerId="ADAL" clId="{7E9FF4F1-F153-4A26-AAEE-E4A4354C2A70}" dt="2025-11-18T22:57:04.624" v="49" actId="20577"/>
        <pc:sldMkLst>
          <pc:docMk/>
          <pc:sldMk cId="3349851114" sldId="293"/>
        </pc:sldMkLst>
        <pc:spChg chg="mod">
          <ac:chgData name="Cesar Augusto Lopez Gallego" userId="0dfa9112-9251-4882-b472-cf2dfcee09d1" providerId="ADAL" clId="{7E9FF4F1-F153-4A26-AAEE-E4A4354C2A70}" dt="2025-11-18T22:57:04.624" v="49" actId="20577"/>
          <ac:spMkLst>
            <pc:docMk/>
            <pc:sldMk cId="3349851114" sldId="293"/>
            <ac:spMk id="8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1:42.928" v="10" actId="1076"/>
        <pc:sldMkLst>
          <pc:docMk/>
          <pc:sldMk cId="2489369164" sldId="296"/>
        </pc:sldMkLst>
        <pc:picChg chg="add mod">
          <ac:chgData name="Cesar Augusto Lopez Gallego" userId="0dfa9112-9251-4882-b472-cf2dfcee09d1" providerId="ADAL" clId="{7E9FF4F1-F153-4A26-AAEE-E4A4354C2A70}" dt="2025-11-18T22:51:42.928" v="10" actId="1076"/>
          <ac:picMkLst>
            <pc:docMk/>
            <pc:sldMk cId="2489369164" sldId="296"/>
            <ac:picMk id="4" creationId="{92DE01BA-57F6-433D-8791-874EA7A8BF82}"/>
          </ac:picMkLst>
        </pc:picChg>
      </pc:sldChg>
      <pc:sldChg chg="modSp mod">
        <pc:chgData name="Cesar Augusto Lopez Gallego" userId="0dfa9112-9251-4882-b472-cf2dfcee09d1" providerId="ADAL" clId="{7E9FF4F1-F153-4A26-AAEE-E4A4354C2A70}" dt="2025-11-13T23:23:53.128" v="7" actId="14100"/>
        <pc:sldMkLst>
          <pc:docMk/>
          <pc:sldMk cId="301356762" sldId="298"/>
        </pc:sldMkLst>
        <pc:spChg chg="mod">
          <ac:chgData name="Cesar Augusto Lopez Gallego" userId="0dfa9112-9251-4882-b472-cf2dfcee09d1" providerId="ADAL" clId="{7E9FF4F1-F153-4A26-AAEE-E4A4354C2A70}" dt="2025-11-13T23:23:53.128" v="7" actId="14100"/>
          <ac:spMkLst>
            <pc:docMk/>
            <pc:sldMk cId="301356762" sldId="298"/>
            <ac:spMk id="4" creationId="{FDFDB7E0-9485-4F88-B6B5-29E698E26951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18:21.474" v="220" actId="20577"/>
        <pc:sldMkLst>
          <pc:docMk/>
          <pc:sldMk cId="3973265627" sldId="300"/>
        </pc:sldMkLst>
        <pc:spChg chg="mod">
          <ac:chgData name="Cesar Augusto Lopez Gallego" userId="0dfa9112-9251-4882-b472-cf2dfcee09d1" providerId="ADAL" clId="{7E9FF4F1-F153-4A26-AAEE-E4A4354C2A70}" dt="2025-11-19T00:18:21.474" v="220" actId="20577"/>
          <ac:spMkLst>
            <pc:docMk/>
            <pc:sldMk cId="3973265627" sldId="300"/>
            <ac:spMk id="9" creationId="{4C3C06EE-C65E-4ACB-AF5D-FBD17FD219F0}"/>
          </ac:spMkLst>
        </pc:spChg>
        <pc:spChg chg="mod">
          <ac:chgData name="Cesar Augusto Lopez Gallego" userId="0dfa9112-9251-4882-b472-cf2dfcee09d1" providerId="ADAL" clId="{7E9FF4F1-F153-4A26-AAEE-E4A4354C2A70}" dt="2025-11-19T00:17:52.152" v="211" actId="20577"/>
          <ac:spMkLst>
            <pc:docMk/>
            <pc:sldMk cId="3973265627" sldId="300"/>
            <ac:spMk id="12" creationId="{1595F9AD-BBE0-49C5-BA3B-9894B538EBAF}"/>
          </ac:spMkLst>
        </pc:spChg>
      </pc:sldChg>
      <pc:sldChg chg="addSp modSp mod">
        <pc:chgData name="Cesar Augusto Lopez Gallego" userId="0dfa9112-9251-4882-b472-cf2dfcee09d1" providerId="ADAL" clId="{7E9FF4F1-F153-4A26-AAEE-E4A4354C2A70}" dt="2025-11-18T22:57:44.402" v="83" actId="1076"/>
        <pc:sldMkLst>
          <pc:docMk/>
          <pc:sldMk cId="3178670863" sldId="302"/>
        </pc:sldMkLst>
        <pc:spChg chg="add mod">
          <ac:chgData name="Cesar Augusto Lopez Gallego" userId="0dfa9112-9251-4882-b472-cf2dfcee09d1" providerId="ADAL" clId="{7E9FF4F1-F153-4A26-AAEE-E4A4354C2A70}" dt="2025-11-18T22:57:44.402" v="83" actId="1076"/>
          <ac:spMkLst>
            <pc:docMk/>
            <pc:sldMk cId="3178670863" sldId="302"/>
            <ac:spMk id="4" creationId="{5C5C0A02-0386-40A3-A4E6-4D58136B0A7F}"/>
          </ac:spMkLst>
        </pc:spChg>
      </pc:sldChg>
      <pc:sldChg chg="modSp mod">
        <pc:chgData name="Cesar Augusto Lopez Gallego" userId="0dfa9112-9251-4882-b472-cf2dfcee09d1" providerId="ADAL" clId="{7E9FF4F1-F153-4A26-AAEE-E4A4354C2A70}" dt="2025-11-19T00:50:08.210" v="239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7E9FF4F1-F153-4A26-AAEE-E4A4354C2A70}" dt="2025-11-19T00:50:08.210" v="239" actId="20577"/>
          <ac:spMkLst>
            <pc:docMk/>
            <pc:sldMk cId="2036194262" sldId="303"/>
            <ac:spMk id="3" creationId="{00000000-0000-0000-0000-000000000000}"/>
          </ac:spMkLst>
        </pc:spChg>
      </pc:sldChg>
      <pc:sldChg chg="add">
        <pc:chgData name="Cesar Augusto Lopez Gallego" userId="0dfa9112-9251-4882-b472-cf2dfcee09d1" providerId="ADAL" clId="{7E9FF4F1-F153-4A26-AAEE-E4A4354C2A70}" dt="2025-11-13T22:09:56.299" v="0"/>
        <pc:sldMkLst>
          <pc:docMk/>
          <pc:sldMk cId="652190281" sldId="314"/>
        </pc:sldMkLst>
      </pc:sldChg>
    </pc:docChg>
  </pc:docChgLst>
  <pc:docChgLst>
    <pc:chgData name="Cesar Augusto Lopez Gallego" userId="0dfa9112-9251-4882-b472-cf2dfcee09d1" providerId="ADAL" clId="{9E925E74-D29A-4FF2-BA30-2DCB609A9627}"/>
    <pc:docChg chg="undo custSel addSld delSld modSld sldOrd">
      <pc:chgData name="Cesar Augusto Lopez Gallego" userId="0dfa9112-9251-4882-b472-cf2dfcee09d1" providerId="ADAL" clId="{9E925E74-D29A-4FF2-BA30-2DCB609A9627}" dt="2025-11-13T19:27:56.196" v="4406" actId="20577"/>
      <pc:docMkLst>
        <pc:docMk/>
      </pc:docMkLst>
      <pc:sldChg chg="addSp delSp modSp mod">
        <pc:chgData name="Cesar Augusto Lopez Gallego" userId="0dfa9112-9251-4882-b472-cf2dfcee09d1" providerId="ADAL" clId="{9E925E74-D29A-4FF2-BA30-2DCB609A9627}" dt="2025-11-13T01:35:58.368" v="1287" actId="20577"/>
        <pc:sldMkLst>
          <pc:docMk/>
          <pc:sldMk cId="0" sldId="256"/>
        </pc:sldMkLst>
        <pc:spChg chg="mod">
          <ac:chgData name="Cesar Augusto Lopez Gallego" userId="0dfa9112-9251-4882-b472-cf2dfcee09d1" providerId="ADAL" clId="{9E925E74-D29A-4FF2-BA30-2DCB609A9627}" dt="2025-11-13T01:35:58.368" v="1287" actId="20577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Cesar Augusto Lopez Gallego" userId="0dfa9112-9251-4882-b472-cf2dfcee09d1" providerId="ADAL" clId="{9E925E74-D29A-4FF2-BA30-2DCB609A9627}" dt="2025-11-13T00:43:47.778" v="0" actId="478"/>
          <ac:picMkLst>
            <pc:docMk/>
            <pc:sldMk cId="0" sldId="256"/>
            <ac:picMk id="184" creationId="{00000000-0000-0000-0000-000000000000}"/>
          </ac:picMkLst>
        </pc:picChg>
        <pc:picChg chg="add mod">
          <ac:chgData name="Cesar Augusto Lopez Gallego" userId="0dfa9112-9251-4882-b472-cf2dfcee09d1" providerId="ADAL" clId="{9E925E74-D29A-4FF2-BA30-2DCB609A9627}" dt="2025-11-13T01:35:54.531" v="1277" actId="1076"/>
          <ac:picMkLst>
            <pc:docMk/>
            <pc:sldMk cId="0" sldId="256"/>
            <ac:picMk id="2050" creationId="{CA955C63-997B-407D-A836-48E4BA47EEAF}"/>
          </ac:picMkLst>
        </pc:picChg>
      </pc:sldChg>
      <pc:sldChg chg="modSp mod">
        <pc:chgData name="Cesar Augusto Lopez Gallego" userId="0dfa9112-9251-4882-b472-cf2dfcee09d1" providerId="ADAL" clId="{9E925E74-D29A-4FF2-BA30-2DCB609A9627}" dt="2025-11-13T01:15:47.540" v="621" actId="404"/>
        <pc:sldMkLst>
          <pc:docMk/>
          <pc:sldMk cId="0" sldId="257"/>
        </pc:sldMkLst>
        <pc:spChg chg="mod">
          <ac:chgData name="Cesar Augusto Lopez Gallego" userId="0dfa9112-9251-4882-b472-cf2dfcee09d1" providerId="ADAL" clId="{9E925E74-D29A-4FF2-BA30-2DCB609A9627}" dt="2025-11-13T01:15:47.540" v="621" actId="404"/>
          <ac:spMkLst>
            <pc:docMk/>
            <pc:sldMk cId="0" sldId="257"/>
            <ac:spMk id="18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12:17:32.118" v="2388" actId="27636"/>
        <pc:sldMkLst>
          <pc:docMk/>
          <pc:sldMk cId="0" sldId="258"/>
        </pc:sldMkLst>
        <pc:spChg chg="mod">
          <ac:chgData name="Cesar Augusto Lopez Gallego" userId="0dfa9112-9251-4882-b472-cf2dfcee09d1" providerId="ADAL" clId="{9E925E74-D29A-4FF2-BA30-2DCB609A9627}" dt="2025-11-13T12:17:32.118" v="2388" actId="2763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8:13.231" v="407" actId="403"/>
          <ac:spMkLst>
            <pc:docMk/>
            <pc:sldMk cId="0" sldId="258"/>
            <ac:spMk id="211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12:17:32.126" v="2389" actId="27636"/>
        <pc:sldMkLst>
          <pc:docMk/>
          <pc:sldMk cId="0" sldId="260"/>
        </pc:sldMkLst>
        <pc:spChg chg="add mod">
          <ac:chgData name="Cesar Augusto Lopez Gallego" userId="0dfa9112-9251-4882-b472-cf2dfcee09d1" providerId="ADAL" clId="{9E925E74-D29A-4FF2-BA30-2DCB609A9627}" dt="2025-11-13T00:58:59.213" v="410" actId="208"/>
          <ac:spMkLst>
            <pc:docMk/>
            <pc:sldMk cId="0" sldId="260"/>
            <ac:spMk id="2" creationId="{09C5971F-1DC8-41F7-B64C-6938E7E03B90}"/>
          </ac:spMkLst>
        </pc:spChg>
        <pc:spChg chg="add mod">
          <ac:chgData name="Cesar Augusto Lopez Gallego" userId="0dfa9112-9251-4882-b472-cf2dfcee09d1" providerId="ADAL" clId="{9E925E74-D29A-4FF2-BA30-2DCB609A9627}" dt="2025-11-13T00:59:09.007" v="453" actId="14100"/>
          <ac:spMkLst>
            <pc:docMk/>
            <pc:sldMk cId="0" sldId="260"/>
            <ac:spMk id="6" creationId="{E9C37BC9-3A1F-45E3-9749-C6CDC1AF2789}"/>
          </ac:spMkLst>
        </pc:spChg>
        <pc:spChg chg="mod">
          <ac:chgData name="Cesar Augusto Lopez Gallego" userId="0dfa9112-9251-4882-b472-cf2dfcee09d1" providerId="ADAL" clId="{9E925E74-D29A-4FF2-BA30-2DCB609A9627}" dt="2025-11-13T12:17:32.126" v="2389" actId="27636"/>
          <ac:spMkLst>
            <pc:docMk/>
            <pc:sldMk cId="0" sldId="260"/>
            <ac:spMk id="245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0:50:40.395" v="100" actId="13926"/>
          <ac:spMkLst>
            <pc:docMk/>
            <pc:sldMk cId="0" sldId="260"/>
            <ac:spMk id="246" creationId="{00000000-0000-0000-0000-000000000000}"/>
          </ac:spMkLst>
        </pc:spChg>
      </pc:sldChg>
      <pc:sldChg chg="addSp delSp modSp mod">
        <pc:chgData name="Cesar Augusto Lopez Gallego" userId="0dfa9112-9251-4882-b472-cf2dfcee09d1" providerId="ADAL" clId="{9E925E74-D29A-4FF2-BA30-2DCB609A9627}" dt="2025-11-13T12:17:32.132" v="2390" actId="27636"/>
        <pc:sldMkLst>
          <pc:docMk/>
          <pc:sldMk cId="0" sldId="261"/>
        </pc:sldMkLst>
        <pc:spChg chg="mod">
          <ac:chgData name="Cesar Augusto Lopez Gallego" userId="0dfa9112-9251-4882-b472-cf2dfcee09d1" providerId="ADAL" clId="{9E925E74-D29A-4FF2-BA30-2DCB609A9627}" dt="2025-11-13T12:17:32.132" v="2390" actId="27636"/>
          <ac:spMkLst>
            <pc:docMk/>
            <pc:sldMk cId="0" sldId="261"/>
            <ac:spMk id="249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0:55.551" v="469" actId="478"/>
          <ac:spMkLst>
            <pc:docMk/>
            <pc:sldMk cId="0" sldId="261"/>
            <ac:spMk id="250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02:45.688" v="473" actId="1076"/>
          <ac:picMkLst>
            <pc:docMk/>
            <pc:sldMk cId="0" sldId="261"/>
            <ac:picMk id="3" creationId="{9227BEC0-4725-4776-B65A-EEBCA786CA20}"/>
          </ac:picMkLst>
        </pc:picChg>
        <pc:picChg chg="add mod">
          <ac:chgData name="Cesar Augusto Lopez Gallego" userId="0dfa9112-9251-4882-b472-cf2dfcee09d1" providerId="ADAL" clId="{9E925E74-D29A-4FF2-BA30-2DCB609A9627}" dt="2025-11-13T01:03:17.561" v="479" actId="14100"/>
          <ac:picMkLst>
            <pc:docMk/>
            <pc:sldMk cId="0" sldId="261"/>
            <ac:picMk id="5" creationId="{2474A860-1DC8-4175-B1B9-D2FF97089796}"/>
          </ac:picMkLst>
        </pc:picChg>
        <pc:picChg chg="del mod">
          <ac:chgData name="Cesar Augusto Lopez Gallego" userId="0dfa9112-9251-4882-b472-cf2dfcee09d1" providerId="ADAL" clId="{9E925E74-D29A-4FF2-BA30-2DCB609A9627}" dt="2025-11-13T01:00:55.551" v="469" actId="478"/>
          <ac:picMkLst>
            <pc:docMk/>
            <pc:sldMk cId="0" sldId="261"/>
            <ac:picMk id="252" creationId="{00000000-0000-0000-0000-000000000000}"/>
          </ac:picMkLst>
        </pc:picChg>
      </pc:sldChg>
      <pc:sldChg chg="addSp delSp modSp mod">
        <pc:chgData name="Cesar Augusto Lopez Gallego" userId="0dfa9112-9251-4882-b472-cf2dfcee09d1" providerId="ADAL" clId="{9E925E74-D29A-4FF2-BA30-2DCB609A9627}" dt="2025-11-13T12:17:32.136" v="2391" actId="27636"/>
        <pc:sldMkLst>
          <pc:docMk/>
          <pc:sldMk cId="0" sldId="262"/>
        </pc:sldMkLst>
        <pc:spChg chg="add del">
          <ac:chgData name="Cesar Augusto Lopez Gallego" userId="0dfa9112-9251-4882-b472-cf2dfcee09d1" providerId="ADAL" clId="{9E925E74-D29A-4FF2-BA30-2DCB609A9627}" dt="2025-11-13T01:08:34.663" v="563"/>
          <ac:spMkLst>
            <pc:docMk/>
            <pc:sldMk cId="0" sldId="262"/>
            <ac:spMk id="2" creationId="{4CA40178-B515-46D7-AC15-0ED0A941DF54}"/>
          </ac:spMkLst>
        </pc:spChg>
        <pc:spChg chg="add mod">
          <ac:chgData name="Cesar Augusto Lopez Gallego" userId="0dfa9112-9251-4882-b472-cf2dfcee09d1" providerId="ADAL" clId="{9E925E74-D29A-4FF2-BA30-2DCB609A9627}" dt="2025-11-13T01:11:57.642" v="596" actId="14100"/>
          <ac:spMkLst>
            <pc:docMk/>
            <pc:sldMk cId="0" sldId="262"/>
            <ac:spMk id="9" creationId="{2F246C75-836B-46BC-B327-04753146E8A7}"/>
          </ac:spMkLst>
        </pc:spChg>
        <pc:spChg chg="add del mod">
          <ac:chgData name="Cesar Augusto Lopez Gallego" userId="0dfa9112-9251-4882-b472-cf2dfcee09d1" providerId="ADAL" clId="{9E925E74-D29A-4FF2-BA30-2DCB609A9627}" dt="2025-11-13T01:11:42.645" v="593" actId="478"/>
          <ac:spMkLst>
            <pc:docMk/>
            <pc:sldMk cId="0" sldId="262"/>
            <ac:spMk id="10" creationId="{2F2D104E-F9F3-4C73-AADF-F488000F35C0}"/>
          </ac:spMkLst>
        </pc:spChg>
        <pc:spChg chg="mod">
          <ac:chgData name="Cesar Augusto Lopez Gallego" userId="0dfa9112-9251-4882-b472-cf2dfcee09d1" providerId="ADAL" clId="{9E925E74-D29A-4FF2-BA30-2DCB609A9627}" dt="2025-11-13T12:17:32.136" v="2391" actId="27636"/>
          <ac:spMkLst>
            <pc:docMk/>
            <pc:sldMk cId="0" sldId="262"/>
            <ac:spMk id="254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07:41.574" v="560" actId="20577"/>
          <ac:spMkLst>
            <pc:docMk/>
            <pc:sldMk cId="0" sldId="262"/>
            <ac:spMk id="255" creationId="{00000000-0000-0000-0000-000000000000}"/>
          </ac:spMkLst>
        </pc:spChg>
        <pc:spChg chg="del">
          <ac:chgData name="Cesar Augusto Lopez Gallego" userId="0dfa9112-9251-4882-b472-cf2dfcee09d1" providerId="ADAL" clId="{9E925E74-D29A-4FF2-BA30-2DCB609A9627}" dt="2025-11-13T01:06:57.928" v="545" actId="478"/>
          <ac:spMkLst>
            <pc:docMk/>
            <pc:sldMk cId="0" sldId="262"/>
            <ac:spMk id="257" creationId="{00000000-0000-0000-0000-000000000000}"/>
          </ac:spMkLst>
        </pc:spChg>
        <pc:picChg chg="add mod">
          <ac:chgData name="Cesar Augusto Lopez Gallego" userId="0dfa9112-9251-4882-b472-cf2dfcee09d1" providerId="ADAL" clId="{9E925E74-D29A-4FF2-BA30-2DCB609A9627}" dt="2025-11-13T01:12:56.525" v="603" actId="1076"/>
          <ac:picMkLst>
            <pc:docMk/>
            <pc:sldMk cId="0" sldId="262"/>
            <ac:picMk id="5" creationId="{2E10A321-57F9-4B40-BD4C-9E46AA6C7989}"/>
          </ac:picMkLst>
        </pc:picChg>
        <pc:picChg chg="mod">
          <ac:chgData name="Cesar Augusto Lopez Gallego" userId="0dfa9112-9251-4882-b472-cf2dfcee09d1" providerId="ADAL" clId="{9E925E74-D29A-4FF2-BA30-2DCB609A9627}" dt="2025-11-13T01:12:46.135" v="600" actId="1076"/>
          <ac:picMkLst>
            <pc:docMk/>
            <pc:sldMk cId="0" sldId="262"/>
            <ac:picMk id="256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06:57.928" v="545" actId="478"/>
          <ac:picMkLst>
            <pc:docMk/>
            <pc:sldMk cId="0" sldId="262"/>
            <ac:picMk id="258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10:59.629" v="588" actId="47"/>
        <pc:sldMkLst>
          <pc:docMk/>
          <pc:sldMk cId="0" sldId="263"/>
        </pc:sldMkLst>
      </pc:sldChg>
      <pc:sldChg chg="del">
        <pc:chgData name="Cesar Augusto Lopez Gallego" userId="0dfa9112-9251-4882-b472-cf2dfcee09d1" providerId="ADAL" clId="{9E925E74-D29A-4FF2-BA30-2DCB609A9627}" dt="2025-11-13T01:14:42.265" v="604" actId="2696"/>
        <pc:sldMkLst>
          <pc:docMk/>
          <pc:sldMk cId="0" sldId="264"/>
        </pc:sldMkLst>
      </pc:sldChg>
      <pc:sldChg chg="delSp modSp mod ord">
        <pc:chgData name="Cesar Augusto Lopez Gallego" userId="0dfa9112-9251-4882-b472-cf2dfcee09d1" providerId="ADAL" clId="{9E925E74-D29A-4FF2-BA30-2DCB609A9627}" dt="2025-11-13T12:17:32.136" v="2392" actId="27636"/>
        <pc:sldMkLst>
          <pc:docMk/>
          <pc:sldMk cId="0" sldId="265"/>
        </pc:sldMkLst>
        <pc:spChg chg="mod">
          <ac:chgData name="Cesar Augusto Lopez Gallego" userId="0dfa9112-9251-4882-b472-cf2dfcee09d1" providerId="ADAL" clId="{9E925E74-D29A-4FF2-BA30-2DCB609A9627}" dt="2025-11-13T12:17:32.136" v="2392" actId="27636"/>
          <ac:spMkLst>
            <pc:docMk/>
            <pc:sldMk cId="0" sldId="265"/>
            <ac:spMk id="279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17:26.578" v="630" actId="1076"/>
          <ac:picMkLst>
            <pc:docMk/>
            <pc:sldMk cId="0" sldId="265"/>
            <ac:picMk id="278" creationId="{00000000-0000-0000-0000-000000000000}"/>
          </ac:picMkLst>
        </pc:picChg>
        <pc:picChg chg="del mod">
          <ac:chgData name="Cesar Augusto Lopez Gallego" userId="0dfa9112-9251-4882-b472-cf2dfcee09d1" providerId="ADAL" clId="{9E925E74-D29A-4FF2-BA30-2DCB609A9627}" dt="2025-11-13T01:14:54.511" v="607" actId="478"/>
          <ac:picMkLst>
            <pc:docMk/>
            <pc:sldMk cId="0" sldId="265"/>
            <ac:picMk id="281" creationId="{00000000-0000-0000-0000-000000000000}"/>
          </ac:picMkLst>
        </pc:picChg>
      </pc:sldChg>
      <pc:sldChg chg="del">
        <pc:chgData name="Cesar Augusto Lopez Gallego" userId="0dfa9112-9251-4882-b472-cf2dfcee09d1" providerId="ADAL" clId="{9E925E74-D29A-4FF2-BA30-2DCB609A9627}" dt="2025-11-13T01:33:40.891" v="1186" actId="47"/>
        <pc:sldMkLst>
          <pc:docMk/>
          <pc:sldMk cId="0" sldId="266"/>
        </pc:sldMkLst>
      </pc:sldChg>
      <pc:sldChg chg="del">
        <pc:chgData name="Cesar Augusto Lopez Gallego" userId="0dfa9112-9251-4882-b472-cf2dfcee09d1" providerId="ADAL" clId="{9E925E74-D29A-4FF2-BA30-2DCB609A9627}" dt="2025-11-13T01:41:59.056" v="1441" actId="47"/>
        <pc:sldMkLst>
          <pc:docMk/>
          <pc:sldMk cId="0" sldId="26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720228046" sldId="26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6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261512028" sldId="26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955528196" sldId="27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1430938047" sldId="271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2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442137583" sldId="272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3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30403880" sldId="273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4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06736194" sldId="274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2375052096" sldId="275"/>
        </pc:sldMkLst>
        <pc:spChg chg="mod">
          <ac:chgData name="Cesar Augusto Lopez Gallego" userId="0dfa9112-9251-4882-b472-cf2dfcee09d1" providerId="ADAL" clId="{9E925E74-D29A-4FF2-BA30-2DCB609A9627}" dt="2025-11-13T02:02:24.554" v="1571" actId="14100"/>
          <ac:spMkLst>
            <pc:docMk/>
            <pc:sldMk cId="2375052096" sldId="275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2:02:42.732" v="1575" actId="1076"/>
          <ac:spMkLst>
            <pc:docMk/>
            <pc:sldMk cId="2375052096" sldId="275"/>
            <ac:spMk id="3" creationId="{00000000-0000-0000-0000-00000000000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26096086" sldId="275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3776428265" sldId="276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55511864" sldId="277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3839430595" sldId="277"/>
        </pc:sldMkLst>
        <pc:spChg chg="mod">
          <ac:chgData name="Cesar Augusto Lopez Gallego" userId="0dfa9112-9251-4882-b472-cf2dfcee09d1" providerId="ADAL" clId="{9E925E74-D29A-4FF2-BA30-2DCB609A9627}" dt="2025-11-13T01:57:25.033" v="1508" actId="20577"/>
          <ac:spMkLst>
            <pc:docMk/>
            <pc:sldMk cId="3839430595" sldId="277"/>
            <ac:spMk id="2" creationId="{00000000-0000-0000-0000-000000000000}"/>
          </ac:spMkLst>
        </pc:spChg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8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981496190" sldId="278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79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38958673" sldId="279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0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223510329" sldId="280"/>
        </pc:sldMkLst>
      </pc:sldChg>
      <pc:sldChg chg="del">
        <pc:chgData name="Cesar Augusto Lopez Gallego" userId="0dfa9112-9251-4882-b472-cf2dfcee09d1" providerId="ADAL" clId="{9E925E74-D29A-4FF2-BA30-2DCB609A9627}" dt="2025-11-13T01:34:23.368" v="1187" actId="2696"/>
        <pc:sldMkLst>
          <pc:docMk/>
          <pc:sldMk cId="0" sldId="281"/>
        </pc:sldMkLst>
      </pc:sldChg>
      <pc:sldChg chg="add del">
        <pc:chgData name="Cesar Augusto Lopez Gallego" userId="0dfa9112-9251-4882-b472-cf2dfcee09d1" providerId="ADAL" clId="{9E925E74-D29A-4FF2-BA30-2DCB609A9627}" dt="2025-11-13T01:38:36.562" v="1290" actId="47"/>
        <pc:sldMkLst>
          <pc:docMk/>
          <pc:sldMk cId="651586391" sldId="281"/>
        </pc:sldMkLst>
      </pc:sldChg>
      <pc:sldChg chg="addSp modSp add">
        <pc:chgData name="Cesar Augusto Lopez Gallego" userId="0dfa9112-9251-4882-b472-cf2dfcee09d1" providerId="ADAL" clId="{9E925E74-D29A-4FF2-BA30-2DCB609A9627}" dt="2025-11-13T00:44:51.637" v="47" actId="1076"/>
        <pc:sldMkLst>
          <pc:docMk/>
          <pc:sldMk cId="888059508" sldId="282"/>
        </pc:sldMkLst>
        <pc:picChg chg="add mod">
          <ac:chgData name="Cesar Augusto Lopez Gallego" userId="0dfa9112-9251-4882-b472-cf2dfcee09d1" providerId="ADAL" clId="{9E925E74-D29A-4FF2-BA30-2DCB609A9627}" dt="2025-11-13T00:44:51.637" v="47" actId="1076"/>
          <ac:picMkLst>
            <pc:docMk/>
            <pc:sldMk cId="888059508" sldId="282"/>
            <ac:picMk id="1026" creationId="{2D6F7F80-667A-49E2-AA2B-8431F85D4D03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00:20.407" v="468" actId="13926"/>
        <pc:sldMkLst>
          <pc:docMk/>
          <pc:sldMk cId="3781840673" sldId="283"/>
        </pc:sldMkLst>
        <pc:spChg chg="add mod">
          <ac:chgData name="Cesar Augusto Lopez Gallego" userId="0dfa9112-9251-4882-b472-cf2dfcee09d1" providerId="ADAL" clId="{9E925E74-D29A-4FF2-BA30-2DCB609A9627}" dt="2025-11-13T01:00:20.407" v="468" actId="13926"/>
          <ac:spMkLst>
            <pc:docMk/>
            <pc:sldMk cId="3781840673" sldId="283"/>
            <ac:spMk id="3" creationId="{05A34019-A961-41FB-96D0-AC2BAD59E719}"/>
          </ac:spMkLst>
        </pc:spChg>
        <pc:spChg chg="add mod">
          <ac:chgData name="Cesar Augusto Lopez Gallego" userId="0dfa9112-9251-4882-b472-cf2dfcee09d1" providerId="ADAL" clId="{9E925E74-D29A-4FF2-BA30-2DCB609A9627}" dt="2025-11-13T00:54:00.470" v="138" actId="20577"/>
          <ac:spMkLst>
            <pc:docMk/>
            <pc:sldMk cId="3781840673" sldId="283"/>
            <ac:spMk id="4" creationId="{7224553E-C0E7-4B92-93F6-8B77B4BEDF4F}"/>
          </ac:spMkLst>
        </pc:spChg>
        <pc:spChg chg="add del">
          <ac:chgData name="Cesar Augusto Lopez Gallego" userId="0dfa9112-9251-4882-b472-cf2dfcee09d1" providerId="ADAL" clId="{9E925E74-D29A-4FF2-BA30-2DCB609A9627}" dt="2025-11-13T01:00:03.536" v="465"/>
          <ac:spMkLst>
            <pc:docMk/>
            <pc:sldMk cId="3781840673" sldId="283"/>
            <ac:spMk id="5" creationId="{6EE4FEB5-5941-408A-8AA0-6FBCF37A84C9}"/>
          </ac:spMkLst>
        </pc:spChg>
      </pc:sldChg>
      <pc:sldChg chg="modSp mod">
        <pc:chgData name="Cesar Augusto Lopez Gallego" userId="0dfa9112-9251-4882-b472-cf2dfcee09d1" providerId="ADAL" clId="{9E925E74-D29A-4FF2-BA30-2DCB609A9627}" dt="2025-11-13T01:56:17.894" v="1500" actId="20577"/>
        <pc:sldMkLst>
          <pc:docMk/>
          <pc:sldMk cId="3966505" sldId="284"/>
        </pc:sldMkLst>
        <pc:spChg chg="mod">
          <ac:chgData name="Cesar Augusto Lopez Gallego" userId="0dfa9112-9251-4882-b472-cf2dfcee09d1" providerId="ADAL" clId="{9E925E74-D29A-4FF2-BA30-2DCB609A9627}" dt="2025-11-13T01:56:17.894" v="1500" actId="20577"/>
          <ac:spMkLst>
            <pc:docMk/>
            <pc:sldMk cId="3966505" sldId="284"/>
            <ac:spMk id="2" creationId="{00000000-0000-0000-0000-000000000000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2:01:46.317" v="1560" actId="20577"/>
        <pc:sldMkLst>
          <pc:docMk/>
          <pc:sldMk cId="2733371421" sldId="286"/>
        </pc:sldMkLst>
        <pc:spChg chg="add mod">
          <ac:chgData name="Cesar Augusto Lopez Gallego" userId="0dfa9112-9251-4882-b472-cf2dfcee09d1" providerId="ADAL" clId="{9E925E74-D29A-4FF2-BA30-2DCB609A9627}" dt="2025-11-13T02:01:46.317" v="1560" actId="20577"/>
          <ac:spMkLst>
            <pc:docMk/>
            <pc:sldMk cId="2733371421" sldId="286"/>
            <ac:spMk id="10" creationId="{D77F3553-65DC-474D-92E0-DA18764D374F}"/>
          </ac:spMkLst>
        </pc:spChg>
      </pc:sldChg>
      <pc:sldChg chg="addSp modSp add mod">
        <pc:chgData name="Cesar Augusto Lopez Gallego" userId="0dfa9112-9251-4882-b472-cf2dfcee09d1" providerId="ADAL" clId="{9E925E74-D29A-4FF2-BA30-2DCB609A9627}" dt="2025-11-13T01:15:38.623" v="619" actId="404"/>
        <pc:sldMkLst>
          <pc:docMk/>
          <pc:sldMk cId="0" sldId="290"/>
        </pc:sldMkLst>
        <pc:spChg chg="add mod">
          <ac:chgData name="Cesar Augusto Lopez Gallego" userId="0dfa9112-9251-4882-b472-cf2dfcee09d1" providerId="ADAL" clId="{9E925E74-D29A-4FF2-BA30-2DCB609A9627}" dt="2025-11-13T01:05:09.200" v="540" actId="403"/>
          <ac:spMkLst>
            <pc:docMk/>
            <pc:sldMk cId="0" sldId="290"/>
            <ac:spMk id="2" creationId="{C9728C7B-8098-44AC-BB43-D087AB34F51F}"/>
          </ac:spMkLst>
        </pc:spChg>
        <pc:spChg chg="mod">
          <ac:chgData name="Cesar Augusto Lopez Gallego" userId="0dfa9112-9251-4882-b472-cf2dfcee09d1" providerId="ADAL" clId="{9E925E74-D29A-4FF2-BA30-2DCB609A9627}" dt="2025-11-13T01:15:38.623" v="619" actId="404"/>
          <ac:spMkLst>
            <pc:docMk/>
            <pc:sldMk cId="0" sldId="290"/>
            <ac:spMk id="9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1:04:36.155" v="498" actId="1076"/>
          <ac:picMkLst>
            <pc:docMk/>
            <pc:sldMk cId="0" sldId="290"/>
            <ac:picMk id="92" creationId="{00000000-0000-0000-0000-000000000000}"/>
          </ac:picMkLst>
        </pc:picChg>
      </pc:sldChg>
      <pc:sldChg chg="add">
        <pc:chgData name="Cesar Augusto Lopez Gallego" userId="0dfa9112-9251-4882-b472-cf2dfcee09d1" providerId="ADAL" clId="{9E925E74-D29A-4FF2-BA30-2DCB609A9627}" dt="2025-11-13T01:05:24.493" v="541"/>
        <pc:sldMkLst>
          <pc:docMk/>
          <pc:sldMk cId="3239377858" sldId="291"/>
        </pc:sldMkLst>
      </pc:sldChg>
      <pc:sldChg chg="add del">
        <pc:chgData name="Cesar Augusto Lopez Gallego" userId="0dfa9112-9251-4882-b472-cf2dfcee09d1" providerId="ADAL" clId="{9E925E74-D29A-4FF2-BA30-2DCB609A9627}" dt="2025-11-13T01:06:38.245" v="543" actId="47"/>
        <pc:sldMkLst>
          <pc:docMk/>
          <pc:sldMk cId="2567770254" sldId="292"/>
        </pc:sldMkLst>
      </pc:sldChg>
      <pc:sldChg chg="modSp mod">
        <pc:chgData name="Cesar Augusto Lopez Gallego" userId="0dfa9112-9251-4882-b472-cf2dfcee09d1" providerId="ADAL" clId="{9E925E74-D29A-4FF2-BA30-2DCB609A9627}" dt="2025-11-13T01:20:47.939" v="638" actId="14100"/>
        <pc:sldMkLst>
          <pc:docMk/>
          <pc:sldMk cId="2599519848" sldId="292"/>
        </pc:sldMkLst>
        <pc:spChg chg="mod">
          <ac:chgData name="Cesar Augusto Lopez Gallego" userId="0dfa9112-9251-4882-b472-cf2dfcee09d1" providerId="ADAL" clId="{9E925E74-D29A-4FF2-BA30-2DCB609A9627}" dt="2025-11-13T01:20:47.939" v="638" actId="14100"/>
          <ac:spMkLst>
            <pc:docMk/>
            <pc:sldMk cId="2599519848" sldId="292"/>
            <ac:spMk id="5" creationId="{00000000-0000-0000-0000-000000000000}"/>
          </ac:spMkLst>
        </pc:spChg>
      </pc:sldChg>
      <pc:sldChg chg="addSp modSp mod">
        <pc:chgData name="Cesar Augusto Lopez Gallego" userId="0dfa9112-9251-4882-b472-cf2dfcee09d1" providerId="ADAL" clId="{9E925E74-D29A-4FF2-BA30-2DCB609A9627}" dt="2025-11-13T01:21:51.405" v="699" actId="1076"/>
        <pc:sldMkLst>
          <pc:docMk/>
          <pc:sldMk cId="3349851114" sldId="293"/>
        </pc:sldMkLst>
        <pc:spChg chg="mod">
          <ac:chgData name="Cesar Augusto Lopez Gallego" userId="0dfa9112-9251-4882-b472-cf2dfcee09d1" providerId="ADAL" clId="{9E925E74-D29A-4FF2-BA30-2DCB609A9627}" dt="2025-11-13T01:19:03.311" v="635" actId="20577"/>
          <ac:spMkLst>
            <pc:docMk/>
            <pc:sldMk cId="3349851114" sldId="293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8:55.807" v="633" actId="14100"/>
          <ac:spMkLst>
            <pc:docMk/>
            <pc:sldMk cId="3349851114" sldId="293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9E925E74-D29A-4FF2-BA30-2DCB609A9627}" dt="2025-11-13T01:19:19.359" v="637" actId="14100"/>
          <ac:spMkLst>
            <pc:docMk/>
            <pc:sldMk cId="3349851114" sldId="293"/>
            <ac:spMk id="8" creationId="{00000000-0000-0000-0000-000000000000}"/>
          </ac:spMkLst>
        </pc:spChg>
        <pc:spChg chg="add mod">
          <ac:chgData name="Cesar Augusto Lopez Gallego" userId="0dfa9112-9251-4882-b472-cf2dfcee09d1" providerId="ADAL" clId="{9E925E74-D29A-4FF2-BA30-2DCB609A9627}" dt="2025-11-13T01:21:51.405" v="699" actId="1076"/>
          <ac:spMkLst>
            <pc:docMk/>
            <pc:sldMk cId="3349851114" sldId="293"/>
            <ac:spMk id="10" creationId="{9D431806-6FDD-4BAF-8F8A-E6C7E948FA3B}"/>
          </ac:spMkLst>
        </pc:spChg>
        <pc:picChg chg="add mod">
          <ac:chgData name="Cesar Augusto Lopez Gallego" userId="0dfa9112-9251-4882-b472-cf2dfcee09d1" providerId="ADAL" clId="{9E925E74-D29A-4FF2-BA30-2DCB609A9627}" dt="2025-11-13T01:21:51.405" v="699" actId="1076"/>
          <ac:picMkLst>
            <pc:docMk/>
            <pc:sldMk cId="3349851114" sldId="293"/>
            <ac:picMk id="9" creationId="{0D2D7EFB-E468-49C6-A4C9-86A9D410DA2D}"/>
          </ac:picMkLst>
        </pc:picChg>
      </pc:sldChg>
      <pc:sldChg chg="addSp delSp modSp new mod">
        <pc:chgData name="Cesar Augusto Lopez Gallego" userId="0dfa9112-9251-4882-b472-cf2dfcee09d1" providerId="ADAL" clId="{9E925E74-D29A-4FF2-BA30-2DCB609A9627}" dt="2025-11-13T01:33:10.819" v="1185" actId="20577"/>
        <pc:sldMkLst>
          <pc:docMk/>
          <pc:sldMk cId="3609854810" sldId="294"/>
        </pc:sldMkLst>
        <pc:spChg chg="mod">
          <ac:chgData name="Cesar Augusto Lopez Gallego" userId="0dfa9112-9251-4882-b472-cf2dfcee09d1" providerId="ADAL" clId="{9E925E74-D29A-4FF2-BA30-2DCB609A9627}" dt="2025-11-13T01:24:50.145" v="914" actId="20577"/>
          <ac:spMkLst>
            <pc:docMk/>
            <pc:sldMk cId="3609854810" sldId="294"/>
            <ac:spMk id="2" creationId="{13CE9D49-9F2B-4E94-92D6-FFA6635C125B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3" creationId="{A7D496D7-443C-4858-A212-7B18ABCDB9CA}"/>
          </ac:spMkLst>
        </pc:spChg>
        <pc:spChg chg="del">
          <ac:chgData name="Cesar Augusto Lopez Gallego" userId="0dfa9112-9251-4882-b472-cf2dfcee09d1" providerId="ADAL" clId="{9E925E74-D29A-4FF2-BA30-2DCB609A9627}" dt="2025-11-13T01:22:05.495" v="701" actId="478"/>
          <ac:spMkLst>
            <pc:docMk/>
            <pc:sldMk cId="3609854810" sldId="294"/>
            <ac:spMk id="4" creationId="{E0DCC266-3C55-4D8B-9282-05EA786C8DC2}"/>
          </ac:spMkLst>
        </pc:spChg>
        <pc:spChg chg="add del">
          <ac:chgData name="Cesar Augusto Lopez Gallego" userId="0dfa9112-9251-4882-b472-cf2dfcee09d1" providerId="ADAL" clId="{9E925E74-D29A-4FF2-BA30-2DCB609A9627}" dt="2025-11-13T01:28:59.421" v="935"/>
          <ac:spMkLst>
            <pc:docMk/>
            <pc:sldMk cId="3609854810" sldId="294"/>
            <ac:spMk id="15" creationId="{6320F840-A02E-4535-AABD-6FA59EB68540}"/>
          </ac:spMkLst>
        </pc:spChg>
        <pc:spChg chg="add mod">
          <ac:chgData name="Cesar Augusto Lopez Gallego" userId="0dfa9112-9251-4882-b472-cf2dfcee09d1" providerId="ADAL" clId="{9E925E74-D29A-4FF2-BA30-2DCB609A9627}" dt="2025-11-13T01:31:21.662" v="1006" actId="13926"/>
          <ac:spMkLst>
            <pc:docMk/>
            <pc:sldMk cId="3609854810" sldId="294"/>
            <ac:spMk id="17" creationId="{12459343-B74B-45FC-BE6F-45527B8D9277}"/>
          </ac:spMkLst>
        </pc:spChg>
        <pc:spChg chg="add mod">
          <ac:chgData name="Cesar Augusto Lopez Gallego" userId="0dfa9112-9251-4882-b472-cf2dfcee09d1" providerId="ADAL" clId="{9E925E74-D29A-4FF2-BA30-2DCB609A9627}" dt="2025-11-13T01:33:10.819" v="1185" actId="20577"/>
          <ac:spMkLst>
            <pc:docMk/>
            <pc:sldMk cId="3609854810" sldId="294"/>
            <ac:spMk id="18" creationId="{8B9AD1B6-F674-4C88-BEAB-5FB9F6990B21}"/>
          </ac:spMkLst>
        </pc:spChg>
        <pc:picChg chg="add mod">
          <ac:chgData name="Cesar Augusto Lopez Gallego" userId="0dfa9112-9251-4882-b472-cf2dfcee09d1" providerId="ADAL" clId="{9E925E74-D29A-4FF2-BA30-2DCB609A9627}" dt="2025-11-13T01:24:22.609" v="877" actId="1076"/>
          <ac:picMkLst>
            <pc:docMk/>
            <pc:sldMk cId="3609854810" sldId="294"/>
            <ac:picMk id="6" creationId="{36727316-3584-45C7-A693-838CCB737DDA}"/>
          </ac:picMkLst>
        </pc:picChg>
        <pc:picChg chg="add del mod">
          <ac:chgData name="Cesar Augusto Lopez Gallego" userId="0dfa9112-9251-4882-b472-cf2dfcee09d1" providerId="ADAL" clId="{9E925E74-D29A-4FF2-BA30-2DCB609A9627}" dt="2025-11-13T01:25:46.217" v="920" actId="22"/>
          <ac:picMkLst>
            <pc:docMk/>
            <pc:sldMk cId="3609854810" sldId="294"/>
            <ac:picMk id="8" creationId="{DF035019-F0C6-4547-8867-2A1C7E0691D5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0" creationId="{EEEE47F0-3C97-461E-AB6B-9C4BDD2EA100}"/>
          </ac:picMkLst>
        </pc:picChg>
        <pc:picChg chg="add del mod">
          <ac:chgData name="Cesar Augusto Lopez Gallego" userId="0dfa9112-9251-4882-b472-cf2dfcee09d1" providerId="ADAL" clId="{9E925E74-D29A-4FF2-BA30-2DCB609A9627}" dt="2025-11-13T01:26:52.206" v="930" actId="478"/>
          <ac:picMkLst>
            <pc:docMk/>
            <pc:sldMk cId="3609854810" sldId="294"/>
            <ac:picMk id="12" creationId="{CD8E63DB-446B-4B37-8A63-89F7599AA61D}"/>
          </ac:picMkLst>
        </pc:picChg>
        <pc:picChg chg="add mod">
          <ac:chgData name="Cesar Augusto Lopez Gallego" userId="0dfa9112-9251-4882-b472-cf2dfcee09d1" providerId="ADAL" clId="{9E925E74-D29A-4FF2-BA30-2DCB609A9627}" dt="2025-11-13T01:29:35.884" v="943" actId="1076"/>
          <ac:picMkLst>
            <pc:docMk/>
            <pc:sldMk cId="3609854810" sldId="294"/>
            <ac:picMk id="14" creationId="{703D88BB-7BFC-4251-B11C-0852AB9BF5F2}"/>
          </ac:picMkLst>
        </pc:picChg>
      </pc:sldChg>
      <pc:sldChg chg="addSp delSp modSp new add del mod modClrScheme chgLayout">
        <pc:chgData name="Cesar Augusto Lopez Gallego" userId="0dfa9112-9251-4882-b472-cf2dfcee09d1" providerId="ADAL" clId="{9E925E74-D29A-4FF2-BA30-2DCB609A9627}" dt="2025-11-13T12:20:58.115" v="2496" actId="20577"/>
        <pc:sldMkLst>
          <pc:docMk/>
          <pc:sldMk cId="1644695398" sldId="295"/>
        </pc:sldMkLst>
        <pc:spChg chg="add mod">
          <ac:chgData name="Cesar Augusto Lopez Gallego" userId="0dfa9112-9251-4882-b472-cf2dfcee09d1" providerId="ADAL" clId="{9E925E74-D29A-4FF2-BA30-2DCB609A9627}" dt="2025-11-13T12:20:37.913" v="2491" actId="404"/>
          <ac:spMkLst>
            <pc:docMk/>
            <pc:sldMk cId="1644695398" sldId="295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20:58.115" v="2496" actId="20577"/>
          <ac:spMkLst>
            <pc:docMk/>
            <pc:sldMk cId="1644695398" sldId="295"/>
            <ac:spMk id="4" creationId="{C96040AD-4DA1-4AD0-8268-6E13612BA368}"/>
          </ac:spMkLst>
        </pc:spChg>
        <pc:spChg chg="add mod">
          <ac:chgData name="Cesar Augusto Lopez Gallego" userId="0dfa9112-9251-4882-b472-cf2dfcee09d1" providerId="ADAL" clId="{9E925E74-D29A-4FF2-BA30-2DCB609A9627}" dt="2025-11-13T02:26:02.045" v="2027" actId="207"/>
          <ac:spMkLst>
            <pc:docMk/>
            <pc:sldMk cId="1644695398" sldId="295"/>
            <ac:spMk id="6" creationId="{564D2D27-5BC2-4DD3-B416-D2BA19765F5D}"/>
          </ac:spMkLst>
        </pc:spChg>
        <pc:spChg chg="add mod">
          <ac:chgData name="Cesar Augusto Lopez Gallego" userId="0dfa9112-9251-4882-b472-cf2dfcee09d1" providerId="ADAL" clId="{9E925E74-D29A-4FF2-BA30-2DCB609A9627}" dt="2025-11-13T02:28:41.556" v="2087" actId="1076"/>
          <ac:spMkLst>
            <pc:docMk/>
            <pc:sldMk cId="1644695398" sldId="295"/>
            <ac:spMk id="8" creationId="{149677B9-184C-4883-B784-B47E2C83466D}"/>
          </ac:spMkLst>
        </pc:spChg>
        <pc:spChg chg="add del">
          <ac:chgData name="Cesar Augusto Lopez Gallego" userId="0dfa9112-9251-4882-b472-cf2dfcee09d1" providerId="ADAL" clId="{9E925E74-D29A-4FF2-BA30-2DCB609A9627}" dt="2025-11-13T02:28:52.177" v="2089" actId="11529"/>
          <ac:spMkLst>
            <pc:docMk/>
            <pc:sldMk cId="1644695398" sldId="295"/>
            <ac:spMk id="9" creationId="{123B83A6-2409-47B9-A864-D5B3A0420F28}"/>
          </ac:spMkLst>
        </pc:spChg>
        <pc:spChg chg="add del">
          <ac:chgData name="Cesar Augusto Lopez Gallego" userId="0dfa9112-9251-4882-b472-cf2dfcee09d1" providerId="ADAL" clId="{9E925E74-D29A-4FF2-BA30-2DCB609A9627}" dt="2025-11-13T02:29:03.302" v="2091" actId="11529"/>
          <ac:spMkLst>
            <pc:docMk/>
            <pc:sldMk cId="1644695398" sldId="295"/>
            <ac:spMk id="10" creationId="{80F9FEFF-2F0D-4972-8BC1-53A4A657F5B6}"/>
          </ac:spMkLst>
        </pc:spChg>
        <pc:spChg chg="add mod">
          <ac:chgData name="Cesar Augusto Lopez Gallego" userId="0dfa9112-9251-4882-b472-cf2dfcee09d1" providerId="ADAL" clId="{9E925E74-D29A-4FF2-BA30-2DCB609A9627}" dt="2025-11-13T02:31:47.069" v="2168" actId="20577"/>
          <ac:spMkLst>
            <pc:docMk/>
            <pc:sldMk cId="1644695398" sldId="295"/>
            <ac:spMk id="20" creationId="{B4B7379A-92E1-4EBC-97BE-AB7C1A354519}"/>
          </ac:spMkLst>
        </pc:spChg>
        <pc:cxnChg chg="add del mod">
          <ac:chgData name="Cesar Augusto Lopez Gallego" userId="0dfa9112-9251-4882-b472-cf2dfcee09d1" providerId="ADAL" clId="{9E925E74-D29A-4FF2-BA30-2DCB609A9627}" dt="2025-11-13T02:29:14.106" v="2094" actId="478"/>
          <ac:cxnSpMkLst>
            <pc:docMk/>
            <pc:sldMk cId="1644695398" sldId="295"/>
            <ac:cxnSpMk id="12" creationId="{9D5714E4-67F9-4CC5-9573-C108D3930271}"/>
          </ac:cxnSpMkLst>
        </pc:cxnChg>
        <pc:cxnChg chg="add mod">
          <ac:chgData name="Cesar Augusto Lopez Gallego" userId="0dfa9112-9251-4882-b472-cf2dfcee09d1" providerId="ADAL" clId="{9E925E74-D29A-4FF2-BA30-2DCB609A9627}" dt="2025-11-13T02:30:06.356" v="2106" actId="108"/>
          <ac:cxnSpMkLst>
            <pc:docMk/>
            <pc:sldMk cId="1644695398" sldId="295"/>
            <ac:cxnSpMk id="15" creationId="{CF519745-FB09-4104-9081-FAF6CCFEDDC5}"/>
          </ac:cxnSpMkLst>
        </pc:cxnChg>
        <pc:cxnChg chg="add mod">
          <ac:chgData name="Cesar Augusto Lopez Gallego" userId="0dfa9112-9251-4882-b472-cf2dfcee09d1" providerId="ADAL" clId="{9E925E74-D29A-4FF2-BA30-2DCB609A9627}" dt="2025-11-13T02:29:58.742" v="2105" actId="13822"/>
          <ac:cxnSpMkLst>
            <pc:docMk/>
            <pc:sldMk cId="1644695398" sldId="295"/>
            <ac:cxnSpMk id="18" creationId="{29123777-9D08-4D95-A1EA-31F8EAF87339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42087811" sldId="296"/>
        </pc:sldMkLst>
      </pc:sldChg>
      <pc:sldChg chg="add del">
        <pc:chgData name="Cesar Augusto Lopez Gallego" userId="0dfa9112-9251-4882-b472-cf2dfcee09d1" providerId="ADAL" clId="{9E925E74-D29A-4FF2-BA30-2DCB609A9627}" dt="2025-11-13T01:39:19.549" v="1297" actId="2696"/>
        <pc:sldMkLst>
          <pc:docMk/>
          <pc:sldMk cId="1191823291" sldId="296"/>
        </pc:sldMkLst>
      </pc:sldChg>
      <pc:sldChg chg="add">
        <pc:chgData name="Cesar Augusto Lopez Gallego" userId="0dfa9112-9251-4882-b472-cf2dfcee09d1" providerId="ADAL" clId="{9E925E74-D29A-4FF2-BA30-2DCB609A9627}" dt="2025-11-13T01:39:25.120" v="1298"/>
        <pc:sldMkLst>
          <pc:docMk/>
          <pc:sldMk cId="2489369164" sldId="296"/>
        </pc:sldMkLst>
      </pc:sldChg>
      <pc:sldChg chg="addSp delSp modSp add mod ord">
        <pc:chgData name="Cesar Augusto Lopez Gallego" userId="0dfa9112-9251-4882-b472-cf2dfcee09d1" providerId="ADAL" clId="{9E925E74-D29A-4FF2-BA30-2DCB609A9627}" dt="2025-11-13T12:21:30.561" v="2515" actId="313"/>
        <pc:sldMkLst>
          <pc:docMk/>
          <pc:sldMk cId="1042474111" sldId="297"/>
        </pc:sldMkLst>
        <pc:spChg chg="mod">
          <ac:chgData name="Cesar Augusto Lopez Gallego" userId="0dfa9112-9251-4882-b472-cf2dfcee09d1" providerId="ADAL" clId="{9E925E74-D29A-4FF2-BA30-2DCB609A9627}" dt="2025-11-13T02:12:37.734" v="1663" actId="20577"/>
          <ac:spMkLst>
            <pc:docMk/>
            <pc:sldMk cId="1042474111" sldId="297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2:17:47.283" v="2395" actId="478"/>
          <ac:spMkLst>
            <pc:docMk/>
            <pc:sldMk cId="1042474111" sldId="297"/>
            <ac:spMk id="3" creationId="{7DD7B3F6-0AF9-42AF-9E33-5D36DA912175}"/>
          </ac:spMkLst>
        </pc:spChg>
        <pc:spChg chg="add mod">
          <ac:chgData name="Cesar Augusto Lopez Gallego" userId="0dfa9112-9251-4882-b472-cf2dfcee09d1" providerId="ADAL" clId="{9E925E74-D29A-4FF2-BA30-2DCB609A9627}" dt="2025-11-13T12:18:34.984" v="2410" actId="20577"/>
          <ac:spMkLst>
            <pc:docMk/>
            <pc:sldMk cId="1042474111" sldId="297"/>
            <ac:spMk id="4" creationId="{4FC4E159-CA84-4A99-9D44-99623C70B512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5" creationId="{37479D86-A5B0-41B3-B4C4-338E6057FD88}"/>
          </ac:spMkLst>
        </pc:spChg>
        <pc:spChg chg="add mod">
          <ac:chgData name="Cesar Augusto Lopez Gallego" userId="0dfa9112-9251-4882-b472-cf2dfcee09d1" providerId="ADAL" clId="{9E925E74-D29A-4FF2-BA30-2DCB609A9627}" dt="2025-11-13T12:19:37.748" v="2464" actId="1076"/>
          <ac:spMkLst>
            <pc:docMk/>
            <pc:sldMk cId="1042474111" sldId="297"/>
            <ac:spMk id="6" creationId="{D1E8C0E4-F4C2-4798-9D99-5795050708D7}"/>
          </ac:spMkLst>
        </pc:spChg>
        <pc:spChg chg="add del">
          <ac:chgData name="Cesar Augusto Lopez Gallego" userId="0dfa9112-9251-4882-b472-cf2dfcee09d1" providerId="ADAL" clId="{9E925E74-D29A-4FF2-BA30-2DCB609A9627}" dt="2025-11-13T02:15:11.567" v="1716"/>
          <ac:spMkLst>
            <pc:docMk/>
            <pc:sldMk cId="1042474111" sldId="297"/>
            <ac:spMk id="7" creationId="{393E6332-94B0-41C4-B7E9-86FB300628EE}"/>
          </ac:spMkLst>
        </pc:spChg>
        <pc:spChg chg="add mod">
          <ac:chgData name="Cesar Augusto Lopez Gallego" userId="0dfa9112-9251-4882-b472-cf2dfcee09d1" providerId="ADAL" clId="{9E925E74-D29A-4FF2-BA30-2DCB609A9627}" dt="2025-11-13T12:21:30.561" v="2515" actId="313"/>
          <ac:spMkLst>
            <pc:docMk/>
            <pc:sldMk cId="1042474111" sldId="297"/>
            <ac:spMk id="9" creationId="{E06D5D6C-6837-42D0-80C0-E1B3F1D58C7A}"/>
          </ac:spMkLst>
        </pc:spChg>
        <pc:spChg chg="add mod">
          <ac:chgData name="Cesar Augusto Lopez Gallego" userId="0dfa9112-9251-4882-b472-cf2dfcee09d1" providerId="ADAL" clId="{9E925E74-D29A-4FF2-BA30-2DCB609A9627}" dt="2025-11-13T12:20:18.822" v="2475" actId="207"/>
          <ac:spMkLst>
            <pc:docMk/>
            <pc:sldMk cId="1042474111" sldId="297"/>
            <ac:spMk id="10" creationId="{158CC07A-41F5-4514-A7AD-92EB1516512C}"/>
          </ac:spMkLst>
        </pc:spChg>
        <pc:spChg chg="add mod">
          <ac:chgData name="Cesar Augusto Lopez Gallego" userId="0dfa9112-9251-4882-b472-cf2dfcee09d1" providerId="ADAL" clId="{9E925E74-D29A-4FF2-BA30-2DCB609A9627}" dt="2025-11-13T12:17:24.627" v="2386" actId="1076"/>
          <ac:spMkLst>
            <pc:docMk/>
            <pc:sldMk cId="1042474111" sldId="297"/>
            <ac:spMk id="11" creationId="{76FD07AF-15E4-42A0-BC22-EB19F89EC68D}"/>
          </ac:spMkLst>
        </pc:spChg>
        <pc:spChg chg="add del">
          <ac:chgData name="Cesar Augusto Lopez Gallego" userId="0dfa9112-9251-4882-b472-cf2dfcee09d1" providerId="ADAL" clId="{9E925E74-D29A-4FF2-BA30-2DCB609A9627}" dt="2025-11-13T02:20:00.637" v="1884"/>
          <ac:spMkLst>
            <pc:docMk/>
            <pc:sldMk cId="1042474111" sldId="297"/>
            <ac:spMk id="12" creationId="{64AD3AA6-503C-474C-BC82-E3FAC2B9DBEF}"/>
          </ac:spMkLst>
        </pc:spChg>
        <pc:picChg chg="add del mod">
          <ac:chgData name="Cesar Augusto Lopez Gallego" userId="0dfa9112-9251-4882-b472-cf2dfcee09d1" providerId="ADAL" clId="{9E925E74-D29A-4FF2-BA30-2DCB609A9627}" dt="2025-11-13T02:15:01.197" v="1714" actId="478"/>
          <ac:picMkLst>
            <pc:docMk/>
            <pc:sldMk cId="1042474111" sldId="297"/>
            <ac:picMk id="6" creationId="{F6E83F03-CB7D-444C-877F-82B1651F7DF6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971829536" sldId="297"/>
        </pc:sldMkLst>
      </pc:sldChg>
      <pc:sldChg chg="addSp delSp modSp add mod">
        <pc:chgData name="Cesar Augusto Lopez Gallego" userId="0dfa9112-9251-4882-b472-cf2dfcee09d1" providerId="ADAL" clId="{9E925E74-D29A-4FF2-BA30-2DCB609A9627}" dt="2025-11-13T12:32:46.741" v="2709" actId="1076"/>
        <pc:sldMkLst>
          <pc:docMk/>
          <pc:sldMk cId="301356762" sldId="298"/>
        </pc:sldMkLst>
        <pc:spChg chg="mod">
          <ac:chgData name="Cesar Augusto Lopez Gallego" userId="0dfa9112-9251-4882-b472-cf2dfcee09d1" providerId="ADAL" clId="{9E925E74-D29A-4FF2-BA30-2DCB609A9627}" dt="2025-11-13T02:39:17.113" v="2385" actId="20577"/>
          <ac:spMkLst>
            <pc:docMk/>
            <pc:sldMk cId="301356762" sldId="298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32:46.741" v="2709" actId="1076"/>
          <ac:spMkLst>
            <pc:docMk/>
            <pc:sldMk cId="301356762" sldId="298"/>
            <ac:spMk id="4" creationId="{FDFDB7E0-9485-4F88-B6B5-29E698E26951}"/>
          </ac:spMkLst>
        </pc:spChg>
        <pc:spChg chg="add del">
          <ac:chgData name="Cesar Augusto Lopez Gallego" userId="0dfa9112-9251-4882-b472-cf2dfcee09d1" providerId="ADAL" clId="{9E925E74-D29A-4FF2-BA30-2DCB609A9627}" dt="2025-11-13T02:36:38.227" v="2265"/>
          <ac:spMkLst>
            <pc:docMk/>
            <pc:sldMk cId="301356762" sldId="298"/>
            <ac:spMk id="5" creationId="{C978C44A-23C2-4A81-8D84-648AD37C679A}"/>
          </ac:spMkLst>
        </pc:spChg>
        <pc:spChg chg="add mod">
          <ac:chgData name="Cesar Augusto Lopez Gallego" userId="0dfa9112-9251-4882-b472-cf2dfcee09d1" providerId="ADAL" clId="{9E925E74-D29A-4FF2-BA30-2DCB609A9627}" dt="2025-11-13T12:32:37.861" v="2707" actId="403"/>
          <ac:spMkLst>
            <pc:docMk/>
            <pc:sldMk cId="301356762" sldId="298"/>
            <ac:spMk id="5" creationId="{CB6E7E87-6AC8-4E93-A8E2-60501C1368DD}"/>
          </ac:spMkLst>
        </pc:spChg>
        <pc:spChg chg="add del">
          <ac:chgData name="Cesar Augusto Lopez Gallego" userId="0dfa9112-9251-4882-b472-cf2dfcee09d1" providerId="ADAL" clId="{9E925E74-D29A-4FF2-BA30-2DCB609A9627}" dt="2025-11-13T02:36:49.445" v="2270"/>
          <ac:spMkLst>
            <pc:docMk/>
            <pc:sldMk cId="301356762" sldId="298"/>
            <ac:spMk id="6" creationId="{EC912387-5809-4B59-BEEB-AD622B5FFF2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92913121" sldId="29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133450754" sldId="299"/>
        </pc:sldMkLst>
      </pc:sldChg>
      <pc:sldChg chg="addSp delSp modSp add mod">
        <pc:chgData name="Cesar Augusto Lopez Gallego" userId="0dfa9112-9251-4882-b472-cf2dfcee09d1" providerId="ADAL" clId="{9E925E74-D29A-4FF2-BA30-2DCB609A9627}" dt="2025-11-13T14:59:37.996" v="4226" actId="403"/>
        <pc:sldMkLst>
          <pc:docMk/>
          <pc:sldMk cId="1854967910" sldId="299"/>
        </pc:sldMkLst>
        <pc:spChg chg="mod">
          <ac:chgData name="Cesar Augusto Lopez Gallego" userId="0dfa9112-9251-4882-b472-cf2dfcee09d1" providerId="ADAL" clId="{9E925E74-D29A-4FF2-BA30-2DCB609A9627}" dt="2025-11-13T12:29:19.550" v="2672" actId="207"/>
          <ac:spMkLst>
            <pc:docMk/>
            <pc:sldMk cId="1854967910" sldId="299"/>
            <ac:spMk id="2" creationId="{26ACF3C1-8A29-4E0E-971A-1BA8AD797D9C}"/>
          </ac:spMkLst>
        </pc:spChg>
        <pc:spChg chg="add del mod">
          <ac:chgData name="Cesar Augusto Lopez Gallego" userId="0dfa9112-9251-4882-b472-cf2dfcee09d1" providerId="ADAL" clId="{9E925E74-D29A-4FF2-BA30-2DCB609A9627}" dt="2025-11-13T13:40:51.059" v="4007" actId="21"/>
          <ac:spMkLst>
            <pc:docMk/>
            <pc:sldMk cId="1854967910" sldId="299"/>
            <ac:spMk id="4" creationId="{46C66AD4-E08C-4741-A238-769B359A71A8}"/>
          </ac:spMkLst>
        </pc:spChg>
        <pc:spChg chg="add mod">
          <ac:chgData name="Cesar Augusto Lopez Gallego" userId="0dfa9112-9251-4882-b472-cf2dfcee09d1" providerId="ADAL" clId="{9E925E74-D29A-4FF2-BA30-2DCB609A9627}" dt="2025-11-13T13:44:54.819" v="4027" actId="1076"/>
          <ac:spMkLst>
            <pc:docMk/>
            <pc:sldMk cId="1854967910" sldId="299"/>
            <ac:spMk id="9" creationId="{5896345F-55DD-4D48-85A9-70FCE48B5785}"/>
          </ac:spMkLst>
        </pc:spChg>
        <pc:spChg chg="add mod">
          <ac:chgData name="Cesar Augusto Lopez Gallego" userId="0dfa9112-9251-4882-b472-cf2dfcee09d1" providerId="ADAL" clId="{9E925E74-D29A-4FF2-BA30-2DCB609A9627}" dt="2025-11-13T14:59:37.996" v="4226" actId="403"/>
          <ac:spMkLst>
            <pc:docMk/>
            <pc:sldMk cId="1854967910" sldId="299"/>
            <ac:spMk id="11" creationId="{DDF60D73-DE3A-491D-9492-9F9E5E07B8FD}"/>
          </ac:spMkLst>
        </pc:spChg>
        <pc:spChg chg="add mod">
          <ac:chgData name="Cesar Augusto Lopez Gallego" userId="0dfa9112-9251-4882-b472-cf2dfcee09d1" providerId="ADAL" clId="{9E925E74-D29A-4FF2-BA30-2DCB609A9627}" dt="2025-11-13T13:50:03.963" v="4174" actId="13822"/>
          <ac:spMkLst>
            <pc:docMk/>
            <pc:sldMk cId="1854967910" sldId="299"/>
            <ac:spMk id="12" creationId="{582F7282-3ED1-453D-958A-BE9D4AC0FD1D}"/>
          </ac:spMkLst>
        </pc:sp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6" creationId="{51317FA2-B967-4401-B724-6E3AB19056DE}"/>
          </ac:cxnSpMkLst>
        </pc:cxnChg>
        <pc:cxnChg chg="add del mod">
          <ac:chgData name="Cesar Augusto Lopez Gallego" userId="0dfa9112-9251-4882-b472-cf2dfcee09d1" providerId="ADAL" clId="{9E925E74-D29A-4FF2-BA30-2DCB609A9627}" dt="2025-11-13T13:41:01.373" v="4009" actId="21"/>
          <ac:cxnSpMkLst>
            <pc:docMk/>
            <pc:sldMk cId="1854967910" sldId="299"/>
            <ac:cxnSpMk id="7" creationId="{53B5D499-AE41-40B5-B5A7-5E692A94722A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155857377" sldId="300"/>
        </pc:sldMkLst>
      </pc:sldChg>
      <pc:sldChg chg="add">
        <pc:chgData name="Cesar Augusto Lopez Gallego" userId="0dfa9112-9251-4882-b472-cf2dfcee09d1" providerId="ADAL" clId="{9E925E74-D29A-4FF2-BA30-2DCB609A9627}" dt="2025-11-13T01:42:11.571" v="1442"/>
        <pc:sldMkLst>
          <pc:docMk/>
          <pc:sldMk cId="3973265627" sldId="300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816590344" sldId="301"/>
        </pc:sldMkLst>
      </pc:sldChg>
      <pc:sldChg chg="addSp modSp new mod">
        <pc:chgData name="Cesar Augusto Lopez Gallego" userId="0dfa9112-9251-4882-b472-cf2dfcee09d1" providerId="ADAL" clId="{9E925E74-D29A-4FF2-BA30-2DCB609A9627}" dt="2025-11-13T19:27:56.196" v="4406" actId="20577"/>
        <pc:sldMkLst>
          <pc:docMk/>
          <pc:sldMk cId="2742235312" sldId="301"/>
        </pc:sldMkLst>
        <pc:spChg chg="mod">
          <ac:chgData name="Cesar Augusto Lopez Gallego" userId="0dfa9112-9251-4882-b472-cf2dfcee09d1" providerId="ADAL" clId="{9E925E74-D29A-4FF2-BA30-2DCB609A9627}" dt="2025-11-13T01:50:39.725" v="1462" actId="20577"/>
          <ac:spMkLst>
            <pc:docMk/>
            <pc:sldMk cId="2742235312" sldId="301"/>
            <ac:spMk id="2" creationId="{E1922C95-6092-45E0-A068-F76A914BF660}"/>
          </ac:spMkLst>
        </pc:spChg>
        <pc:spChg chg="add mod">
          <ac:chgData name="Cesar Augusto Lopez Gallego" userId="0dfa9112-9251-4882-b472-cf2dfcee09d1" providerId="ADAL" clId="{9E925E74-D29A-4FF2-BA30-2DCB609A9627}" dt="2025-11-13T19:27:56.196" v="4406" actId="20577"/>
          <ac:spMkLst>
            <pc:docMk/>
            <pc:sldMk cId="2742235312" sldId="301"/>
            <ac:spMk id="4" creationId="{90E4F05C-7C9D-47CF-AE93-9366B0E7F280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742063966" sldId="302"/>
        </pc:sldMkLst>
      </pc:sldChg>
      <pc:sldChg chg="addSp delSp modSp new mod">
        <pc:chgData name="Cesar Augusto Lopez Gallego" userId="0dfa9112-9251-4882-b472-cf2dfcee09d1" providerId="ADAL" clId="{9E925E74-D29A-4FF2-BA30-2DCB609A9627}" dt="2025-11-13T01:56:08.356" v="1497" actId="20577"/>
        <pc:sldMkLst>
          <pc:docMk/>
          <pc:sldMk cId="3178670863" sldId="302"/>
        </pc:sldMkLst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2" creationId="{E4512817-8A3D-4A40-9ABA-7A5A76B57CFE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3" creationId="{F88E1B38-8E1C-4B16-A686-46119488D4A7}"/>
          </ac:spMkLst>
        </pc:spChg>
        <pc:spChg chg="del">
          <ac:chgData name="Cesar Augusto Lopez Gallego" userId="0dfa9112-9251-4882-b472-cf2dfcee09d1" providerId="ADAL" clId="{9E925E74-D29A-4FF2-BA30-2DCB609A9627}" dt="2025-11-13T01:53:38.419" v="1464" actId="478"/>
          <ac:spMkLst>
            <pc:docMk/>
            <pc:sldMk cId="3178670863" sldId="302"/>
            <ac:spMk id="4" creationId="{3A967384-4094-457E-8281-E40D5E78F9BE}"/>
          </ac:spMkLst>
        </pc:spChg>
        <pc:spChg chg="add del mod">
          <ac:chgData name="Cesar Augusto Lopez Gallego" userId="0dfa9112-9251-4882-b472-cf2dfcee09d1" providerId="ADAL" clId="{9E925E74-D29A-4FF2-BA30-2DCB609A9627}" dt="2025-11-13T01:55:33.520" v="1486" actId="478"/>
          <ac:spMkLst>
            <pc:docMk/>
            <pc:sldMk cId="3178670863" sldId="302"/>
            <ac:spMk id="6" creationId="{92DC22F2-01A0-4065-89F2-DC89D574CA20}"/>
          </ac:spMkLst>
        </pc:spChg>
        <pc:spChg chg="add mod">
          <ac:chgData name="Cesar Augusto Lopez Gallego" userId="0dfa9112-9251-4882-b472-cf2dfcee09d1" providerId="ADAL" clId="{9E925E74-D29A-4FF2-BA30-2DCB609A9627}" dt="2025-11-13T01:56:08.356" v="1497" actId="20577"/>
          <ac:spMkLst>
            <pc:docMk/>
            <pc:sldMk cId="3178670863" sldId="302"/>
            <ac:spMk id="8" creationId="{BADFC316-B570-4384-A413-BB7A59C76E91}"/>
          </ac:spMkLst>
        </pc:spChg>
        <pc:picChg chg="add mod">
          <ac:chgData name="Cesar Augusto Lopez Gallego" userId="0dfa9112-9251-4882-b472-cf2dfcee09d1" providerId="ADAL" clId="{9E925E74-D29A-4FF2-BA30-2DCB609A9627}" dt="2025-11-13T01:55:57.312" v="1493" actId="1076"/>
          <ac:picMkLst>
            <pc:docMk/>
            <pc:sldMk cId="3178670863" sldId="302"/>
            <ac:picMk id="5" creationId="{66DD0300-4755-4A81-A58C-41F0A4080F75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502630661" sldId="303"/>
        </pc:sldMkLst>
      </pc:sldChg>
      <pc:sldChg chg="modSp add mod">
        <pc:chgData name="Cesar Augusto Lopez Gallego" userId="0dfa9112-9251-4882-b472-cf2dfcee09d1" providerId="ADAL" clId="{9E925E74-D29A-4FF2-BA30-2DCB609A9627}" dt="2025-11-13T01:56:57.035" v="1505" actId="20577"/>
        <pc:sldMkLst>
          <pc:docMk/>
          <pc:sldMk cId="2036194262" sldId="303"/>
        </pc:sldMkLst>
        <pc:spChg chg="mod">
          <ac:chgData name="Cesar Augusto Lopez Gallego" userId="0dfa9112-9251-4882-b472-cf2dfcee09d1" providerId="ADAL" clId="{9E925E74-D29A-4FF2-BA30-2DCB609A9627}" dt="2025-11-13T01:56:57.035" v="1505" actId="20577"/>
          <ac:spMkLst>
            <pc:docMk/>
            <pc:sldMk cId="2036194262" sldId="303"/>
            <ac:spMk id="2" creationId="{00000000-0000-0000-0000-000000000000}"/>
          </ac:spMkLst>
        </pc:spChg>
      </pc:sldChg>
      <pc:sldChg chg="modSp add mod ord">
        <pc:chgData name="Cesar Augusto Lopez Gallego" userId="0dfa9112-9251-4882-b472-cf2dfcee09d1" providerId="ADAL" clId="{9E925E74-D29A-4FF2-BA30-2DCB609A9627}" dt="2025-11-13T02:04:49.883" v="1606"/>
        <pc:sldMkLst>
          <pc:docMk/>
          <pc:sldMk cId="1949249143" sldId="304"/>
        </pc:sldMkLst>
        <pc:spChg chg="mod">
          <ac:chgData name="Cesar Augusto Lopez Gallego" userId="0dfa9112-9251-4882-b472-cf2dfcee09d1" providerId="ADAL" clId="{9E925E74-D29A-4FF2-BA30-2DCB609A9627}" dt="2025-11-13T02:04:42.984" v="1603" actId="20577"/>
          <ac:spMkLst>
            <pc:docMk/>
            <pc:sldMk cId="1949249143" sldId="304"/>
            <ac:spMk id="183" creationId="{00000000-0000-0000-0000-000000000000}"/>
          </ac:spMkLst>
        </pc:spChg>
        <pc:picChg chg="mod">
          <ac:chgData name="Cesar Augusto Lopez Gallego" userId="0dfa9112-9251-4882-b472-cf2dfcee09d1" providerId="ADAL" clId="{9E925E74-D29A-4FF2-BA30-2DCB609A9627}" dt="2025-11-13T02:04:46.825" v="1604" actId="1076"/>
          <ac:picMkLst>
            <pc:docMk/>
            <pc:sldMk cId="1949249143" sldId="304"/>
            <ac:picMk id="2050" creationId="{CA955C63-997B-407D-A836-48E4BA47EEAF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908717957" sldId="304"/>
        </pc:sldMkLst>
      </pc:sldChg>
      <pc:sldChg chg="new del">
        <pc:chgData name="Cesar Augusto Lopez Gallego" userId="0dfa9112-9251-4882-b472-cf2dfcee09d1" providerId="ADAL" clId="{9E925E74-D29A-4FF2-BA30-2DCB609A9627}" dt="2025-11-13T02:11:15.875" v="1650" actId="47"/>
        <pc:sldMkLst>
          <pc:docMk/>
          <pc:sldMk cId="718368790" sldId="305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4097727880" sldId="305"/>
        </pc:sldMkLst>
      </pc:sldChg>
      <pc:sldChg chg="addSp delSp modSp new mod">
        <pc:chgData name="Cesar Augusto Lopez Gallego" userId="0dfa9112-9251-4882-b472-cf2dfcee09d1" providerId="ADAL" clId="{9E925E74-D29A-4FF2-BA30-2DCB609A9627}" dt="2025-11-13T02:11:07.539" v="1649" actId="1076"/>
        <pc:sldMkLst>
          <pc:docMk/>
          <pc:sldMk cId="2065666512" sldId="306"/>
        </pc:sldMkLst>
        <pc:spChg chg="add del">
          <ac:chgData name="Cesar Augusto Lopez Gallego" userId="0dfa9112-9251-4882-b472-cf2dfcee09d1" providerId="ADAL" clId="{9E925E74-D29A-4FF2-BA30-2DCB609A9627}" dt="2025-11-13T02:07:59.978" v="1624" actId="478"/>
          <ac:spMkLst>
            <pc:docMk/>
            <pc:sldMk cId="2065666512" sldId="306"/>
            <ac:spMk id="6" creationId="{2320C5A0-89F4-45B5-97F2-29BAE6D8026B}"/>
          </ac:spMkLst>
        </pc:spChg>
        <pc:spChg chg="add del">
          <ac:chgData name="Cesar Augusto Lopez Gallego" userId="0dfa9112-9251-4882-b472-cf2dfcee09d1" providerId="ADAL" clId="{9E925E74-D29A-4FF2-BA30-2DCB609A9627}" dt="2025-11-13T02:08:08.367" v="1626" actId="478"/>
          <ac:spMkLst>
            <pc:docMk/>
            <pc:sldMk cId="2065666512" sldId="306"/>
            <ac:spMk id="7" creationId="{5EE7494E-223D-4FFA-AAB1-2D664F7FF871}"/>
          </ac:spMkLst>
        </pc:spChg>
        <pc:grpChg chg="add mod ord">
          <ac:chgData name="Cesar Augusto Lopez Gallego" userId="0dfa9112-9251-4882-b472-cf2dfcee09d1" providerId="ADAL" clId="{9E925E74-D29A-4FF2-BA30-2DCB609A9627}" dt="2025-11-13T02:09:42.494" v="1639" actId="1076"/>
          <ac:grpSpMkLst>
            <pc:docMk/>
            <pc:sldMk cId="2065666512" sldId="306"/>
            <ac:grpSpMk id="12" creationId="{EE9AA1A6-AA6E-4FF7-9C07-AEEB50B84CAB}"/>
          </ac:grpSpMkLst>
        </pc:grpChg>
        <pc:picChg chg="add mod">
          <ac:chgData name="Cesar Augusto Lopez Gallego" userId="0dfa9112-9251-4882-b472-cf2dfcee09d1" providerId="ADAL" clId="{9E925E74-D29A-4FF2-BA30-2DCB609A9627}" dt="2025-11-13T02:06:39.089" v="1618" actId="1076"/>
          <ac:picMkLst>
            <pc:docMk/>
            <pc:sldMk cId="2065666512" sldId="306"/>
            <ac:picMk id="3" creationId="{6C5DA03E-2380-4CBB-BE00-6783697F180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5" creationId="{CDAE3825-9052-483C-8BDF-3E68D51E849C}"/>
          </ac:picMkLst>
        </pc:picChg>
        <pc:picChg chg="add mod">
          <ac:chgData name="Cesar Augusto Lopez Gallego" userId="0dfa9112-9251-4882-b472-cf2dfcee09d1" providerId="ADAL" clId="{9E925E74-D29A-4FF2-BA30-2DCB609A9627}" dt="2025-11-13T02:09:25.745" v="1634" actId="164"/>
          <ac:picMkLst>
            <pc:docMk/>
            <pc:sldMk cId="2065666512" sldId="306"/>
            <ac:picMk id="9" creationId="{A670245E-EBDC-46E4-9A9F-0F873C2B7D67}"/>
          </ac:picMkLst>
        </pc:picChg>
        <pc:picChg chg="add mod">
          <ac:chgData name="Cesar Augusto Lopez Gallego" userId="0dfa9112-9251-4882-b472-cf2dfcee09d1" providerId="ADAL" clId="{9E925E74-D29A-4FF2-BA30-2DCB609A9627}" dt="2025-11-13T02:09:39.817" v="1638" actId="1076"/>
          <ac:picMkLst>
            <pc:docMk/>
            <pc:sldMk cId="2065666512" sldId="306"/>
            <ac:picMk id="11" creationId="{22662286-4FEA-4569-AC69-EABDB54C2922}"/>
          </ac:picMkLst>
        </pc:picChg>
        <pc:picChg chg="add mod">
          <ac:chgData name="Cesar Augusto Lopez Gallego" userId="0dfa9112-9251-4882-b472-cf2dfcee09d1" providerId="ADAL" clId="{9E925E74-D29A-4FF2-BA30-2DCB609A9627}" dt="2025-11-13T02:11:07.539" v="1649" actId="1076"/>
          <ac:picMkLst>
            <pc:docMk/>
            <pc:sldMk cId="2065666512" sldId="306"/>
            <ac:picMk id="14" creationId="{9BAE7B76-E484-4FC5-AF83-5B8A66DEBBAB}"/>
          </ac:picMkLst>
        </pc:picChg>
        <pc:picChg chg="add mod">
          <ac:chgData name="Cesar Augusto Lopez Gallego" userId="0dfa9112-9251-4882-b472-cf2dfcee09d1" providerId="ADAL" clId="{9E925E74-D29A-4FF2-BA30-2DCB609A9627}" dt="2025-11-13T02:10:58.148" v="1647" actId="1076"/>
          <ac:picMkLst>
            <pc:docMk/>
            <pc:sldMk cId="2065666512" sldId="306"/>
            <ac:picMk id="16" creationId="{FBFF55F9-D2D5-4171-A3AA-6065A33A16E6}"/>
          </ac:picMkLst>
        </pc:picChg>
        <pc:picChg chg="add mod">
          <ac:chgData name="Cesar Augusto Lopez Gallego" userId="0dfa9112-9251-4882-b472-cf2dfcee09d1" providerId="ADAL" clId="{9E925E74-D29A-4FF2-BA30-2DCB609A9627}" dt="2025-11-13T02:06:42.524" v="1619" actId="1076"/>
          <ac:picMkLst>
            <pc:docMk/>
            <pc:sldMk cId="2065666512" sldId="306"/>
            <ac:picMk id="7170" creationId="{335A178B-1A32-4E74-A7E9-868747E11263}"/>
          </ac:picMkLst>
        </pc:pic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173398939" sldId="306"/>
        </pc:sldMkLst>
      </pc:sldChg>
      <pc:sldChg chg="addSp delSp modSp add mod">
        <pc:chgData name="Cesar Augusto Lopez Gallego" userId="0dfa9112-9251-4882-b472-cf2dfcee09d1" providerId="ADAL" clId="{9E925E74-D29A-4FF2-BA30-2DCB609A9627}" dt="2025-11-13T15:38:19.321" v="4365" actId="20577"/>
        <pc:sldMkLst>
          <pc:docMk/>
          <pc:sldMk cId="1725343345" sldId="307"/>
        </pc:sldMkLst>
        <pc:spChg chg="mod">
          <ac:chgData name="Cesar Augusto Lopez Gallego" userId="0dfa9112-9251-4882-b472-cf2dfcee09d1" providerId="ADAL" clId="{9E925E74-D29A-4FF2-BA30-2DCB609A9627}" dt="2025-11-13T15:32:26.354" v="4242" actId="20577"/>
          <ac:spMkLst>
            <pc:docMk/>
            <pc:sldMk cId="1725343345" sldId="307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5:38:19.321" v="4365" actId="20577"/>
          <ac:spMkLst>
            <pc:docMk/>
            <pc:sldMk cId="1725343345" sldId="307"/>
            <ac:spMk id="4" creationId="{F8578803-E7A9-4B2C-8CEC-09BC0D156DF4}"/>
          </ac:spMkLst>
        </pc:spChg>
        <pc:spChg chg="add del">
          <ac:chgData name="Cesar Augusto Lopez Gallego" userId="0dfa9112-9251-4882-b472-cf2dfcee09d1" providerId="ADAL" clId="{9E925E74-D29A-4FF2-BA30-2DCB609A9627}" dt="2025-11-13T15:35:57.611" v="4311"/>
          <ac:spMkLst>
            <pc:docMk/>
            <pc:sldMk cId="1725343345" sldId="307"/>
            <ac:spMk id="5" creationId="{C0E1B1F7-072B-43B9-9CBE-2518D0798A4D}"/>
          </ac:spMkLst>
        </pc:spChg>
        <pc:spChg chg="add del">
          <ac:chgData name="Cesar Augusto Lopez Gallego" userId="0dfa9112-9251-4882-b472-cf2dfcee09d1" providerId="ADAL" clId="{9E925E74-D29A-4FF2-BA30-2DCB609A9627}" dt="2025-11-13T15:37:57.697" v="4353"/>
          <ac:spMkLst>
            <pc:docMk/>
            <pc:sldMk cId="1725343345" sldId="307"/>
            <ac:spMk id="6" creationId="{12E93E51-B093-4C45-BE5E-5E3E6A6193D5}"/>
          </ac:spMkLst>
        </pc:sp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1753885990" sldId="307"/>
        </pc:sldMkLst>
      </pc:sldChg>
      <pc:sldChg chg="add del">
        <pc:chgData name="Cesar Augusto Lopez Gallego" userId="0dfa9112-9251-4882-b472-cf2dfcee09d1" providerId="ADAL" clId="{9E925E74-D29A-4FF2-BA30-2DCB609A9627}" dt="2025-11-13T13:36:09.654" v="3857" actId="47"/>
        <pc:sldMkLst>
          <pc:docMk/>
          <pc:sldMk cId="1154975300" sldId="308"/>
        </pc:sldMkLst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2095022443" sldId="308"/>
        </pc:sldMkLst>
      </pc:sldChg>
      <pc:sldChg chg="addSp delSp modSp add mod">
        <pc:chgData name="Cesar Augusto Lopez Gallego" userId="0dfa9112-9251-4882-b472-cf2dfcee09d1" providerId="ADAL" clId="{9E925E74-D29A-4FF2-BA30-2DCB609A9627}" dt="2025-11-13T12:49:18.908" v="3167" actId="208"/>
        <pc:sldMkLst>
          <pc:docMk/>
          <pc:sldMk cId="2776371047" sldId="309"/>
        </pc:sldMkLst>
        <pc:spChg chg="mod">
          <ac:chgData name="Cesar Augusto Lopez Gallego" userId="0dfa9112-9251-4882-b472-cf2dfcee09d1" providerId="ADAL" clId="{9E925E74-D29A-4FF2-BA30-2DCB609A9627}" dt="2025-11-13T12:33:00.516" v="2710" actId="14100"/>
          <ac:spMkLst>
            <pc:docMk/>
            <pc:sldMk cId="2776371047" sldId="309"/>
            <ac:spMk id="2" creationId="{26ACF3C1-8A29-4E0E-971A-1BA8AD797D9C}"/>
          </ac:spMkLst>
        </pc:spChg>
        <pc:spChg chg="add mod">
          <ac:chgData name="Cesar Augusto Lopez Gallego" userId="0dfa9112-9251-4882-b472-cf2dfcee09d1" providerId="ADAL" clId="{9E925E74-D29A-4FF2-BA30-2DCB609A9627}" dt="2025-11-13T12:47:12.547" v="3055" actId="404"/>
          <ac:spMkLst>
            <pc:docMk/>
            <pc:sldMk cId="2776371047" sldId="309"/>
            <ac:spMk id="4" creationId="{7C6C592B-475B-4B11-9A1A-464695E48DC2}"/>
          </ac:spMkLst>
        </pc:spChg>
        <pc:spChg chg="add del">
          <ac:chgData name="Cesar Augusto Lopez Gallego" userId="0dfa9112-9251-4882-b472-cf2dfcee09d1" providerId="ADAL" clId="{9E925E74-D29A-4FF2-BA30-2DCB609A9627}" dt="2025-11-13T12:34:08.682" v="2764"/>
          <ac:spMkLst>
            <pc:docMk/>
            <pc:sldMk cId="2776371047" sldId="309"/>
            <ac:spMk id="5" creationId="{898CDB90-C6D5-4110-BCF1-36C27BB1C268}"/>
          </ac:spMkLst>
        </pc:spChg>
        <pc:spChg chg="add mod">
          <ac:chgData name="Cesar Augusto Lopez Gallego" userId="0dfa9112-9251-4882-b472-cf2dfcee09d1" providerId="ADAL" clId="{9E925E74-D29A-4FF2-BA30-2DCB609A9627}" dt="2025-11-13T12:47:03.740" v="3054" actId="14100"/>
          <ac:spMkLst>
            <pc:docMk/>
            <pc:sldMk cId="2776371047" sldId="309"/>
            <ac:spMk id="18" creationId="{0A00B067-147E-48BE-A3C0-5F669CB8A6C1}"/>
          </ac:spMkLst>
        </pc:spChg>
        <pc:spChg chg="add mod">
          <ac:chgData name="Cesar Augusto Lopez Gallego" userId="0dfa9112-9251-4882-b472-cf2dfcee09d1" providerId="ADAL" clId="{9E925E74-D29A-4FF2-BA30-2DCB609A9627}" dt="2025-11-13T12:49:18.908" v="3167" actId="208"/>
          <ac:spMkLst>
            <pc:docMk/>
            <pc:sldMk cId="2776371047" sldId="309"/>
            <ac:spMk id="19" creationId="{E8A0E2DA-25F5-4B48-B0B3-FC2DA3A3C2CF}"/>
          </ac:spMkLst>
        </pc:spChg>
        <pc:spChg chg="add del">
          <ac:chgData name="Cesar Augusto Lopez Gallego" userId="0dfa9112-9251-4882-b472-cf2dfcee09d1" providerId="ADAL" clId="{9E925E74-D29A-4FF2-BA30-2DCB609A9627}" dt="2025-11-13T12:48:04.635" v="3104"/>
          <ac:spMkLst>
            <pc:docMk/>
            <pc:sldMk cId="2776371047" sldId="309"/>
            <ac:spMk id="20" creationId="{4A802645-A218-4245-A0BF-504EE9FBA802}"/>
          </ac:spMkLst>
        </pc:spChg>
        <pc:cxnChg chg="add del mod">
          <ac:chgData name="Cesar Augusto Lopez Gallego" userId="0dfa9112-9251-4882-b472-cf2dfcee09d1" providerId="ADAL" clId="{9E925E74-D29A-4FF2-BA30-2DCB609A9627}" dt="2025-11-13T12:38:44.769" v="2798" actId="478"/>
          <ac:cxnSpMkLst>
            <pc:docMk/>
            <pc:sldMk cId="2776371047" sldId="309"/>
            <ac:cxnSpMk id="7" creationId="{F705AB61-5D6C-4C91-A268-6F6856F4AF61}"/>
          </ac:cxnSpMkLst>
        </pc:cxnChg>
        <pc:cxnChg chg="add mod">
          <ac:chgData name="Cesar Augusto Lopez Gallego" userId="0dfa9112-9251-4882-b472-cf2dfcee09d1" providerId="ADAL" clId="{9E925E74-D29A-4FF2-BA30-2DCB609A9627}" dt="2025-11-13T12:38:18.356" v="2791" actId="14100"/>
          <ac:cxnSpMkLst>
            <pc:docMk/>
            <pc:sldMk cId="2776371047" sldId="309"/>
            <ac:cxnSpMk id="10" creationId="{A7554D7F-3357-4C2E-9F94-6535767917ED}"/>
          </ac:cxnSpMkLst>
        </pc:cxnChg>
        <pc:cxnChg chg="add mod">
          <ac:chgData name="Cesar Augusto Lopez Gallego" userId="0dfa9112-9251-4882-b472-cf2dfcee09d1" providerId="ADAL" clId="{9E925E74-D29A-4FF2-BA30-2DCB609A9627}" dt="2025-11-13T12:38:41.764" v="2797" actId="14100"/>
          <ac:cxnSpMkLst>
            <pc:docMk/>
            <pc:sldMk cId="2776371047" sldId="309"/>
            <ac:cxnSpMk id="13" creationId="{A2E943D1-4CB9-4476-9829-7606B7CF4E10}"/>
          </ac:cxnSpMkLst>
        </pc:cxnChg>
      </pc:sldChg>
      <pc:sldChg chg="add del">
        <pc:chgData name="Cesar Augusto Lopez Gallego" userId="0dfa9112-9251-4882-b472-cf2dfcee09d1" providerId="ADAL" clId="{9E925E74-D29A-4FF2-BA30-2DCB609A9627}" dt="2025-11-13T01:38:29.009" v="1289"/>
        <pc:sldMkLst>
          <pc:docMk/>
          <pc:sldMk cId="3804164235" sldId="309"/>
        </pc:sldMkLst>
      </pc:sldChg>
      <pc:sldChg chg="addSp delSp modSp add mod">
        <pc:chgData name="Cesar Augusto Lopez Gallego" userId="0dfa9112-9251-4882-b472-cf2dfcee09d1" providerId="ADAL" clId="{9E925E74-D29A-4FF2-BA30-2DCB609A9627}" dt="2025-11-13T13:42:06.685" v="4025" actId="1076"/>
        <pc:sldMkLst>
          <pc:docMk/>
          <pc:sldMk cId="2246678428" sldId="310"/>
        </pc:sldMkLst>
        <pc:spChg chg="mod">
          <ac:chgData name="Cesar Augusto Lopez Gallego" userId="0dfa9112-9251-4882-b472-cf2dfcee09d1" providerId="ADAL" clId="{9E925E74-D29A-4FF2-BA30-2DCB609A9627}" dt="2025-11-13T13:41:19.822" v="4013" actId="14100"/>
          <ac:spMkLst>
            <pc:docMk/>
            <pc:sldMk cId="2246678428" sldId="310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4" creationId="{7C6C592B-475B-4B11-9A1A-464695E48DC2}"/>
          </ac:spMkLst>
        </pc:spChg>
        <pc:spChg chg="add mod">
          <ac:chgData name="Cesar Augusto Lopez Gallego" userId="0dfa9112-9251-4882-b472-cf2dfcee09d1" providerId="ADAL" clId="{9E925E74-D29A-4FF2-BA30-2DCB609A9627}" dt="2025-11-13T13:03:01.776" v="3525" actId="13926"/>
          <ac:spMkLst>
            <pc:docMk/>
            <pc:sldMk cId="2246678428" sldId="310"/>
            <ac:spMk id="8" creationId="{C5C5DD3A-28F3-4DCA-A66C-786E40E59D08}"/>
          </ac:spMkLst>
        </pc:spChg>
        <pc:spChg chg="add mod">
          <ac:chgData name="Cesar Augusto Lopez Gallego" userId="0dfa9112-9251-4882-b472-cf2dfcee09d1" providerId="ADAL" clId="{9E925E74-D29A-4FF2-BA30-2DCB609A9627}" dt="2025-11-13T13:41:51.536" v="4017" actId="1076"/>
          <ac:spMkLst>
            <pc:docMk/>
            <pc:sldMk cId="2246678428" sldId="310"/>
            <ac:spMk id="9" creationId="{1FFF247F-84F1-43A8-9B79-011FCB05DD9D}"/>
          </ac:spMkLst>
        </pc:spChg>
        <pc:spChg chg="add mod">
          <ac:chgData name="Cesar Augusto Lopez Gallego" userId="0dfa9112-9251-4882-b472-cf2dfcee09d1" providerId="ADAL" clId="{9E925E74-D29A-4FF2-BA30-2DCB609A9627}" dt="2025-11-13T13:07:18.815" v="3592" actId="20577"/>
          <ac:spMkLst>
            <pc:docMk/>
            <pc:sldMk cId="2246678428" sldId="310"/>
            <ac:spMk id="11" creationId="{005CDC85-AF9E-4C32-9A9E-C4782E6ABEDA}"/>
          </ac:spMkLst>
        </pc:spChg>
        <pc:spChg chg="add mod">
          <ac:chgData name="Cesar Augusto Lopez Gallego" userId="0dfa9112-9251-4882-b472-cf2dfcee09d1" providerId="ADAL" clId="{9E925E74-D29A-4FF2-BA30-2DCB609A9627}" dt="2025-11-13T13:04:37.322" v="3577" actId="14100"/>
          <ac:spMkLst>
            <pc:docMk/>
            <pc:sldMk cId="2246678428" sldId="310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10:32.579" v="3593" actId="1076"/>
          <ac:spMkLst>
            <pc:docMk/>
            <pc:sldMk cId="2246678428" sldId="310"/>
            <ac:spMk id="16" creationId="{29B87C26-468F-4722-BCA4-399137E76D49}"/>
          </ac:spMkLst>
        </pc:spChg>
        <pc:spChg chg="del">
          <ac:chgData name="Cesar Augusto Lopez Gallego" userId="0dfa9112-9251-4882-b472-cf2dfcee09d1" providerId="ADAL" clId="{9E925E74-D29A-4FF2-BA30-2DCB609A9627}" dt="2025-11-13T12:50:01.346" v="3195" actId="478"/>
          <ac:spMkLst>
            <pc:docMk/>
            <pc:sldMk cId="2246678428" sldId="310"/>
            <ac:spMk id="18" creationId="{0A00B067-147E-48BE-A3C0-5F669CB8A6C1}"/>
          </ac:spMkLst>
        </pc:spChg>
        <pc:spChg chg="del">
          <ac:chgData name="Cesar Augusto Lopez Gallego" userId="0dfa9112-9251-4882-b472-cf2dfcee09d1" providerId="ADAL" clId="{9E925E74-D29A-4FF2-BA30-2DCB609A9627}" dt="2025-11-13T12:50:04.554" v="3196" actId="478"/>
          <ac:spMkLst>
            <pc:docMk/>
            <pc:sldMk cId="2246678428" sldId="310"/>
            <ac:spMk id="19" creationId="{E8A0E2DA-25F5-4B48-B0B3-FC2DA3A3C2CF}"/>
          </ac:spMkLst>
        </pc:spChg>
        <pc:spChg chg="add mod">
          <ac:chgData name="Cesar Augusto Lopez Gallego" userId="0dfa9112-9251-4882-b472-cf2dfcee09d1" providerId="ADAL" clId="{9E925E74-D29A-4FF2-BA30-2DCB609A9627}" dt="2025-11-13T13:11:31.233" v="3633" actId="20577"/>
          <ac:spMkLst>
            <pc:docMk/>
            <pc:sldMk cId="2246678428" sldId="310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15:25.127" v="3712" actId="20577"/>
          <ac:spMkLst>
            <pc:docMk/>
            <pc:sldMk cId="2246678428" sldId="310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42:06.685" v="4025" actId="1076"/>
          <ac:spMkLst>
            <pc:docMk/>
            <pc:sldMk cId="2246678428" sldId="310"/>
            <ac:spMk id="28" creationId="{275445AC-1048-4306-9BDE-19FFB1C29382}"/>
          </ac:spMkLst>
        </pc:spChg>
        <pc:cxnChg chg="add mod">
          <ac:chgData name="Cesar Augusto Lopez Gallego" userId="0dfa9112-9251-4882-b472-cf2dfcee09d1" providerId="ADAL" clId="{9E925E74-D29A-4FF2-BA30-2DCB609A9627}" dt="2025-11-13T13:02:19.845" v="3435" actId="13822"/>
          <ac:cxnSpMkLst>
            <pc:docMk/>
            <pc:sldMk cId="2246678428" sldId="310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0" creationId="{A7554D7F-3357-4C2E-9F94-6535767917ED}"/>
          </ac:cxnSpMkLst>
        </pc:cxnChg>
        <pc:cxnChg chg="del">
          <ac:chgData name="Cesar Augusto Lopez Gallego" userId="0dfa9112-9251-4882-b472-cf2dfcee09d1" providerId="ADAL" clId="{9E925E74-D29A-4FF2-BA30-2DCB609A9627}" dt="2025-11-13T12:50:04.554" v="3196" actId="478"/>
          <ac:cxnSpMkLst>
            <pc:docMk/>
            <pc:sldMk cId="2246678428" sldId="310"/>
            <ac:cxnSpMk id="13" creationId="{A2E943D1-4CB9-4476-9829-7606B7CF4E10}"/>
          </ac:cxnSpMkLst>
        </pc:cxnChg>
        <pc:cxnChg chg="add mod">
          <ac:chgData name="Cesar Augusto Lopez Gallego" userId="0dfa9112-9251-4882-b472-cf2dfcee09d1" providerId="ADAL" clId="{9E925E74-D29A-4FF2-BA30-2DCB609A9627}" dt="2025-11-13T13:10:37.548" v="3595" actId="14100"/>
          <ac:cxnSpMkLst>
            <pc:docMk/>
            <pc:sldMk cId="2246678428" sldId="310"/>
            <ac:cxnSpMk id="15" creationId="{74F6182E-9DEB-4052-A056-C7EE8C02488B}"/>
          </ac:cxnSpMkLst>
        </pc:cxnChg>
        <pc:cxnChg chg="add mod">
          <ac:chgData name="Cesar Augusto Lopez Gallego" userId="0dfa9112-9251-4882-b472-cf2dfcee09d1" providerId="ADAL" clId="{9E925E74-D29A-4FF2-BA30-2DCB609A9627}" dt="2025-11-13T13:11:23.515" v="3620" actId="14100"/>
          <ac:cxnSpMkLst>
            <pc:docMk/>
            <pc:sldMk cId="2246678428" sldId="310"/>
            <ac:cxnSpMk id="21" creationId="{C0FB1203-5723-4AA5-9B6F-463A852B1227}"/>
          </ac:cxnSpMkLst>
        </pc:cxnChg>
      </pc:sldChg>
      <pc:sldChg chg="addSp delSp modSp add mod">
        <pc:chgData name="Cesar Augusto Lopez Gallego" userId="0dfa9112-9251-4882-b472-cf2dfcee09d1" providerId="ADAL" clId="{9E925E74-D29A-4FF2-BA30-2DCB609A9627}" dt="2025-11-13T13:34:44.182" v="3842" actId="1076"/>
        <pc:sldMkLst>
          <pc:docMk/>
          <pc:sldMk cId="3814338106" sldId="311"/>
        </pc:sldMkLst>
        <pc:spChg chg="mod">
          <ac:chgData name="Cesar Augusto Lopez Gallego" userId="0dfa9112-9251-4882-b472-cf2dfcee09d1" providerId="ADAL" clId="{9E925E74-D29A-4FF2-BA30-2DCB609A9627}" dt="2025-11-13T13:34:44.182" v="3842" actId="1076"/>
          <ac:spMkLst>
            <pc:docMk/>
            <pc:sldMk cId="3814338106" sldId="311"/>
            <ac:spMk id="2" creationId="{26ACF3C1-8A29-4E0E-971A-1BA8AD797D9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8" creationId="{C5C5DD3A-28F3-4DCA-A66C-786E40E59D08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9" creationId="{1FFF247F-84F1-43A8-9B79-011FCB05DD9D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1" creationId="{005CDC85-AF9E-4C32-9A9E-C4782E6ABEDA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2" creationId="{F1720897-AA56-491D-9FF0-C1083F76D533}"/>
          </ac:spMkLst>
        </pc:spChg>
        <pc:spChg chg="add mod">
          <ac:chgData name="Cesar Augusto Lopez Gallego" userId="0dfa9112-9251-4882-b472-cf2dfcee09d1" providerId="ADAL" clId="{9E925E74-D29A-4FF2-BA30-2DCB609A9627}" dt="2025-11-13T13:32:55.901" v="3813" actId="6549"/>
          <ac:spMkLst>
            <pc:docMk/>
            <pc:sldMk cId="3814338106" sldId="311"/>
            <ac:spMk id="14" creationId="{F629167B-376B-47A1-BCAF-38C13ACFB895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16" creationId="{29B87C26-468F-4722-BCA4-399137E76D49}"/>
          </ac:spMkLst>
        </pc:spChg>
        <pc:spChg chg="add mod">
          <ac:chgData name="Cesar Augusto Lopez Gallego" userId="0dfa9112-9251-4882-b472-cf2dfcee09d1" providerId="ADAL" clId="{9E925E74-D29A-4FF2-BA30-2DCB609A9627}" dt="2025-11-13T13:30:14.415" v="3790" actId="1582"/>
          <ac:spMkLst>
            <pc:docMk/>
            <pc:sldMk cId="3814338106" sldId="311"/>
            <ac:spMk id="23" creationId="{12E66ACC-1239-4D4E-9C99-A1AB972C56FC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4" creationId="{A571DFA0-61A7-4927-9512-54AD3F41269F}"/>
          </ac:spMkLst>
        </pc:spChg>
        <pc:spChg chg="add mod">
          <ac:chgData name="Cesar Augusto Lopez Gallego" userId="0dfa9112-9251-4882-b472-cf2dfcee09d1" providerId="ADAL" clId="{9E925E74-D29A-4FF2-BA30-2DCB609A9627}" dt="2025-11-13T13:30:11.126" v="3789" actId="1582"/>
          <ac:spMkLst>
            <pc:docMk/>
            <pc:sldMk cId="3814338106" sldId="311"/>
            <ac:spMk id="25" creationId="{DD71ADE2-0B95-4343-A346-FCCF25484F76}"/>
          </ac:spMkLst>
        </pc:spChg>
        <pc:spChg chg="del">
          <ac:chgData name="Cesar Augusto Lopez Gallego" userId="0dfa9112-9251-4882-b472-cf2dfcee09d1" providerId="ADAL" clId="{9E925E74-D29A-4FF2-BA30-2DCB609A9627}" dt="2025-11-13T13:25:14.189" v="3753" actId="478"/>
          <ac:spMkLst>
            <pc:docMk/>
            <pc:sldMk cId="3814338106" sldId="311"/>
            <ac:spMk id="26" creationId="{F24E3485-FF90-48BB-BF57-C1E30299E8F7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7" creationId="{855F88D9-429C-4CC4-8503-A58C3848A3CB}"/>
          </ac:spMkLst>
        </pc:spChg>
        <pc:spChg chg="add mod">
          <ac:chgData name="Cesar Augusto Lopez Gallego" userId="0dfa9112-9251-4882-b472-cf2dfcee09d1" providerId="ADAL" clId="{9E925E74-D29A-4FF2-BA30-2DCB609A9627}" dt="2025-11-13T13:32:11.380" v="3803" actId="13926"/>
          <ac:spMkLst>
            <pc:docMk/>
            <pc:sldMk cId="3814338106" sldId="311"/>
            <ac:spMk id="28" creationId="{ED96EB07-2E08-4EC1-AC73-7FF4ADA27256}"/>
          </ac:spMkLst>
        </pc:spChg>
        <pc:cxnChg chg="add del mod">
          <ac:chgData name="Cesar Augusto Lopez Gallego" userId="0dfa9112-9251-4882-b472-cf2dfcee09d1" providerId="ADAL" clId="{9E925E74-D29A-4FF2-BA30-2DCB609A9627}" dt="2025-11-13T13:28:53.896" v="3782" actId="478"/>
          <ac:cxnSpMkLst>
            <pc:docMk/>
            <pc:sldMk cId="3814338106" sldId="311"/>
            <ac:cxnSpMk id="5" creationId="{34584E8C-04A0-4892-A9A6-736C50CADC92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7" creationId="{91C90631-501F-41F8-B616-266E3D42F65A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15" creationId="{74F6182E-9DEB-4052-A056-C7EE8C02488B}"/>
          </ac:cxnSpMkLst>
        </pc:cxnChg>
        <pc:cxnChg chg="del">
          <ac:chgData name="Cesar Augusto Lopez Gallego" userId="0dfa9112-9251-4882-b472-cf2dfcee09d1" providerId="ADAL" clId="{9E925E74-D29A-4FF2-BA30-2DCB609A9627}" dt="2025-11-13T13:25:14.189" v="3753" actId="478"/>
          <ac:cxnSpMkLst>
            <pc:docMk/>
            <pc:sldMk cId="3814338106" sldId="311"/>
            <ac:cxnSpMk id="21" creationId="{C0FB1203-5723-4AA5-9B6F-463A852B122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41:03.084" v="4010"/>
        <pc:sldMkLst>
          <pc:docMk/>
          <pc:sldMk cId="4290298694" sldId="312"/>
        </pc:sldMkLst>
        <pc:spChg chg="del">
          <ac:chgData name="Cesar Augusto Lopez Gallego" userId="0dfa9112-9251-4882-b472-cf2dfcee09d1" providerId="ADAL" clId="{9E925E74-D29A-4FF2-BA30-2DCB609A9627}" dt="2025-11-13T13:34:49.940" v="3844" actId="478"/>
          <ac:spMkLst>
            <pc:docMk/>
            <pc:sldMk cId="4290298694" sldId="312"/>
            <ac:spMk id="2" creationId="{DB6927D2-D450-4855-82DF-18128C282F6C}"/>
          </ac:spMkLst>
        </pc:spChg>
        <pc:spChg chg="add mod">
          <ac:chgData name="Cesar Augusto Lopez Gallego" userId="0dfa9112-9251-4882-b472-cf2dfcee09d1" providerId="ADAL" clId="{9E925E74-D29A-4FF2-BA30-2DCB609A9627}" dt="2025-11-13T13:35:20.487" v="3856" actId="13926"/>
          <ac:spMkLst>
            <pc:docMk/>
            <pc:sldMk cId="4290298694" sldId="312"/>
            <ac:spMk id="3" creationId="{9C234670-3296-4B77-A4F2-3095D7937641}"/>
          </ac:spMkLst>
        </pc:spChg>
        <pc:spChg chg="add mod">
          <ac:chgData name="Cesar Augusto Lopez Gallego" userId="0dfa9112-9251-4882-b472-cf2dfcee09d1" providerId="ADAL" clId="{9E925E74-D29A-4FF2-BA30-2DCB609A9627}" dt="2025-11-13T13:40:56.770" v="4008"/>
          <ac:spMkLst>
            <pc:docMk/>
            <pc:sldMk cId="4290298694" sldId="312"/>
            <ac:spMk id="4" creationId="{786D31D7-1900-46C4-8E3A-8C3E24D4510B}"/>
          </ac:spMkLst>
        </pc:sp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5" creationId="{94B31868-E756-468B-A960-B0656BA169FE}"/>
          </ac:cxnSpMkLst>
        </pc:cxnChg>
        <pc:cxnChg chg="add mod">
          <ac:chgData name="Cesar Augusto Lopez Gallego" userId="0dfa9112-9251-4882-b472-cf2dfcee09d1" providerId="ADAL" clId="{9E925E74-D29A-4FF2-BA30-2DCB609A9627}" dt="2025-11-13T13:41:03.084" v="4010"/>
          <ac:cxnSpMkLst>
            <pc:docMk/>
            <pc:sldMk cId="4290298694" sldId="312"/>
            <ac:cxnSpMk id="6" creationId="{7A5D882F-0634-4CD4-AF4D-FC888F60BF87}"/>
          </ac:cxnSpMkLst>
        </pc:cxnChg>
      </pc:sldChg>
      <pc:sldChg chg="addSp delSp modSp new mod">
        <pc:chgData name="Cesar Augusto Lopez Gallego" userId="0dfa9112-9251-4882-b472-cf2dfcee09d1" providerId="ADAL" clId="{9E925E74-D29A-4FF2-BA30-2DCB609A9627}" dt="2025-11-13T13:52:47.860" v="4223"/>
        <pc:sldMkLst>
          <pc:docMk/>
          <pc:sldMk cId="1388610337" sldId="313"/>
        </pc:sldMkLst>
        <pc:spChg chg="del">
          <ac:chgData name="Cesar Augusto Lopez Gallego" userId="0dfa9112-9251-4882-b472-cf2dfcee09d1" providerId="ADAL" clId="{9E925E74-D29A-4FF2-BA30-2DCB609A9627}" dt="2025-11-13T13:52:47.625" v="4222" actId="478"/>
          <ac:spMkLst>
            <pc:docMk/>
            <pc:sldMk cId="1388610337" sldId="313"/>
            <ac:spMk id="2" creationId="{F7DB003F-554C-4E3C-B71B-B8B16A1AE0CA}"/>
          </ac:spMkLst>
        </pc:spChg>
        <pc:spChg chg="add mod">
          <ac:chgData name="Cesar Augusto Lopez Gallego" userId="0dfa9112-9251-4882-b472-cf2dfcee09d1" providerId="ADAL" clId="{9E925E74-D29A-4FF2-BA30-2DCB609A9627}" dt="2025-11-13T13:52:27.494" v="4219" actId="20577"/>
          <ac:spMkLst>
            <pc:docMk/>
            <pc:sldMk cId="1388610337" sldId="313"/>
            <ac:spMk id="4" creationId="{10539815-A0DF-46A0-9A06-F687A4817E0D}"/>
          </ac:spMkLst>
        </pc:spChg>
        <pc:spChg chg="add del">
          <ac:chgData name="Cesar Augusto Lopez Gallego" userId="0dfa9112-9251-4882-b472-cf2dfcee09d1" providerId="ADAL" clId="{9E925E74-D29A-4FF2-BA30-2DCB609A9627}" dt="2025-11-13T13:52:16.966" v="4215"/>
          <ac:spMkLst>
            <pc:docMk/>
            <pc:sldMk cId="1388610337" sldId="313"/>
            <ac:spMk id="5" creationId="{175B1E82-7298-48A3-9C1A-D87440146569}"/>
          </ac:spMkLst>
        </pc:spChg>
        <pc:spChg chg="add mod">
          <ac:chgData name="Cesar Augusto Lopez Gallego" userId="0dfa9112-9251-4882-b472-cf2dfcee09d1" providerId="ADAL" clId="{9E925E74-D29A-4FF2-BA30-2DCB609A9627}" dt="2025-11-13T13:52:47.860" v="4223"/>
          <ac:spMkLst>
            <pc:docMk/>
            <pc:sldMk cId="1388610337" sldId="313"/>
            <ac:spMk id="8" creationId="{9E4846E4-A211-4ADE-B269-F88088EF63A9}"/>
          </ac:spMkLst>
        </pc:spChg>
        <pc:cxnChg chg="add mod">
          <ac:chgData name="Cesar Augusto Lopez Gallego" userId="0dfa9112-9251-4882-b472-cf2dfcee09d1" providerId="ADAL" clId="{9E925E74-D29A-4FF2-BA30-2DCB609A9627}" dt="2025-11-13T13:52:35.475" v="4221" actId="13822"/>
          <ac:cxnSpMkLst>
            <pc:docMk/>
            <pc:sldMk cId="1388610337" sldId="313"/>
            <ac:cxnSpMk id="7" creationId="{BF5FD18D-15BE-464B-910B-AA57C41E59F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27280" y="1271880"/>
            <a:ext cx="10362960" cy="2705761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124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40" y="1818719"/>
            <a:ext cx="12435121" cy="450756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defTabSz="914400">
              <a:lnSpc>
                <a:spcPct val="100000"/>
              </a:lnSpc>
              <a:spcBef>
                <a:spcPts val="0"/>
              </a:spcBef>
              <a:defRPr sz="1800" b="0" spc="0">
                <a:solidFill>
                  <a:srgbClr val="000000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244172" cy="241648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 sz="1800" spc="-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90880" y="104351"/>
            <a:ext cx="12435841" cy="170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90880" y="1813560"/>
            <a:ext cx="12435841" cy="595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678506" y="6994313"/>
            <a:ext cx="3224108" cy="4191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1pPr>
      <a:lvl2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2pPr>
      <a:lvl3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3pPr>
      <a:lvl4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4pPr>
      <a:lvl5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5pPr>
      <a:lvl6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6pPr>
      <a:lvl7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7pPr>
      <a:lvl8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8pPr>
      <a:lvl9pPr marL="0" marR="0" indent="0" algn="l" defTabSz="1036440" rtl="0" latinLnBrk="0">
        <a:lnSpc>
          <a:spcPct val="90000"/>
        </a:lnSpc>
        <a:spcBef>
          <a:spcPts val="110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-1" baseline="0">
          <a:solidFill>
            <a:srgbClr val="FFFFFF"/>
          </a:solidFill>
          <a:uFillTx/>
          <a:latin typeface="Arial Narrow"/>
          <a:ea typeface="Arial Narrow"/>
          <a:cs typeface="Arial Narrow"/>
          <a:sym typeface="Arial Narrow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2"/>
          <p:cNvSpPr txBox="1"/>
          <p:nvPr/>
        </p:nvSpPr>
        <p:spPr>
          <a:xfrm>
            <a:off x="2453205" y="2027507"/>
            <a:ext cx="9169242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 algn="ctr"/>
            <a:r>
              <a:rPr lang="es-ES" dirty="0" err="1"/>
              <a:t>DataSets</a:t>
            </a:r>
            <a:r>
              <a:rPr lang="es-ES" dirty="0"/>
              <a:t> Python</a:t>
            </a:r>
          </a:p>
          <a:p>
            <a:pPr algn="ctr"/>
            <a:r>
              <a:rPr lang="es-ES" dirty="0"/>
              <a:t>Diccionarios</a:t>
            </a:r>
            <a:endParaRPr dirty="0"/>
          </a:p>
        </p:txBody>
      </p:sp>
      <p:pic>
        <p:nvPicPr>
          <p:cNvPr id="2050" name="Picture 2" descr="Python logo - Accredian Blog">
            <a:extLst>
              <a:ext uri="{FF2B5EF4-FFF2-40B4-BE49-F238E27FC236}">
                <a16:creationId xmlns:a16="http://schemas.microsoft.com/office/drawing/2014/main" id="{CA955C63-997B-407D-A836-48E4BA47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051" y="3757547"/>
            <a:ext cx="17335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24914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9CF00B-30DD-42C7-B4FF-373C0514AA0B}"/>
              </a:ext>
            </a:extLst>
          </p:cNvPr>
          <p:cNvSpPr txBox="1"/>
          <p:nvPr/>
        </p:nvSpPr>
        <p:spPr>
          <a:xfrm>
            <a:off x="2674187" y="484728"/>
            <a:ext cx="7004649" cy="104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DEFINICIÓN DE DICCIONARIOS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2800" dirty="0"/>
              <a:t>(Aspectos Básicos)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FC09B3-F3E4-4478-B4C7-FBCC52CE6D5D}"/>
              </a:ext>
            </a:extLst>
          </p:cNvPr>
          <p:cNvSpPr txBox="1"/>
          <p:nvPr/>
        </p:nvSpPr>
        <p:spPr>
          <a:xfrm>
            <a:off x="450939" y="2019046"/>
            <a:ext cx="7177412" cy="46517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Un diccionario en Python es una estructura de datos que almacena elementos en pares clave-valor (</a:t>
            </a:r>
            <a:r>
              <a:rPr lang="es-ES" sz="2400" dirty="0" err="1"/>
              <a:t>key-value</a:t>
            </a:r>
            <a:r>
              <a:rPr lang="es-ES" sz="2400" dirty="0"/>
              <a:t>). </a:t>
            </a:r>
          </a:p>
          <a:p>
            <a:endParaRPr lang="es-ES" sz="2400" dirty="0"/>
          </a:p>
          <a:p>
            <a:r>
              <a:rPr lang="es-ES" sz="2400" dirty="0"/>
              <a:t>Características: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Mutable: Puede modificarse después de su creación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No ordenado (hasta Python 3.6, ordenado por inserción desde Python 3.7+)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Indexado por claves, no por posiciones numéricas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No permite claves duplicadas</a:t>
            </a:r>
            <a:endParaRPr lang="es-419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AE76DE-8D99-44CA-876A-E897A61F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034" y="3018031"/>
            <a:ext cx="3735860" cy="265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152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A4EB9B8-3FBC-48EF-8BCE-AB6748B91400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– Elementos Básicos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49C474-03BC-415B-8851-FA271D548F34}"/>
              </a:ext>
            </a:extLst>
          </p:cNvPr>
          <p:cNvSpPr txBox="1"/>
          <p:nvPr/>
        </p:nvSpPr>
        <p:spPr>
          <a:xfrm>
            <a:off x="735904" y="1692163"/>
            <a:ext cx="5138803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/>
            <a:r>
              <a:rPr lang="es-ES" sz="2400" dirty="0">
                <a:highlight>
                  <a:srgbClr val="FFFF00"/>
                </a:highlight>
              </a:rPr>
              <a:t>1. Claves (</a:t>
            </a:r>
            <a:r>
              <a:rPr lang="es-ES" sz="2400" dirty="0" err="1">
                <a:highlight>
                  <a:srgbClr val="FFFF00"/>
                </a:highlight>
              </a:rPr>
              <a:t>Keys</a:t>
            </a:r>
            <a:r>
              <a:rPr lang="es-ES" sz="2400" dirty="0">
                <a:highlight>
                  <a:srgbClr val="FFFF00"/>
                </a:highlight>
              </a:rPr>
              <a:t>)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Deben ser inmutables (</a:t>
            </a:r>
            <a:r>
              <a:rPr lang="es-ES" sz="2400" dirty="0" err="1"/>
              <a:t>strings</a:t>
            </a:r>
            <a:r>
              <a:rPr lang="es-ES" sz="2400" dirty="0"/>
              <a:t>, números, tuplas)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Únicas (no se permiten duplicados)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Case-sensitive ('Nombre' ≠ 'nombre')</a:t>
            </a:r>
            <a:endParaRPr lang="es-419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F93EA2-3877-467A-A304-4BDBC1B85547}"/>
              </a:ext>
            </a:extLst>
          </p:cNvPr>
          <p:cNvSpPr txBox="1"/>
          <p:nvPr/>
        </p:nvSpPr>
        <p:spPr>
          <a:xfrm>
            <a:off x="7325988" y="1696847"/>
            <a:ext cx="5638452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>
                <a:highlight>
                  <a:srgbClr val="00FF00"/>
                </a:highlight>
              </a:rPr>
              <a:t>2. Valores (</a:t>
            </a:r>
            <a:r>
              <a:rPr lang="es-ES" sz="2400" dirty="0" err="1">
                <a:highlight>
                  <a:srgbClr val="00FF00"/>
                </a:highlight>
              </a:rPr>
              <a:t>Values</a:t>
            </a:r>
            <a:r>
              <a:rPr lang="es-ES" sz="2400" dirty="0">
                <a:highlight>
                  <a:srgbClr val="00FF00"/>
                </a:highlight>
              </a:rPr>
              <a:t>)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Pueden ser de cualquier tipo de dato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Se permiten valores duplicados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Pueden ser listas, otros diccionarios, funciones, etc.</a:t>
            </a:r>
            <a:endParaRPr lang="es-419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3CC362-5B25-49B6-9C18-E5E3B6BF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020" y="4592369"/>
            <a:ext cx="4137560" cy="2308324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5CADA5A-C11C-4F76-89CF-2200ADA9BD1E}"/>
              </a:ext>
            </a:extLst>
          </p:cNvPr>
          <p:cNvCxnSpPr>
            <a:cxnSpLocks/>
          </p:cNvCxnSpPr>
          <p:nvPr/>
        </p:nvCxnSpPr>
        <p:spPr>
          <a:xfrm>
            <a:off x="5674290" y="2141951"/>
            <a:ext cx="300625" cy="3018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833D014-2C04-465B-BD8B-94C8F24E7A50}"/>
              </a:ext>
            </a:extLst>
          </p:cNvPr>
          <p:cNvCxnSpPr>
            <a:cxnSpLocks/>
          </p:cNvCxnSpPr>
          <p:nvPr/>
        </p:nvCxnSpPr>
        <p:spPr>
          <a:xfrm flipH="1">
            <a:off x="7376039" y="2141951"/>
            <a:ext cx="466648" cy="2960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8AEAC2E-3300-4997-ACF1-D89E8A5FB76F}"/>
              </a:ext>
            </a:extLst>
          </p:cNvPr>
          <p:cNvSpPr txBox="1"/>
          <p:nvPr/>
        </p:nvSpPr>
        <p:spPr>
          <a:xfrm>
            <a:off x="2275957" y="4709787"/>
            <a:ext cx="226344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Nombre del diccionario</a:t>
            </a:r>
            <a:endParaRPr kumimoji="0" lang="es-419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7C55073-798E-4FAC-AEB6-609EDBB443D6}"/>
              </a:ext>
            </a:extLst>
          </p:cNvPr>
          <p:cNvCxnSpPr>
            <a:stCxn id="15" idx="3"/>
          </p:cNvCxnSpPr>
          <p:nvPr/>
        </p:nvCxnSpPr>
        <p:spPr>
          <a:xfrm flipV="1">
            <a:off x="4539397" y="4848286"/>
            <a:ext cx="4960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78252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A4EB9B8-3FBC-48EF-8BCE-AB6748B91400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- Creación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F849E0-2AA2-4EC3-8A66-A940D8EC35F4}"/>
              </a:ext>
            </a:extLst>
          </p:cNvPr>
          <p:cNvSpPr txBox="1"/>
          <p:nvPr/>
        </p:nvSpPr>
        <p:spPr>
          <a:xfrm>
            <a:off x="1453020" y="1227055"/>
            <a:ext cx="11323528" cy="5632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6"/>
                </a:solidFill>
              </a:rPr>
              <a:t># Método 1: Con llaves {}</a:t>
            </a:r>
          </a:p>
          <a:p>
            <a:r>
              <a:rPr lang="es-ES" sz="2400" dirty="0"/>
              <a:t>persona = {</a:t>
            </a:r>
          </a:p>
          <a:p>
            <a:r>
              <a:rPr lang="es-ES" sz="2400" dirty="0"/>
              <a:t>    "nombre": "Ana",</a:t>
            </a:r>
          </a:p>
          <a:p>
            <a:r>
              <a:rPr lang="es-ES" sz="2400" dirty="0"/>
              <a:t>    "edad": 25,</a:t>
            </a:r>
          </a:p>
          <a:p>
            <a:r>
              <a:rPr lang="es-ES" sz="2400" dirty="0"/>
              <a:t>    "ciudad": "Madrid"</a:t>
            </a:r>
          </a:p>
          <a:p>
            <a:r>
              <a:rPr lang="es-ES" sz="2400" dirty="0"/>
              <a:t>}</a:t>
            </a:r>
          </a:p>
          <a:p>
            <a:endParaRPr lang="es-ES" sz="2400" dirty="0"/>
          </a:p>
          <a:p>
            <a:r>
              <a:rPr lang="es-ES" sz="2400" b="1" dirty="0">
                <a:solidFill>
                  <a:schemeClr val="accent6"/>
                </a:solidFill>
              </a:rPr>
              <a:t># Método 2: Con </a:t>
            </a:r>
            <a:r>
              <a:rPr lang="es-ES" sz="2400" b="1" dirty="0" err="1">
                <a:solidFill>
                  <a:schemeClr val="accent6"/>
                </a:solidFill>
              </a:rPr>
              <a:t>dict</a:t>
            </a:r>
            <a:r>
              <a:rPr lang="es-ES" sz="2400" b="1" dirty="0">
                <a:solidFill>
                  <a:schemeClr val="accent6"/>
                </a:solidFill>
              </a:rPr>
              <a:t>()</a:t>
            </a:r>
          </a:p>
          <a:p>
            <a:r>
              <a:rPr lang="es-ES" sz="2400" dirty="0"/>
              <a:t>estudiante = </a:t>
            </a:r>
            <a:r>
              <a:rPr lang="es-ES" sz="2400" dirty="0" err="1"/>
              <a:t>dict</a:t>
            </a:r>
            <a:r>
              <a:rPr lang="es-ES" sz="2400" dirty="0"/>
              <a:t>(nombre="Carlos", edad=20, carrera="Ingeniería")</a:t>
            </a:r>
          </a:p>
          <a:p>
            <a:endParaRPr lang="es-ES" sz="2400" dirty="0"/>
          </a:p>
          <a:p>
            <a:r>
              <a:rPr lang="es-ES" sz="2400" b="1" dirty="0">
                <a:solidFill>
                  <a:schemeClr val="accent6"/>
                </a:solidFill>
              </a:rPr>
              <a:t># Método 3: Diccionario vacío</a:t>
            </a:r>
          </a:p>
          <a:p>
            <a:r>
              <a:rPr lang="es-ES" sz="2400" dirty="0"/>
              <a:t>vacío = {}</a:t>
            </a:r>
          </a:p>
          <a:p>
            <a:endParaRPr lang="es-ES" sz="2400" dirty="0"/>
          </a:p>
          <a:p>
            <a:r>
              <a:rPr lang="es-ES" sz="2400" b="1" dirty="0">
                <a:solidFill>
                  <a:schemeClr val="accent6"/>
                </a:solidFill>
              </a:rPr>
              <a:t># Método 4: Desde pares clave-valor</a:t>
            </a:r>
          </a:p>
          <a:p>
            <a:r>
              <a:rPr lang="es-ES" sz="2400" dirty="0" err="1"/>
              <a:t>desde_pares</a:t>
            </a:r>
            <a:r>
              <a:rPr lang="es-ES" sz="2400" dirty="0"/>
              <a:t> = </a:t>
            </a:r>
            <a:r>
              <a:rPr lang="es-ES" sz="2400" dirty="0" err="1"/>
              <a:t>dict</a:t>
            </a:r>
            <a:r>
              <a:rPr lang="es-ES" sz="2400" dirty="0"/>
              <a:t>([("a", 1), ("b", 2), ("c", 3)])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356463891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72B3D6-680D-40A6-9847-9320CB5F96F6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- Impresión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8E2438-B7D2-4E3E-82AF-815D55C521E7}"/>
              </a:ext>
            </a:extLst>
          </p:cNvPr>
          <p:cNvSpPr txBox="1"/>
          <p:nvPr/>
        </p:nvSpPr>
        <p:spPr>
          <a:xfrm>
            <a:off x="1119392" y="1888452"/>
            <a:ext cx="3552815" cy="37856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/>
              <a:t>estudiante = {</a:t>
            </a:r>
          </a:p>
          <a:p>
            <a:r>
              <a:rPr lang="es-ES" sz="2400" dirty="0"/>
              <a:t>    "nombre": "Ana García",</a:t>
            </a:r>
          </a:p>
          <a:p>
            <a:r>
              <a:rPr lang="es-ES" sz="2400" dirty="0"/>
              <a:t>    "edad": 22,</a:t>
            </a:r>
          </a:p>
          <a:p>
            <a:r>
              <a:rPr lang="es-ES" sz="2400" dirty="0"/>
              <a:t>    "carrera": "Ingeniería",</a:t>
            </a:r>
          </a:p>
          <a:p>
            <a:r>
              <a:rPr lang="es-ES" sz="2400" dirty="0"/>
              <a:t>    "promedio": 8.7,</a:t>
            </a:r>
          </a:p>
          <a:p>
            <a:r>
              <a:rPr lang="es-ES" sz="2400" dirty="0"/>
              <a:t>    "ciudad": "Madrid"</a:t>
            </a:r>
          </a:p>
          <a:p>
            <a:r>
              <a:rPr lang="es-ES" sz="2400" dirty="0"/>
              <a:t>}</a:t>
            </a:r>
          </a:p>
          <a:p>
            <a:endParaRPr lang="es-ES" sz="2400" dirty="0"/>
          </a:p>
          <a:p>
            <a:r>
              <a:rPr lang="es-ES" sz="2400" dirty="0">
                <a:highlight>
                  <a:srgbClr val="00FFFF"/>
                </a:highlight>
              </a:rPr>
              <a:t># Impresión directa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(estudiante)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0D0CAD-409A-4E4C-BA44-79FA1A55D331}"/>
              </a:ext>
            </a:extLst>
          </p:cNvPr>
          <p:cNvSpPr txBox="1"/>
          <p:nvPr/>
        </p:nvSpPr>
        <p:spPr>
          <a:xfrm>
            <a:off x="7734769" y="1888452"/>
            <a:ext cx="5151329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dirty="0"/>
              <a:t>producto = {</a:t>
            </a:r>
          </a:p>
          <a:p>
            <a:r>
              <a:rPr lang="es-419" sz="2400" dirty="0"/>
              <a:t>    "id": 101,</a:t>
            </a:r>
          </a:p>
          <a:p>
            <a:r>
              <a:rPr lang="es-419" sz="2400" dirty="0"/>
              <a:t>    "nombre": "Laptop </a:t>
            </a:r>
            <a:r>
              <a:rPr lang="es-419" sz="2400" dirty="0" err="1"/>
              <a:t>Gaming</a:t>
            </a:r>
            <a:r>
              <a:rPr lang="es-419" sz="2400" dirty="0"/>
              <a:t>",</a:t>
            </a:r>
          </a:p>
          <a:p>
            <a:r>
              <a:rPr lang="es-419" sz="2400" dirty="0"/>
              <a:t>    "marca": "ASUS",</a:t>
            </a:r>
          </a:p>
          <a:p>
            <a:r>
              <a:rPr lang="es-419" sz="2400" dirty="0"/>
              <a:t>    "precio": 1299.99,</a:t>
            </a:r>
          </a:p>
          <a:p>
            <a:r>
              <a:rPr lang="es-419" sz="2400" dirty="0"/>
              <a:t>    "stock": 15</a:t>
            </a:r>
          </a:p>
          <a:p>
            <a:r>
              <a:rPr lang="es-419" sz="2400" dirty="0"/>
              <a:t>}</a:t>
            </a:r>
          </a:p>
          <a:p>
            <a:endParaRPr lang="es-ES" sz="2400" dirty="0">
              <a:highlight>
                <a:srgbClr val="00FFFF"/>
              </a:highlight>
            </a:endParaRPr>
          </a:p>
          <a:p>
            <a:r>
              <a:rPr lang="es-ES" sz="2400" dirty="0">
                <a:highlight>
                  <a:srgbClr val="00FFFF"/>
                </a:highlight>
              </a:rPr>
              <a:t># Impresión con ciclo </a:t>
            </a:r>
            <a:r>
              <a:rPr lang="es-ES" sz="2400" dirty="0" err="1">
                <a:highlight>
                  <a:srgbClr val="00FFFF"/>
                </a:highlight>
              </a:rPr>
              <a:t>for</a:t>
            </a:r>
            <a:endParaRPr lang="es-ES" sz="2400" dirty="0">
              <a:highlight>
                <a:srgbClr val="00FFFF"/>
              </a:highlight>
            </a:endParaRPr>
          </a:p>
          <a:p>
            <a:r>
              <a:rPr lang="es-419" sz="2400" dirty="0" err="1"/>
              <a:t>print</a:t>
            </a:r>
            <a:r>
              <a:rPr lang="es-419" sz="2400" dirty="0"/>
              <a:t>("Recorrido con </a:t>
            </a:r>
            <a:r>
              <a:rPr lang="es-419" sz="2400" dirty="0" err="1"/>
              <a:t>items</a:t>
            </a:r>
            <a:r>
              <a:rPr lang="es-419" sz="2400" dirty="0"/>
              <a:t>():")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clave, valor in </a:t>
            </a:r>
            <a:r>
              <a:rPr lang="es-419" sz="2400" dirty="0" err="1"/>
              <a:t>producto.items</a:t>
            </a:r>
            <a:r>
              <a:rPr lang="es-419" sz="2400" dirty="0"/>
              <a:t>():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(f"{clave}: {valor}")</a:t>
            </a:r>
          </a:p>
        </p:txBody>
      </p:sp>
    </p:spTree>
    <p:extLst>
      <p:ext uri="{BB962C8B-B14F-4D97-AF65-F5344CB8AC3E}">
        <p14:creationId xmlns:p14="http://schemas.microsoft.com/office/powerpoint/2010/main" val="42425009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72B3D6-680D-40A6-9847-9320CB5F96F6}"/>
              </a:ext>
            </a:extLst>
          </p:cNvPr>
          <p:cNvSpPr txBox="1"/>
          <p:nvPr/>
        </p:nvSpPr>
        <p:spPr>
          <a:xfrm>
            <a:off x="4860099" y="529295"/>
            <a:ext cx="6181714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- IMPRESIÓN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95382F-FBBE-4E63-BD6A-6451C4B8590E}"/>
              </a:ext>
            </a:extLst>
          </p:cNvPr>
          <p:cNvSpPr txBox="1"/>
          <p:nvPr/>
        </p:nvSpPr>
        <p:spPr>
          <a:xfrm>
            <a:off x="573065" y="916697"/>
            <a:ext cx="6908104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 err="1">
                <a:highlight>
                  <a:srgbClr val="FFFF00"/>
                </a:highlight>
              </a:rPr>
              <a:t>from</a:t>
            </a:r>
            <a:r>
              <a:rPr lang="es-ES" sz="2000" dirty="0">
                <a:highlight>
                  <a:srgbClr val="FFFF00"/>
                </a:highlight>
              </a:rPr>
              <a:t> </a:t>
            </a:r>
            <a:r>
              <a:rPr lang="es-ES" sz="2000" dirty="0" err="1">
                <a:highlight>
                  <a:srgbClr val="FFFF00"/>
                </a:highlight>
              </a:rPr>
              <a:t>pprint</a:t>
            </a:r>
            <a:r>
              <a:rPr lang="es-ES" sz="2000" dirty="0">
                <a:highlight>
                  <a:srgbClr val="FFFF00"/>
                </a:highlight>
              </a:rPr>
              <a:t> </a:t>
            </a:r>
            <a:r>
              <a:rPr lang="es-ES" sz="2000" dirty="0" err="1">
                <a:highlight>
                  <a:srgbClr val="FFFF00"/>
                </a:highlight>
              </a:rPr>
              <a:t>import</a:t>
            </a:r>
            <a:r>
              <a:rPr lang="es-ES" sz="2000" dirty="0">
                <a:highlight>
                  <a:srgbClr val="FFFF00"/>
                </a:highlight>
              </a:rPr>
              <a:t> </a:t>
            </a:r>
            <a:r>
              <a:rPr lang="es-ES" sz="2000" dirty="0" err="1">
                <a:highlight>
                  <a:srgbClr val="FFFF00"/>
                </a:highlight>
              </a:rPr>
              <a:t>pprint</a:t>
            </a:r>
            <a:endParaRPr lang="es-ES" sz="2000" dirty="0">
              <a:highlight>
                <a:srgbClr val="FFFF00"/>
              </a:highlight>
            </a:endParaRPr>
          </a:p>
          <a:p>
            <a:endParaRPr lang="es-ES" sz="2000" dirty="0">
              <a:highlight>
                <a:srgbClr val="FFFF00"/>
              </a:highlight>
            </a:endParaRPr>
          </a:p>
          <a:p>
            <a:r>
              <a:rPr lang="es-ES" sz="2000" dirty="0" err="1">
                <a:highlight>
                  <a:srgbClr val="00FF00"/>
                </a:highlight>
              </a:rPr>
              <a:t>d_anidado</a:t>
            </a:r>
            <a:r>
              <a:rPr lang="es-ES" sz="2000" dirty="0">
                <a:highlight>
                  <a:srgbClr val="00FF00"/>
                </a:highlight>
              </a:rPr>
              <a:t> = {</a:t>
            </a:r>
          </a:p>
          <a:p>
            <a:r>
              <a:rPr lang="es-ES" sz="2000" dirty="0">
                <a:highlight>
                  <a:srgbClr val="00FF00"/>
                </a:highlight>
              </a:rPr>
              <a:t>    "usuario": "ana_22",</a:t>
            </a:r>
          </a:p>
          <a:p>
            <a:r>
              <a:rPr lang="es-ES" sz="2000" dirty="0">
                <a:highlight>
                  <a:srgbClr val="FF00FF"/>
                </a:highlight>
              </a:rPr>
              <a:t>    "</a:t>
            </a:r>
            <a:r>
              <a:rPr lang="es-ES" sz="2000" dirty="0" err="1">
                <a:highlight>
                  <a:srgbClr val="FF00FF"/>
                </a:highlight>
              </a:rPr>
              <a:t>datos_personales</a:t>
            </a:r>
            <a:r>
              <a:rPr lang="es-ES" sz="2000" dirty="0">
                <a:highlight>
                  <a:srgbClr val="FF00FF"/>
                </a:highlight>
              </a:rPr>
              <a:t>": {</a:t>
            </a:r>
          </a:p>
          <a:p>
            <a:r>
              <a:rPr lang="es-ES" sz="2000" dirty="0">
                <a:highlight>
                  <a:srgbClr val="FF00FF"/>
                </a:highlight>
              </a:rPr>
              <a:t>        "nombre": "Ana",</a:t>
            </a:r>
          </a:p>
          <a:p>
            <a:r>
              <a:rPr lang="es-ES" sz="2000" dirty="0">
                <a:highlight>
                  <a:srgbClr val="FF00FF"/>
                </a:highlight>
              </a:rPr>
              <a:t>        "apellido": "García",</a:t>
            </a:r>
          </a:p>
          <a:p>
            <a:r>
              <a:rPr lang="es-ES" sz="2000" dirty="0">
                <a:highlight>
                  <a:srgbClr val="FF00FF"/>
                </a:highlight>
              </a:rPr>
              <a:t>        "edad": 22,</a:t>
            </a:r>
          </a:p>
          <a:p>
            <a:r>
              <a:rPr lang="es-ES" sz="2000" dirty="0"/>
              <a:t>        </a:t>
            </a:r>
            <a:r>
              <a:rPr lang="es-ES" sz="2000" dirty="0">
                <a:highlight>
                  <a:srgbClr val="00FFFF"/>
                </a:highlight>
              </a:rPr>
              <a:t>"</a:t>
            </a:r>
            <a:r>
              <a:rPr lang="es-ES" sz="2000" dirty="0" err="1">
                <a:highlight>
                  <a:srgbClr val="00FFFF"/>
                </a:highlight>
              </a:rPr>
              <a:t>direccion</a:t>
            </a:r>
            <a:r>
              <a:rPr lang="es-ES" sz="2000" dirty="0">
                <a:highlight>
                  <a:srgbClr val="00FFFF"/>
                </a:highlight>
              </a:rPr>
              <a:t>": {</a:t>
            </a:r>
          </a:p>
          <a:p>
            <a:r>
              <a:rPr lang="es-ES" sz="2000" dirty="0">
                <a:highlight>
                  <a:srgbClr val="00FFFF"/>
                </a:highlight>
              </a:rPr>
              <a:t>            "calle": "Av. Principal",</a:t>
            </a:r>
          </a:p>
          <a:p>
            <a:r>
              <a:rPr lang="es-ES" sz="2000" dirty="0">
                <a:highlight>
                  <a:srgbClr val="00FFFF"/>
                </a:highlight>
              </a:rPr>
              <a:t>            "numero": 123,</a:t>
            </a:r>
          </a:p>
          <a:p>
            <a:r>
              <a:rPr lang="es-ES" sz="2000" dirty="0">
                <a:highlight>
                  <a:srgbClr val="00FFFF"/>
                </a:highlight>
              </a:rPr>
              <a:t>            "ciudad": "Madrid"</a:t>
            </a:r>
          </a:p>
          <a:p>
            <a:r>
              <a:rPr lang="es-ES" sz="2000" dirty="0">
                <a:highlight>
                  <a:srgbClr val="00FFFF"/>
                </a:highlight>
              </a:rPr>
              <a:t>        }</a:t>
            </a:r>
          </a:p>
          <a:p>
            <a:r>
              <a:rPr lang="es-ES" sz="2000" dirty="0"/>
              <a:t>    </a:t>
            </a:r>
            <a:r>
              <a:rPr lang="es-ES" sz="2000" dirty="0">
                <a:highlight>
                  <a:srgbClr val="FF00FF"/>
                </a:highlight>
              </a:rPr>
              <a:t>},</a:t>
            </a:r>
          </a:p>
          <a:p>
            <a:r>
              <a:rPr lang="es-ES" sz="2000" dirty="0">
                <a:highlight>
                  <a:srgbClr val="C0C0C0"/>
                </a:highlight>
              </a:rPr>
              <a:t>    "preferencias": ["lectura", "deporte", "viajes"],</a:t>
            </a:r>
          </a:p>
          <a:p>
            <a:r>
              <a:rPr lang="es-ES" sz="2000" dirty="0"/>
              <a:t>    "activo": True</a:t>
            </a:r>
          </a:p>
          <a:p>
            <a:r>
              <a:rPr lang="es-ES" sz="2000" dirty="0">
                <a:highlight>
                  <a:srgbClr val="00FF00"/>
                </a:highlight>
              </a:rPr>
              <a:t>}</a:t>
            </a:r>
            <a:endParaRPr lang="es-419" sz="2000" dirty="0">
              <a:highlight>
                <a:srgbClr val="00FF00"/>
              </a:highlight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590869-892F-4C01-A093-3A579E3FE26B}"/>
              </a:ext>
            </a:extLst>
          </p:cNvPr>
          <p:cNvSpPr txBox="1"/>
          <p:nvPr/>
        </p:nvSpPr>
        <p:spPr>
          <a:xfrm>
            <a:off x="3773411" y="1510522"/>
            <a:ext cx="119584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Diccionario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0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2E22BA-1AFC-42F0-8F24-B6AC9FB4E46D}"/>
              </a:ext>
            </a:extLst>
          </p:cNvPr>
          <p:cNvSpPr txBox="1"/>
          <p:nvPr/>
        </p:nvSpPr>
        <p:spPr>
          <a:xfrm>
            <a:off x="3773411" y="3579014"/>
            <a:ext cx="3869649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Diccionario Dentro de 2 Diccionarios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D67A23B-CBC5-4A8A-9270-54D9A5A6E985}"/>
              </a:ext>
            </a:extLst>
          </p:cNvPr>
          <p:cNvSpPr txBox="1"/>
          <p:nvPr/>
        </p:nvSpPr>
        <p:spPr>
          <a:xfrm>
            <a:off x="5959258" y="4813110"/>
            <a:ext cx="3735888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Lista Dentro de Diccionario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D1EA5A-7AAE-4EEE-B37B-1B9D1D52FC2F}"/>
              </a:ext>
            </a:extLst>
          </p:cNvPr>
          <p:cNvSpPr txBox="1"/>
          <p:nvPr/>
        </p:nvSpPr>
        <p:spPr>
          <a:xfrm>
            <a:off x="3586619" y="2412124"/>
            <a:ext cx="3579506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Diccionario Dentro de Diccionario</a:t>
            </a:r>
            <a:endParaRPr kumimoji="0" lang="es-419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7A579BE-E7FA-4415-B66B-C1DB19EA63D3}"/>
              </a:ext>
            </a:extLst>
          </p:cNvPr>
          <p:cNvSpPr txBox="1"/>
          <p:nvPr/>
        </p:nvSpPr>
        <p:spPr>
          <a:xfrm>
            <a:off x="573065" y="6249604"/>
            <a:ext cx="7236384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 err="1">
                <a:highlight>
                  <a:srgbClr val="FFFF00"/>
                </a:highlight>
              </a:rPr>
              <a:t>print</a:t>
            </a:r>
            <a:r>
              <a:rPr lang="es-ES" sz="2000" dirty="0">
                <a:highlight>
                  <a:srgbClr val="FFFF00"/>
                </a:highlight>
              </a:rPr>
              <a:t>("Con </a:t>
            </a:r>
            <a:r>
              <a:rPr lang="es-ES" sz="2000" dirty="0" err="1">
                <a:highlight>
                  <a:srgbClr val="FFFF00"/>
                </a:highlight>
              </a:rPr>
              <a:t>pprint</a:t>
            </a:r>
            <a:r>
              <a:rPr lang="es-ES" sz="2000" dirty="0">
                <a:highlight>
                  <a:srgbClr val="FFFF00"/>
                </a:highlight>
              </a:rPr>
              <a:t> (más legible):")</a:t>
            </a:r>
          </a:p>
          <a:p>
            <a:r>
              <a:rPr lang="es-ES" sz="2000" dirty="0" err="1">
                <a:highlight>
                  <a:srgbClr val="FFFF00"/>
                </a:highlight>
              </a:rPr>
              <a:t>pprint</a:t>
            </a:r>
            <a:r>
              <a:rPr lang="es-ES" sz="2000" dirty="0">
                <a:highlight>
                  <a:srgbClr val="FFFF00"/>
                </a:highlight>
              </a:rPr>
              <a:t>(</a:t>
            </a:r>
            <a:r>
              <a:rPr lang="es-ES" sz="2000" dirty="0" err="1">
                <a:highlight>
                  <a:srgbClr val="FFFF00"/>
                </a:highlight>
              </a:rPr>
              <a:t>d_anidado</a:t>
            </a:r>
            <a:r>
              <a:rPr lang="es-ES" sz="2000" dirty="0">
                <a:highlight>
                  <a:srgbClr val="FFFF00"/>
                </a:highlight>
              </a:rPr>
              <a:t>, </a:t>
            </a:r>
            <a:r>
              <a:rPr lang="es-ES" sz="2000" dirty="0" err="1">
                <a:highlight>
                  <a:srgbClr val="FFFF00"/>
                </a:highlight>
              </a:rPr>
              <a:t>width</a:t>
            </a:r>
            <a:r>
              <a:rPr lang="es-ES" sz="2000" dirty="0">
                <a:highlight>
                  <a:srgbClr val="FFFF00"/>
                </a:highlight>
              </a:rPr>
              <a:t>=40, </a:t>
            </a:r>
            <a:r>
              <a:rPr lang="es-ES" sz="2000" dirty="0" err="1">
                <a:highlight>
                  <a:srgbClr val="FFFF00"/>
                </a:highlight>
              </a:rPr>
              <a:t>depth</a:t>
            </a:r>
            <a:r>
              <a:rPr lang="es-ES" sz="2000" dirty="0">
                <a:highlight>
                  <a:srgbClr val="FFFF00"/>
                </a:highlight>
              </a:rPr>
              <a:t>=2)</a:t>
            </a:r>
            <a:endParaRPr lang="es-419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191188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72B3D6-680D-40A6-9847-9320CB5F96F6}"/>
              </a:ext>
            </a:extLst>
          </p:cNvPr>
          <p:cNvSpPr txBox="1"/>
          <p:nvPr/>
        </p:nvSpPr>
        <p:spPr>
          <a:xfrm>
            <a:off x="2674187" y="484728"/>
            <a:ext cx="7004649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- IMPRESIÓN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4CF7BB-3790-42E4-B6D1-49F237E1F392}"/>
              </a:ext>
            </a:extLst>
          </p:cNvPr>
          <p:cNvSpPr txBox="1"/>
          <p:nvPr/>
        </p:nvSpPr>
        <p:spPr>
          <a:xfrm>
            <a:off x="1412309" y="2028227"/>
            <a:ext cx="3454748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Imprimir solo claves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("Solo claves:")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clave in </a:t>
            </a:r>
            <a:r>
              <a:rPr lang="es-419" sz="2400" dirty="0" err="1"/>
              <a:t>producto.keys</a:t>
            </a:r>
            <a:r>
              <a:rPr lang="es-419" sz="2400" dirty="0"/>
              <a:t>():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(f"- {clave}")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B7CE1F-5AC5-492B-AD41-75AD5E9C70C7}"/>
              </a:ext>
            </a:extLst>
          </p:cNvPr>
          <p:cNvSpPr txBox="1"/>
          <p:nvPr/>
        </p:nvSpPr>
        <p:spPr>
          <a:xfrm>
            <a:off x="8176365" y="2028227"/>
            <a:ext cx="3948830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Imprimir solo valores</a:t>
            </a:r>
          </a:p>
          <a:p>
            <a:r>
              <a:rPr lang="es-419" sz="2400" dirty="0" err="1"/>
              <a:t>print</a:t>
            </a:r>
            <a:r>
              <a:rPr lang="es-419" sz="2400" dirty="0"/>
              <a:t>("Solo valores:")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valor in </a:t>
            </a:r>
            <a:r>
              <a:rPr lang="es-419" sz="2400" dirty="0" err="1"/>
              <a:t>producto.values</a:t>
            </a:r>
            <a:r>
              <a:rPr lang="es-419" sz="2400" dirty="0"/>
              <a:t>():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(f"- {valor}")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045CEF5-27DF-42D8-B4AE-E06DFCDCB2D0}"/>
              </a:ext>
            </a:extLst>
          </p:cNvPr>
          <p:cNvSpPr txBox="1"/>
          <p:nvPr/>
        </p:nvSpPr>
        <p:spPr>
          <a:xfrm>
            <a:off x="2514599" y="4525833"/>
            <a:ext cx="9059450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400" b="1" dirty="0">
                <a:solidFill>
                  <a:schemeClr val="accent6"/>
                </a:solidFill>
              </a:rPr>
              <a:t>Imprimir con </a:t>
            </a:r>
            <a:r>
              <a:rPr lang="es-419" sz="2400" b="1" dirty="0" err="1">
                <a:solidFill>
                  <a:schemeClr val="accent6"/>
                </a:solidFill>
              </a:rPr>
              <a:t>Enumerate</a:t>
            </a:r>
            <a:endParaRPr lang="es-419" sz="2400" b="1" dirty="0">
              <a:solidFill>
                <a:schemeClr val="accent6"/>
              </a:solidFill>
            </a:endParaRPr>
          </a:p>
          <a:p>
            <a:r>
              <a:rPr lang="es-419" sz="2400" dirty="0" err="1"/>
              <a:t>d_frutas</a:t>
            </a:r>
            <a:r>
              <a:rPr lang="es-419" sz="2400" dirty="0"/>
              <a:t> = {"manzana": 1.2, "banana": 0.8, "naranja": 1.0, "uva": 2.5}</a:t>
            </a:r>
          </a:p>
          <a:p>
            <a:endParaRPr lang="es-419" sz="2400" dirty="0"/>
          </a:p>
          <a:p>
            <a:r>
              <a:rPr lang="es-419" sz="2400" dirty="0" err="1"/>
              <a:t>print</a:t>
            </a:r>
            <a:r>
              <a:rPr lang="es-419" sz="2400" dirty="0"/>
              <a:t>("Con </a:t>
            </a:r>
            <a:r>
              <a:rPr lang="es-419" sz="2400" dirty="0" err="1"/>
              <a:t>enumerate</a:t>
            </a:r>
            <a:r>
              <a:rPr lang="es-419" sz="2400" dirty="0"/>
              <a:t>:")</a:t>
            </a:r>
          </a:p>
          <a:p>
            <a:r>
              <a:rPr lang="es-419" sz="2400" dirty="0" err="1"/>
              <a:t>for</a:t>
            </a:r>
            <a:r>
              <a:rPr lang="es-419" sz="2400" dirty="0"/>
              <a:t> i, (fruta, precio) in </a:t>
            </a:r>
            <a:r>
              <a:rPr lang="es-419" sz="2400" dirty="0" err="1"/>
              <a:t>enumerate</a:t>
            </a:r>
            <a:r>
              <a:rPr lang="es-419" sz="2400" dirty="0"/>
              <a:t>(</a:t>
            </a:r>
            <a:r>
              <a:rPr lang="es-419" sz="2400" dirty="0" err="1"/>
              <a:t>d_frutas.items</a:t>
            </a:r>
            <a:r>
              <a:rPr lang="es-419" sz="2400" dirty="0"/>
              <a:t>(), 1):</a:t>
            </a:r>
          </a:p>
          <a:p>
            <a:r>
              <a:rPr lang="es-419" sz="2400" dirty="0"/>
              <a:t>    </a:t>
            </a:r>
            <a:r>
              <a:rPr lang="es-419" sz="2400" dirty="0" err="1"/>
              <a:t>print</a:t>
            </a:r>
            <a:r>
              <a:rPr lang="es-419" sz="2400" dirty="0"/>
              <a:t>(f"{i}. {</a:t>
            </a:r>
            <a:r>
              <a:rPr lang="es-419" sz="2400" dirty="0" err="1"/>
              <a:t>fruta.capitalize</a:t>
            </a:r>
            <a:r>
              <a:rPr lang="es-419" sz="2400" dirty="0"/>
              <a:t>():</a:t>
            </a:r>
            <a:r>
              <a:rPr lang="es-419" sz="2400" dirty="0">
                <a:highlight>
                  <a:srgbClr val="FFFF00"/>
                </a:highlight>
              </a:rPr>
              <a:t>&lt;10</a:t>
            </a:r>
            <a:r>
              <a:rPr lang="es-419" sz="2400" dirty="0"/>
              <a:t>} ${precio:.2f}")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4677F6-C0B0-4CD4-B744-4A1379A1E5E2}"/>
              </a:ext>
            </a:extLst>
          </p:cNvPr>
          <p:cNvSpPr txBox="1"/>
          <p:nvPr/>
        </p:nvSpPr>
        <p:spPr>
          <a:xfrm>
            <a:off x="4867057" y="7023439"/>
            <a:ext cx="6126677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Formato de alineación a la izquierda co</a:t>
            </a:r>
            <a:r>
              <a:rPr lang="es-ES" b="1" dirty="0">
                <a:highlight>
                  <a:srgbClr val="FFFF00"/>
                </a:highlight>
              </a:rPr>
              <a:t>n ancho de 10 posiciones</a:t>
            </a:r>
            <a:endParaRPr kumimoji="0" lang="es-419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95753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58C885-4D7D-4861-9E20-4FA7F4DFA1D5}"/>
              </a:ext>
            </a:extLst>
          </p:cNvPr>
          <p:cNvSpPr txBox="1"/>
          <p:nvPr/>
        </p:nvSpPr>
        <p:spPr>
          <a:xfrm>
            <a:off x="1691015" y="484728"/>
            <a:ext cx="7987822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– Acceso a Elementos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71822C-103D-44D5-9161-6CA20FA9A362}"/>
              </a:ext>
            </a:extLst>
          </p:cNvPr>
          <p:cNvSpPr txBox="1"/>
          <p:nvPr/>
        </p:nvSpPr>
        <p:spPr>
          <a:xfrm>
            <a:off x="284966" y="1548236"/>
            <a:ext cx="10587625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 err="1"/>
              <a:t>d_profesionales</a:t>
            </a:r>
            <a:r>
              <a:rPr lang="es-ES" sz="2400" dirty="0"/>
              <a:t> = {"nombre": "Laura", "edad": 30, "profesión": "Doctora"}</a:t>
            </a:r>
          </a:p>
          <a:p>
            <a:endParaRPr lang="es-ES" sz="2400" dirty="0"/>
          </a:p>
          <a:p>
            <a:r>
              <a:rPr lang="es-ES" sz="2400" dirty="0"/>
              <a:t># Acceso con </a:t>
            </a:r>
            <a:r>
              <a:rPr lang="es-ES" sz="2400" dirty="0" err="1"/>
              <a:t>get</a:t>
            </a:r>
            <a:r>
              <a:rPr lang="es-ES" sz="2400" dirty="0"/>
              <a:t>() 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/>
              <a:t>d_profesionales.</a:t>
            </a:r>
            <a:r>
              <a:rPr lang="es-ES" sz="2400" dirty="0" err="1">
                <a:highlight>
                  <a:srgbClr val="FFFF00"/>
                </a:highlight>
              </a:rPr>
              <a:t>get</a:t>
            </a:r>
            <a:r>
              <a:rPr lang="es-ES" sz="2400" dirty="0"/>
              <a:t>("</a:t>
            </a:r>
            <a:r>
              <a:rPr lang="es-ES" sz="2400" dirty="0">
                <a:highlight>
                  <a:srgbClr val="FFFF00"/>
                </a:highlight>
              </a:rPr>
              <a:t>edad</a:t>
            </a:r>
            <a:r>
              <a:rPr lang="es-ES" sz="2400" dirty="0"/>
              <a:t>")) </a:t>
            </a:r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/>
              <a:t>d_profesionales.get</a:t>
            </a:r>
            <a:r>
              <a:rPr lang="es-ES" sz="2400" dirty="0"/>
              <a:t>("teléfono")) # No existe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ACB4319-ADD5-4523-BE44-D4EE6C69044E}"/>
              </a:ext>
            </a:extLst>
          </p:cNvPr>
          <p:cNvCxnSpPr/>
          <p:nvPr/>
        </p:nvCxnSpPr>
        <p:spPr>
          <a:xfrm flipH="1">
            <a:off x="4597052" y="2517732"/>
            <a:ext cx="1453019" cy="601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3108809-434F-4164-9A24-A43A6E4997E4}"/>
              </a:ext>
            </a:extLst>
          </p:cNvPr>
          <p:cNvSpPr txBox="1"/>
          <p:nvPr/>
        </p:nvSpPr>
        <p:spPr>
          <a:xfrm>
            <a:off x="3346256" y="4943068"/>
            <a:ext cx="395460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Acceso para modificar valores: </a:t>
            </a:r>
            <a:endParaRPr kumimoji="0" lang="es-419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C3162D-8638-4D1A-A377-8909B2CA592B}"/>
              </a:ext>
            </a:extLst>
          </p:cNvPr>
          <p:cNvSpPr txBox="1"/>
          <p:nvPr/>
        </p:nvSpPr>
        <p:spPr>
          <a:xfrm>
            <a:off x="7440460" y="3537021"/>
            <a:ext cx="5924811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400" dirty="0" err="1"/>
              <a:t>d_personas</a:t>
            </a:r>
            <a:r>
              <a:rPr lang="es-ES" sz="2400" dirty="0"/>
              <a:t> = {"nombre": "Juan", "edad": 25}</a:t>
            </a:r>
          </a:p>
          <a:p>
            <a:endParaRPr lang="es-ES" sz="2400" dirty="0"/>
          </a:p>
          <a:p>
            <a:r>
              <a:rPr lang="es-ES" sz="2400" dirty="0"/>
              <a:t># Modificar valor existente</a:t>
            </a:r>
          </a:p>
          <a:p>
            <a:r>
              <a:rPr lang="es-ES" sz="2400" dirty="0" err="1"/>
              <a:t>d_personas</a:t>
            </a:r>
            <a:r>
              <a:rPr lang="es-ES" sz="2400" dirty="0"/>
              <a:t>["edad"] = 26</a:t>
            </a:r>
          </a:p>
          <a:p>
            <a:endParaRPr lang="es-ES" sz="2400" dirty="0"/>
          </a:p>
          <a:p>
            <a:r>
              <a:rPr lang="es-ES" sz="2400" dirty="0"/>
              <a:t># Agregar nuevo par clave-valor</a:t>
            </a:r>
          </a:p>
          <a:p>
            <a:r>
              <a:rPr lang="es-ES" sz="2400" dirty="0" err="1"/>
              <a:t>d_personas</a:t>
            </a:r>
            <a:r>
              <a:rPr lang="es-ES" sz="2400" dirty="0"/>
              <a:t>["ciudad"] = "Barcelona"</a:t>
            </a:r>
          </a:p>
          <a:p>
            <a:endParaRPr lang="es-ES" sz="2400" dirty="0"/>
          </a:p>
          <a:p>
            <a:r>
              <a:rPr lang="es-ES" sz="2400" dirty="0" err="1"/>
              <a:t>print</a:t>
            </a:r>
            <a:r>
              <a:rPr lang="es-ES" sz="2400" dirty="0"/>
              <a:t>(</a:t>
            </a:r>
            <a:r>
              <a:rPr lang="es-ES" sz="2400" dirty="0" err="1"/>
              <a:t>d_personas</a:t>
            </a:r>
            <a:r>
              <a:rPr lang="es-ES" sz="2400" dirty="0"/>
              <a:t>)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134418709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58C885-4D7D-4861-9E20-4FA7F4DFA1D5}"/>
              </a:ext>
            </a:extLst>
          </p:cNvPr>
          <p:cNvSpPr txBox="1"/>
          <p:nvPr/>
        </p:nvSpPr>
        <p:spPr>
          <a:xfrm>
            <a:off x="1691015" y="484728"/>
            <a:ext cx="7987822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–  Operaciones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3F4C56-1325-49FF-967F-99B17ED271F1}"/>
              </a:ext>
            </a:extLst>
          </p:cNvPr>
          <p:cNvSpPr txBox="1"/>
          <p:nvPr/>
        </p:nvSpPr>
        <p:spPr>
          <a:xfrm>
            <a:off x="338203" y="1634058"/>
            <a:ext cx="7002964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/>
              <a:t># Verificar si </a:t>
            </a:r>
            <a:r>
              <a:rPr lang="es-419" sz="2000" dirty="0">
                <a:highlight>
                  <a:srgbClr val="FFFF00"/>
                </a:highlight>
              </a:rPr>
              <a:t>clave existe</a:t>
            </a:r>
          </a:p>
          <a:p>
            <a:r>
              <a:rPr lang="es-419" sz="2000" dirty="0"/>
              <a:t>d_ inventario = {"manzanas": 10, "naranjas": 5, "plátanos": 8}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("manzanas" </a:t>
            </a:r>
            <a:r>
              <a:rPr lang="es-419" sz="2000" dirty="0">
                <a:highlight>
                  <a:srgbClr val="FFFF00"/>
                </a:highlight>
              </a:rPr>
              <a:t>in</a:t>
            </a:r>
            <a:r>
              <a:rPr lang="es-419" sz="2000" dirty="0"/>
              <a:t> </a:t>
            </a:r>
            <a:r>
              <a:rPr lang="es-419" sz="2000" dirty="0" err="1"/>
              <a:t>d_inventario</a:t>
            </a:r>
            <a:r>
              <a:rPr lang="es-419" sz="2000" dirty="0"/>
              <a:t>) 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("uvas" </a:t>
            </a:r>
            <a:r>
              <a:rPr lang="es-419" sz="2000" dirty="0">
                <a:highlight>
                  <a:srgbClr val="FFFF00"/>
                </a:highlight>
              </a:rPr>
              <a:t>in</a:t>
            </a:r>
            <a:r>
              <a:rPr lang="es-419" sz="2000" dirty="0"/>
              <a:t> </a:t>
            </a:r>
            <a:r>
              <a:rPr lang="es-419" sz="2000" dirty="0" err="1"/>
              <a:t>d_inventario</a:t>
            </a:r>
            <a:r>
              <a:rPr lang="es-419" sz="2000" dirty="0"/>
              <a:t>) False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("Manzanas" </a:t>
            </a:r>
            <a:r>
              <a:rPr lang="es-419" sz="2000" dirty="0">
                <a:highlight>
                  <a:srgbClr val="FFFF00"/>
                </a:highlight>
              </a:rPr>
              <a:t>in</a:t>
            </a:r>
            <a:r>
              <a:rPr lang="es-419" sz="2000" dirty="0"/>
              <a:t> </a:t>
            </a:r>
            <a:r>
              <a:rPr lang="es-419" sz="2000" dirty="0" err="1"/>
              <a:t>d_inventario</a:t>
            </a:r>
            <a:r>
              <a:rPr lang="es-419" sz="20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A5FDEDC-818D-4F25-8B52-E32EC9C3D1D9}"/>
              </a:ext>
            </a:extLst>
          </p:cNvPr>
          <p:cNvSpPr txBox="1"/>
          <p:nvPr/>
        </p:nvSpPr>
        <p:spPr>
          <a:xfrm>
            <a:off x="7341167" y="3032229"/>
            <a:ext cx="5961475" cy="406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000" dirty="0" err="1"/>
              <a:t>d_datos</a:t>
            </a:r>
            <a:r>
              <a:rPr lang="es-ES" sz="2000" dirty="0"/>
              <a:t> = {"a": 1, "b": 2, "c": 3, "d": 4}</a:t>
            </a:r>
          </a:p>
          <a:p>
            <a:endParaRPr lang="es-ES" sz="2000" dirty="0"/>
          </a:p>
          <a:p>
            <a:r>
              <a:rPr lang="es-ES" sz="2000" dirty="0"/>
              <a:t># Eliminar clave específica</a:t>
            </a:r>
          </a:p>
          <a:p>
            <a:r>
              <a:rPr lang="es-ES" sz="2000" dirty="0"/>
              <a:t>del </a:t>
            </a:r>
            <a:r>
              <a:rPr lang="es-ES" sz="2000" dirty="0" err="1"/>
              <a:t>d_datos</a:t>
            </a:r>
            <a:r>
              <a:rPr lang="es-ES" sz="2000" dirty="0"/>
              <a:t>["b"]</a:t>
            </a:r>
          </a:p>
          <a:p>
            <a:endParaRPr lang="es-ES" sz="2000" dirty="0"/>
          </a:p>
          <a:p>
            <a:r>
              <a:rPr lang="es-ES" sz="2000" dirty="0"/>
              <a:t># Eliminar y obtener valor</a:t>
            </a:r>
          </a:p>
          <a:p>
            <a:r>
              <a:rPr lang="es-ES" sz="2000" dirty="0"/>
              <a:t>valor =d_ </a:t>
            </a:r>
            <a:r>
              <a:rPr lang="es-ES" sz="2000" dirty="0" err="1"/>
              <a:t>datos.pop</a:t>
            </a:r>
            <a:r>
              <a:rPr lang="es-ES" sz="2000" dirty="0"/>
              <a:t>("c")</a:t>
            </a:r>
          </a:p>
          <a:p>
            <a:endParaRPr lang="es-ES" sz="2000" dirty="0"/>
          </a:p>
          <a:p>
            <a:r>
              <a:rPr lang="es-ES" sz="2000" dirty="0"/>
              <a:t># Eliminar último elemento insertado</a:t>
            </a:r>
          </a:p>
          <a:p>
            <a:r>
              <a:rPr lang="es-ES" sz="2000" dirty="0"/>
              <a:t>ultimo = </a:t>
            </a:r>
            <a:r>
              <a:rPr lang="es-ES" sz="2000" dirty="0" err="1"/>
              <a:t>d_datos.popitem</a:t>
            </a:r>
            <a:r>
              <a:rPr lang="es-ES" sz="2000" dirty="0"/>
              <a:t>()</a:t>
            </a:r>
          </a:p>
          <a:p>
            <a:endParaRPr lang="es-ES" sz="2000" dirty="0"/>
          </a:p>
          <a:p>
            <a:r>
              <a:rPr lang="es-ES" sz="2000" dirty="0"/>
              <a:t># Limpiar todo</a:t>
            </a:r>
          </a:p>
          <a:p>
            <a:r>
              <a:rPr lang="es-ES" sz="2000" dirty="0" err="1"/>
              <a:t>D_datos.clear</a:t>
            </a:r>
            <a:r>
              <a:rPr lang="es-ES" sz="2000" dirty="0"/>
              <a:t>()</a:t>
            </a:r>
            <a:endParaRPr lang="es-419" sz="2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00AE2A-6B27-44C6-91CF-C40F47AB2D63}"/>
              </a:ext>
            </a:extLst>
          </p:cNvPr>
          <p:cNvSpPr txBox="1"/>
          <p:nvPr/>
        </p:nvSpPr>
        <p:spPr>
          <a:xfrm>
            <a:off x="7341167" y="2491864"/>
            <a:ext cx="147796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2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uFillTx/>
                <a:latin typeface="Calibri"/>
                <a:ea typeface="Calibri"/>
                <a:cs typeface="Calibri"/>
                <a:sym typeface="Calibri"/>
              </a:rPr>
              <a:t>Eliminación</a:t>
            </a:r>
            <a:endParaRPr kumimoji="0" lang="es-419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FF0000"/>
              </a:highlight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27EBEB1-E4A2-4D64-BD3E-E3A3CC6E1E94}"/>
              </a:ext>
            </a:extLst>
          </p:cNvPr>
          <p:cNvCxnSpPr/>
          <p:nvPr/>
        </p:nvCxnSpPr>
        <p:spPr>
          <a:xfrm flipV="1">
            <a:off x="8819136" y="3394553"/>
            <a:ext cx="525280" cy="491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43DEE8C-9879-4DB2-8537-8C6E71E16D47}"/>
              </a:ext>
            </a:extLst>
          </p:cNvPr>
          <p:cNvCxnSpPr>
            <a:cxnSpLocks/>
          </p:cNvCxnSpPr>
          <p:nvPr/>
        </p:nvCxnSpPr>
        <p:spPr>
          <a:xfrm flipV="1">
            <a:off x="10186561" y="3394553"/>
            <a:ext cx="773713" cy="2397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6803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58C885-4D7D-4861-9E20-4FA7F4DFA1D5}"/>
              </a:ext>
            </a:extLst>
          </p:cNvPr>
          <p:cNvSpPr txBox="1"/>
          <p:nvPr/>
        </p:nvSpPr>
        <p:spPr>
          <a:xfrm>
            <a:off x="1691015" y="484728"/>
            <a:ext cx="7987822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–  Operaciones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BF32B4-88B9-402B-96DC-58A5D49388DF}"/>
              </a:ext>
            </a:extLst>
          </p:cNvPr>
          <p:cNvSpPr txBox="1"/>
          <p:nvPr/>
        </p:nvSpPr>
        <p:spPr>
          <a:xfrm>
            <a:off x="4656551" y="2064954"/>
            <a:ext cx="4211878" cy="4093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 err="1"/>
              <a:t>d_valores</a:t>
            </a:r>
            <a:r>
              <a:rPr lang="es-419" sz="2000" dirty="0"/>
              <a:t> = {"x": 10, "y": 20, "z": 30}</a:t>
            </a:r>
          </a:p>
          <a:p>
            <a:endParaRPr lang="es-419" sz="2000" dirty="0"/>
          </a:p>
          <a:p>
            <a:r>
              <a:rPr lang="es-419" sz="2000" dirty="0"/>
              <a:t># Obtener todas las claves</a:t>
            </a:r>
          </a:p>
          <a:p>
            <a:r>
              <a:rPr lang="es-419" sz="2000" dirty="0"/>
              <a:t>claves = </a:t>
            </a:r>
            <a:r>
              <a:rPr lang="es-419" sz="2000" dirty="0" err="1"/>
              <a:t>d_valores.keys</a:t>
            </a:r>
            <a:r>
              <a:rPr lang="es-419" sz="2000" dirty="0"/>
              <a:t>()</a:t>
            </a:r>
          </a:p>
          <a:p>
            <a:endParaRPr lang="es-419" sz="2000" dirty="0"/>
          </a:p>
          <a:p>
            <a:r>
              <a:rPr lang="es-419" sz="2000" dirty="0"/>
              <a:t># Obtener todos los valores</a:t>
            </a:r>
          </a:p>
          <a:p>
            <a:r>
              <a:rPr lang="es-419" sz="2000" dirty="0"/>
              <a:t>valores = </a:t>
            </a:r>
            <a:r>
              <a:rPr lang="es-419" sz="2000" dirty="0" err="1"/>
              <a:t>d_valores.values</a:t>
            </a:r>
            <a:r>
              <a:rPr lang="es-419" sz="2000" dirty="0"/>
              <a:t>()</a:t>
            </a:r>
          </a:p>
          <a:p>
            <a:endParaRPr lang="es-419" sz="2000" dirty="0"/>
          </a:p>
          <a:p>
            <a:r>
              <a:rPr lang="es-419" sz="2000" dirty="0"/>
              <a:t># Obtener todos los pares clave-valor</a:t>
            </a:r>
          </a:p>
          <a:p>
            <a:r>
              <a:rPr lang="es-419" sz="2000" dirty="0" err="1"/>
              <a:t>items</a:t>
            </a:r>
            <a:r>
              <a:rPr lang="es-419" sz="2000" dirty="0"/>
              <a:t> = </a:t>
            </a:r>
            <a:r>
              <a:rPr lang="es-419" sz="2000" dirty="0" err="1"/>
              <a:t>d_valores.items</a:t>
            </a:r>
            <a:r>
              <a:rPr lang="es-419" sz="2000" dirty="0"/>
              <a:t>() </a:t>
            </a:r>
          </a:p>
          <a:p>
            <a:endParaRPr lang="es-419" sz="2000" dirty="0"/>
          </a:p>
          <a:p>
            <a:r>
              <a:rPr lang="es-419" sz="2000" dirty="0"/>
              <a:t># Tamaño del diccionario</a:t>
            </a:r>
          </a:p>
          <a:p>
            <a:r>
              <a:rPr lang="es-419" sz="2000" dirty="0"/>
              <a:t>tamaño = </a:t>
            </a:r>
            <a:r>
              <a:rPr lang="es-419" sz="2000" dirty="0" err="1"/>
              <a:t>len</a:t>
            </a:r>
            <a:r>
              <a:rPr lang="es-419" sz="2000" dirty="0"/>
              <a:t>(</a:t>
            </a:r>
            <a:r>
              <a:rPr lang="es-419" sz="2000" dirty="0" err="1"/>
              <a:t>d_valores</a:t>
            </a:r>
            <a:r>
              <a:rPr lang="es-419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27809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DF9AFF-13D6-4661-825D-E01C10A213C0}"/>
              </a:ext>
            </a:extLst>
          </p:cNvPr>
          <p:cNvSpPr txBox="1"/>
          <p:nvPr/>
        </p:nvSpPr>
        <p:spPr>
          <a:xfrm>
            <a:off x="1691015" y="484728"/>
            <a:ext cx="7987822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sz="4000" dirty="0"/>
              <a:t>Diccionarios –  Ejemplo Uso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E0C922-DCB7-4E79-9766-A18ACC89BD92}"/>
              </a:ext>
            </a:extLst>
          </p:cNvPr>
          <p:cNvSpPr txBox="1"/>
          <p:nvPr/>
        </p:nvSpPr>
        <p:spPr>
          <a:xfrm>
            <a:off x="2980324" y="1531709"/>
            <a:ext cx="7856951" cy="47089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419" sz="2000" dirty="0" err="1"/>
              <a:t>d_producto</a:t>
            </a:r>
            <a:r>
              <a:rPr lang="es-419" sz="2000" dirty="0"/>
              <a:t> = {</a:t>
            </a:r>
          </a:p>
          <a:p>
            <a:r>
              <a:rPr lang="es-419" sz="2000" dirty="0"/>
              <a:t>    "id": 12345,</a:t>
            </a:r>
          </a:p>
          <a:p>
            <a:r>
              <a:rPr lang="es-419" sz="2000" dirty="0"/>
              <a:t>    "nombre": "Laptop </a:t>
            </a:r>
            <a:r>
              <a:rPr lang="es-419" sz="2000" dirty="0" err="1"/>
              <a:t>Gaming</a:t>
            </a:r>
            <a:r>
              <a:rPr lang="es-419" sz="2000" dirty="0"/>
              <a:t>",</a:t>
            </a:r>
          </a:p>
          <a:p>
            <a:r>
              <a:rPr lang="es-419" sz="2000" dirty="0"/>
              <a:t>    "precio": 999.99,</a:t>
            </a:r>
          </a:p>
          <a:p>
            <a:r>
              <a:rPr lang="es-419" sz="2000" dirty="0"/>
              <a:t>    "stock": True,</a:t>
            </a:r>
          </a:p>
          <a:p>
            <a:r>
              <a:rPr lang="es-419" sz="2000" dirty="0"/>
              <a:t>    "especificaciones": ["Intel i7", "16GB RAM", "512GB SSD"],</a:t>
            </a:r>
          </a:p>
          <a:p>
            <a:r>
              <a:rPr lang="es-419" sz="2000" dirty="0"/>
              <a:t>    "garantía": {</a:t>
            </a:r>
          </a:p>
          <a:p>
            <a:r>
              <a:rPr lang="es-419" sz="2000" dirty="0"/>
              <a:t>        "años": 2,</a:t>
            </a:r>
          </a:p>
          <a:p>
            <a:r>
              <a:rPr lang="es-419" sz="2000" dirty="0"/>
              <a:t>        "tipo": "Limitada"</a:t>
            </a:r>
          </a:p>
          <a:p>
            <a:r>
              <a:rPr lang="es-419" sz="2000" dirty="0"/>
              <a:t>    }</a:t>
            </a:r>
          </a:p>
          <a:p>
            <a:r>
              <a:rPr lang="es-419" sz="2000" dirty="0"/>
              <a:t>}</a:t>
            </a:r>
          </a:p>
          <a:p>
            <a:endParaRPr lang="es-419" sz="2000" dirty="0"/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f“dProducto</a:t>
            </a:r>
            <a:r>
              <a:rPr lang="es-419" sz="2000" dirty="0"/>
              <a:t>: {</a:t>
            </a:r>
            <a:r>
              <a:rPr lang="es-419" sz="2000" dirty="0" err="1"/>
              <a:t>d_producto</a:t>
            </a:r>
            <a:r>
              <a:rPr lang="es-419" sz="2000" dirty="0"/>
              <a:t>['nombre']}")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f"Precio</a:t>
            </a:r>
            <a:r>
              <a:rPr lang="es-419" sz="2000" dirty="0"/>
              <a:t>: ${</a:t>
            </a:r>
            <a:r>
              <a:rPr lang="es-419" sz="2000" dirty="0" err="1"/>
              <a:t>d_producto</a:t>
            </a:r>
            <a:r>
              <a:rPr lang="es-419" sz="2000" dirty="0"/>
              <a:t>['precio']}")</a:t>
            </a:r>
          </a:p>
          <a:p>
            <a:r>
              <a:rPr lang="es-419" sz="2000" dirty="0" err="1"/>
              <a:t>print</a:t>
            </a:r>
            <a:r>
              <a:rPr lang="es-419" sz="2000" dirty="0"/>
              <a:t>(</a:t>
            </a:r>
            <a:r>
              <a:rPr lang="es-419" sz="2000" dirty="0" err="1"/>
              <a:t>f"En</a:t>
            </a:r>
            <a:r>
              <a:rPr lang="es-419" sz="2000" dirty="0"/>
              <a:t> stock: {'Sí' </a:t>
            </a:r>
            <a:r>
              <a:rPr lang="es-419" sz="2000" dirty="0" err="1"/>
              <a:t>if</a:t>
            </a:r>
            <a:r>
              <a:rPr lang="es-419" sz="2000" dirty="0"/>
              <a:t> </a:t>
            </a:r>
            <a:r>
              <a:rPr lang="es-419" sz="2000" dirty="0" err="1"/>
              <a:t>d_producto</a:t>
            </a:r>
            <a:r>
              <a:rPr lang="es-419" sz="2000" dirty="0"/>
              <a:t>['stock'] </a:t>
            </a:r>
            <a:r>
              <a:rPr lang="es-419" sz="2000" dirty="0" err="1"/>
              <a:t>else</a:t>
            </a:r>
            <a:r>
              <a:rPr lang="es-419" sz="2000" dirty="0"/>
              <a:t> 'No'}")</a:t>
            </a:r>
          </a:p>
        </p:txBody>
      </p:sp>
    </p:spTree>
    <p:extLst>
      <p:ext uri="{BB962C8B-B14F-4D97-AF65-F5344CB8AC3E}">
        <p14:creationId xmlns:p14="http://schemas.microsoft.com/office/powerpoint/2010/main" val="84463404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1_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1_Tema de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1_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0" ma:contentTypeDescription="Create a new document." ma:contentTypeScope="" ma:versionID="7d1db59624dbc79bd5c480d19ce3b6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3bf7a643b81e0364fd4b57d70b3d5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DAE29-CB70-4C0B-B4B8-C1B6ECF352F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D1A7A97-3319-40B3-AD7D-F589667D6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7D708C8-AE8E-4398-9FF6-5496B4D2E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1027</Words>
  <Application>Microsoft Office PowerPoint</Application>
  <PresentationFormat>Personalizado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Arial Narrow</vt:lpstr>
      <vt:lpstr>Calibri</vt:lpstr>
      <vt:lpstr>Helvetica</vt:lpstr>
      <vt:lpstr>Helvetica Neue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Cesar Augusto Lopez Gallego</cp:lastModifiedBy>
  <cp:revision>35</cp:revision>
  <dcterms:modified xsi:type="dcterms:W3CDTF">2025-11-25T16:40:31Z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