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4"/>
  </p:sldMasterIdLst>
  <p:notesMasterIdLst>
    <p:notesMasterId r:id="rId16"/>
  </p:notesMasterIdLst>
  <p:sldIdLst>
    <p:sldId id="256" r:id="rId5"/>
    <p:sldId id="257" r:id="rId6"/>
    <p:sldId id="258" r:id="rId7"/>
    <p:sldId id="285" r:id="rId8"/>
    <p:sldId id="286" r:id="rId9"/>
    <p:sldId id="288" r:id="rId10"/>
    <p:sldId id="289" r:id="rId11"/>
    <p:sldId id="266" r:id="rId12"/>
    <p:sldId id="292" r:id="rId13"/>
    <p:sldId id="293" r:id="rId14"/>
    <p:sldId id="295" r:id="rId15"/>
  </p:sldIdLst>
  <p:sldSz cx="12179300" cy="6858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1pPr>
    <a:lvl2pPr marL="0" marR="0" indent="4572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2pPr>
    <a:lvl3pPr marL="0" marR="0" indent="9144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3pPr>
    <a:lvl4pPr marL="0" marR="0" indent="13716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4pPr>
    <a:lvl5pPr marL="0" marR="0" indent="18288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5pPr>
    <a:lvl6pPr marL="0" marR="0" indent="22860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6pPr>
    <a:lvl7pPr marL="0" marR="0" indent="27432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7pPr>
    <a:lvl8pPr marL="0" marR="0" indent="32004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8pPr>
    <a:lvl9pPr marL="0" marR="0" indent="36576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FD7E7"/>
          </a:solidFill>
        </a:fill>
      </a:tcStyle>
    </a:wholeTbl>
    <a:band2H>
      <a:tcTxStyle/>
      <a:tcStyle>
        <a:tcBdr/>
        <a:fill>
          <a:solidFill>
            <a:srgbClr val="E8ECF4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EE7D0"/>
          </a:solidFill>
        </a:fill>
      </a:tcStyle>
    </a:wholeTbl>
    <a:band2H>
      <a:tcTxStyle/>
      <a:tcStyle>
        <a:tcBdr/>
        <a:fill>
          <a:solidFill>
            <a:srgbClr val="EFF3E9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FCDCCE"/>
          </a:solidFill>
        </a:fill>
      </a:tcStyle>
    </a:wholeTbl>
    <a:band2H>
      <a:tcTxStyle/>
      <a:tcStyle>
        <a:tcBdr/>
        <a:fill>
          <a:solidFill>
            <a:srgbClr val="FDEEE8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/>
      <a:tcStyle>
        <a:tcBdr/>
        <a:fill>
          <a:solidFill>
            <a:srgbClr val="E6E6E6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3" d="100"/>
          <a:sy n="63" d="100"/>
        </p:scale>
        <p:origin x="91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microsoft.com/office/2016/11/relationships/changesInfo" Target="changesInfos/changesInfo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esar Augusto Lopez Gallego" userId="0dfa9112-9251-4882-b472-cf2dfcee09d1" providerId="ADAL" clId="{98244C27-CCA0-46AF-BCDF-9E0532E0128E}"/>
    <pc:docChg chg="delSld">
      <pc:chgData name="Cesar Augusto Lopez Gallego" userId="0dfa9112-9251-4882-b472-cf2dfcee09d1" providerId="ADAL" clId="{98244C27-CCA0-46AF-BCDF-9E0532E0128E}" dt="2025-11-18T22:33:49.982" v="1" actId="47"/>
      <pc:docMkLst>
        <pc:docMk/>
      </pc:docMkLst>
      <pc:sldChg chg="del">
        <pc:chgData name="Cesar Augusto Lopez Gallego" userId="0dfa9112-9251-4882-b472-cf2dfcee09d1" providerId="ADAL" clId="{98244C27-CCA0-46AF-BCDF-9E0532E0128E}" dt="2025-11-18T22:33:49.982" v="1" actId="47"/>
        <pc:sldMkLst>
          <pc:docMk/>
          <pc:sldMk cId="1537225639" sldId="264"/>
        </pc:sldMkLst>
      </pc:sldChg>
      <pc:sldChg chg="del">
        <pc:chgData name="Cesar Augusto Lopez Gallego" userId="0dfa9112-9251-4882-b472-cf2dfcee09d1" providerId="ADAL" clId="{98244C27-CCA0-46AF-BCDF-9E0532E0128E}" dt="2025-11-18T22:33:44.547" v="0" actId="47"/>
        <pc:sldMkLst>
          <pc:docMk/>
          <pc:sldMk cId="2274396062" sldId="280"/>
        </pc:sldMkLst>
      </pc:sldChg>
      <pc:sldChg chg="del">
        <pc:chgData name="Cesar Augusto Lopez Gallego" userId="0dfa9112-9251-4882-b472-cf2dfcee09d1" providerId="ADAL" clId="{98244C27-CCA0-46AF-BCDF-9E0532E0128E}" dt="2025-11-18T22:33:44.547" v="0" actId="47"/>
        <pc:sldMkLst>
          <pc:docMk/>
          <pc:sldMk cId="1470538251" sldId="290"/>
        </pc:sldMkLst>
      </pc:sldChg>
      <pc:sldChg chg="del">
        <pc:chgData name="Cesar Augusto Lopez Gallego" userId="0dfa9112-9251-4882-b472-cf2dfcee09d1" providerId="ADAL" clId="{98244C27-CCA0-46AF-BCDF-9E0532E0128E}" dt="2025-11-18T22:33:44.547" v="0" actId="47"/>
        <pc:sldMkLst>
          <pc:docMk/>
          <pc:sldMk cId="2176449756" sldId="291"/>
        </pc:sldMkLst>
      </pc:sldChg>
    </pc:docChg>
  </pc:docChgLst>
  <pc:docChgLst>
    <pc:chgData name="Cesar Augusto Lopez Gallego" userId="0dfa9112-9251-4882-b472-cf2dfcee09d1" providerId="ADAL" clId="{168F3810-D092-494E-AF76-0E927501EEAA}"/>
    <pc:docChg chg="undo redo custSel addSld delSld modSld">
      <pc:chgData name="Cesar Augusto Lopez Gallego" userId="0dfa9112-9251-4882-b472-cf2dfcee09d1" providerId="ADAL" clId="{168F3810-D092-494E-AF76-0E927501EEAA}" dt="2025-11-18T22:31:10.980" v="937" actId="20577"/>
      <pc:docMkLst>
        <pc:docMk/>
      </pc:docMkLst>
      <pc:sldChg chg="modSp">
        <pc:chgData name="Cesar Augusto Lopez Gallego" userId="0dfa9112-9251-4882-b472-cf2dfcee09d1" providerId="ADAL" clId="{168F3810-D092-494E-AF76-0E927501EEAA}" dt="2025-11-18T14:54:16.209" v="0"/>
        <pc:sldMkLst>
          <pc:docMk/>
          <pc:sldMk cId="0" sldId="256"/>
        </pc:sldMkLst>
        <pc:spChg chg="mod">
          <ac:chgData name="Cesar Augusto Lopez Gallego" userId="0dfa9112-9251-4882-b472-cf2dfcee09d1" providerId="ADAL" clId="{168F3810-D092-494E-AF76-0E927501EEAA}" dt="2025-11-18T14:54:16.209" v="0"/>
          <ac:spMkLst>
            <pc:docMk/>
            <pc:sldMk cId="0" sldId="256"/>
            <ac:spMk id="95" creationId="{00000000-0000-0000-0000-000000000000}"/>
          </ac:spMkLst>
        </pc:spChg>
      </pc:sldChg>
      <pc:sldChg chg="addSp modSp mod">
        <pc:chgData name="Cesar Augusto Lopez Gallego" userId="0dfa9112-9251-4882-b472-cf2dfcee09d1" providerId="ADAL" clId="{168F3810-D092-494E-AF76-0E927501EEAA}" dt="2025-11-18T16:01:25.753" v="122" actId="1076"/>
        <pc:sldMkLst>
          <pc:docMk/>
          <pc:sldMk cId="0" sldId="257"/>
        </pc:sldMkLst>
        <pc:spChg chg="mod">
          <ac:chgData name="Cesar Augusto Lopez Gallego" userId="0dfa9112-9251-4882-b472-cf2dfcee09d1" providerId="ADAL" clId="{168F3810-D092-494E-AF76-0E927501EEAA}" dt="2025-11-18T15:59:13.180" v="116" actId="12"/>
          <ac:spMkLst>
            <pc:docMk/>
            <pc:sldMk cId="0" sldId="257"/>
            <ac:spMk id="99" creationId="{00000000-0000-0000-0000-000000000000}"/>
          </ac:spMkLst>
        </pc:spChg>
        <pc:picChg chg="add mod">
          <ac:chgData name="Cesar Augusto Lopez Gallego" userId="0dfa9112-9251-4882-b472-cf2dfcee09d1" providerId="ADAL" clId="{168F3810-D092-494E-AF76-0E927501EEAA}" dt="2025-11-18T16:01:25.753" v="122" actId="1076"/>
          <ac:picMkLst>
            <pc:docMk/>
            <pc:sldMk cId="0" sldId="257"/>
            <ac:picMk id="5" creationId="{61E61D11-B6EC-44D0-AA39-224200C122AF}"/>
          </ac:picMkLst>
        </pc:picChg>
        <pc:picChg chg="mod">
          <ac:chgData name="Cesar Augusto Lopez Gallego" userId="0dfa9112-9251-4882-b472-cf2dfcee09d1" providerId="ADAL" clId="{168F3810-D092-494E-AF76-0E927501EEAA}" dt="2025-11-18T15:58:33.491" v="115" actId="1076"/>
          <ac:picMkLst>
            <pc:docMk/>
            <pc:sldMk cId="0" sldId="257"/>
            <ac:picMk id="97" creationId="{00000000-0000-0000-0000-000000000000}"/>
          </ac:picMkLst>
        </pc:picChg>
      </pc:sldChg>
      <pc:sldChg chg="delSp modSp mod">
        <pc:chgData name="Cesar Augusto Lopez Gallego" userId="0dfa9112-9251-4882-b472-cf2dfcee09d1" providerId="ADAL" clId="{168F3810-D092-494E-AF76-0E927501EEAA}" dt="2025-11-18T20:41:24.310" v="281" actId="1076"/>
        <pc:sldMkLst>
          <pc:docMk/>
          <pc:sldMk cId="0" sldId="258"/>
        </pc:sldMkLst>
        <pc:spChg chg="mod">
          <ac:chgData name="Cesar Augusto Lopez Gallego" userId="0dfa9112-9251-4882-b472-cf2dfcee09d1" providerId="ADAL" clId="{168F3810-D092-494E-AF76-0E927501EEAA}" dt="2025-11-18T15:57:25.953" v="103" actId="403"/>
          <ac:spMkLst>
            <pc:docMk/>
            <pc:sldMk cId="0" sldId="258"/>
            <ac:spMk id="102" creationId="{00000000-0000-0000-0000-000000000000}"/>
          </ac:spMkLst>
        </pc:spChg>
        <pc:spChg chg="mod">
          <ac:chgData name="Cesar Augusto Lopez Gallego" userId="0dfa9112-9251-4882-b472-cf2dfcee09d1" providerId="ADAL" clId="{168F3810-D092-494E-AF76-0E927501EEAA}" dt="2025-11-18T20:41:24.310" v="281" actId="1076"/>
          <ac:spMkLst>
            <pc:docMk/>
            <pc:sldMk cId="0" sldId="258"/>
            <ac:spMk id="103" creationId="{00000000-0000-0000-0000-000000000000}"/>
          </ac:spMkLst>
        </pc:spChg>
        <pc:spChg chg="mod">
          <ac:chgData name="Cesar Augusto Lopez Gallego" userId="0dfa9112-9251-4882-b472-cf2dfcee09d1" providerId="ADAL" clId="{168F3810-D092-494E-AF76-0E927501EEAA}" dt="2025-11-18T20:41:15.747" v="279" actId="1076"/>
          <ac:spMkLst>
            <pc:docMk/>
            <pc:sldMk cId="0" sldId="258"/>
            <ac:spMk id="104" creationId="{00000000-0000-0000-0000-000000000000}"/>
          </ac:spMkLst>
        </pc:spChg>
        <pc:spChg chg="del mod">
          <ac:chgData name="Cesar Augusto Lopez Gallego" userId="0dfa9112-9251-4882-b472-cf2dfcee09d1" providerId="ADAL" clId="{168F3810-D092-494E-AF76-0E927501EEAA}" dt="2025-11-18T20:41:11.752" v="278" actId="478"/>
          <ac:spMkLst>
            <pc:docMk/>
            <pc:sldMk cId="0" sldId="258"/>
            <ac:spMk id="105" creationId="{00000000-0000-0000-0000-000000000000}"/>
          </ac:spMkLst>
        </pc:spChg>
        <pc:picChg chg="mod">
          <ac:chgData name="Cesar Augusto Lopez Gallego" userId="0dfa9112-9251-4882-b472-cf2dfcee09d1" providerId="ADAL" clId="{168F3810-D092-494E-AF76-0E927501EEAA}" dt="2025-11-18T15:55:50.977" v="90" actId="1076"/>
          <ac:picMkLst>
            <pc:docMk/>
            <pc:sldMk cId="0" sldId="258"/>
            <ac:picMk id="101" creationId="{00000000-0000-0000-0000-000000000000}"/>
          </ac:picMkLst>
        </pc:picChg>
      </pc:sldChg>
      <pc:sldChg chg="del">
        <pc:chgData name="Cesar Augusto Lopez Gallego" userId="0dfa9112-9251-4882-b472-cf2dfcee09d1" providerId="ADAL" clId="{168F3810-D092-494E-AF76-0E927501EEAA}" dt="2025-11-18T15:56:52.564" v="97" actId="47"/>
        <pc:sldMkLst>
          <pc:docMk/>
          <pc:sldMk cId="0" sldId="259"/>
        </pc:sldMkLst>
      </pc:sldChg>
      <pc:sldChg chg="del">
        <pc:chgData name="Cesar Augusto Lopez Gallego" userId="0dfa9112-9251-4882-b472-cf2dfcee09d1" providerId="ADAL" clId="{168F3810-D092-494E-AF76-0E927501EEAA}" dt="2025-11-18T15:56:52.564" v="97" actId="47"/>
        <pc:sldMkLst>
          <pc:docMk/>
          <pc:sldMk cId="0" sldId="260"/>
        </pc:sldMkLst>
      </pc:sldChg>
      <pc:sldChg chg="del">
        <pc:chgData name="Cesar Augusto Lopez Gallego" userId="0dfa9112-9251-4882-b472-cf2dfcee09d1" providerId="ADAL" clId="{168F3810-D092-494E-AF76-0E927501EEAA}" dt="2025-11-18T15:56:52.564" v="97" actId="47"/>
        <pc:sldMkLst>
          <pc:docMk/>
          <pc:sldMk cId="0" sldId="261"/>
        </pc:sldMkLst>
      </pc:sldChg>
      <pc:sldChg chg="del">
        <pc:chgData name="Cesar Augusto Lopez Gallego" userId="0dfa9112-9251-4882-b472-cf2dfcee09d1" providerId="ADAL" clId="{168F3810-D092-494E-AF76-0E927501EEAA}" dt="2025-11-18T15:56:52.564" v="97" actId="47"/>
        <pc:sldMkLst>
          <pc:docMk/>
          <pc:sldMk cId="0" sldId="262"/>
        </pc:sldMkLst>
      </pc:sldChg>
      <pc:sldChg chg="del">
        <pc:chgData name="Cesar Augusto Lopez Gallego" userId="0dfa9112-9251-4882-b472-cf2dfcee09d1" providerId="ADAL" clId="{168F3810-D092-494E-AF76-0E927501EEAA}" dt="2025-11-18T15:59:54.657" v="120" actId="47"/>
        <pc:sldMkLst>
          <pc:docMk/>
          <pc:sldMk cId="0" sldId="263"/>
        </pc:sldMkLst>
      </pc:sldChg>
      <pc:sldChg chg="add">
        <pc:chgData name="Cesar Augusto Lopez Gallego" userId="0dfa9112-9251-4882-b472-cf2dfcee09d1" providerId="ADAL" clId="{168F3810-D092-494E-AF76-0E927501EEAA}" dt="2025-11-18T22:23:30.030" v="897"/>
        <pc:sldMkLst>
          <pc:docMk/>
          <pc:sldMk cId="1537225639" sldId="264"/>
        </pc:sldMkLst>
      </pc:sldChg>
      <pc:sldChg chg="modSp del mod">
        <pc:chgData name="Cesar Augusto Lopez Gallego" userId="0dfa9112-9251-4882-b472-cf2dfcee09d1" providerId="ADAL" clId="{168F3810-D092-494E-AF76-0E927501EEAA}" dt="2025-11-18T22:23:25.974" v="896" actId="2696"/>
        <pc:sldMkLst>
          <pc:docMk/>
          <pc:sldMk cId="1537225639" sldId="264"/>
        </pc:sldMkLst>
        <pc:spChg chg="mod">
          <ac:chgData name="Cesar Augusto Lopez Gallego" userId="0dfa9112-9251-4882-b472-cf2dfcee09d1" providerId="ADAL" clId="{168F3810-D092-494E-AF76-0E927501EEAA}" dt="2025-11-18T21:15:59.495" v="297" actId="404"/>
          <ac:spMkLst>
            <pc:docMk/>
            <pc:sldMk cId="1537225639" sldId="264"/>
            <ac:spMk id="139" creationId="{00000000-0000-0000-0000-000000000000}"/>
          </ac:spMkLst>
        </pc:spChg>
        <pc:spChg chg="mod">
          <ac:chgData name="Cesar Augusto Lopez Gallego" userId="0dfa9112-9251-4882-b472-cf2dfcee09d1" providerId="ADAL" clId="{168F3810-D092-494E-AF76-0E927501EEAA}" dt="2025-11-18T21:16:02.547" v="298" actId="14100"/>
          <ac:spMkLst>
            <pc:docMk/>
            <pc:sldMk cId="1537225639" sldId="264"/>
            <ac:spMk id="140" creationId="{00000000-0000-0000-0000-000000000000}"/>
          </ac:spMkLst>
        </pc:spChg>
        <pc:picChg chg="mod">
          <ac:chgData name="Cesar Augusto Lopez Gallego" userId="0dfa9112-9251-4882-b472-cf2dfcee09d1" providerId="ADAL" clId="{168F3810-D092-494E-AF76-0E927501EEAA}" dt="2025-11-18T21:16:04.955" v="299" actId="1076"/>
          <ac:picMkLst>
            <pc:docMk/>
            <pc:sldMk cId="1537225639" sldId="264"/>
            <ac:picMk id="137" creationId="{00000000-0000-0000-0000-000000000000}"/>
          </ac:picMkLst>
        </pc:picChg>
      </pc:sldChg>
      <pc:sldChg chg="del">
        <pc:chgData name="Cesar Augusto Lopez Gallego" userId="0dfa9112-9251-4882-b472-cf2dfcee09d1" providerId="ADAL" clId="{168F3810-D092-494E-AF76-0E927501EEAA}" dt="2025-11-18T16:09:30.134" v="219" actId="47"/>
        <pc:sldMkLst>
          <pc:docMk/>
          <pc:sldMk cId="0" sldId="265"/>
        </pc:sldMkLst>
      </pc:sldChg>
      <pc:sldChg chg="addSp delSp modSp mod">
        <pc:chgData name="Cesar Augusto Lopez Gallego" userId="0dfa9112-9251-4882-b472-cf2dfcee09d1" providerId="ADAL" clId="{168F3810-D092-494E-AF76-0E927501EEAA}" dt="2025-11-18T22:20:04.891" v="892" actId="1076"/>
        <pc:sldMkLst>
          <pc:docMk/>
          <pc:sldMk cId="0" sldId="266"/>
        </pc:sldMkLst>
        <pc:spChg chg="mod">
          <ac:chgData name="Cesar Augusto Lopez Gallego" userId="0dfa9112-9251-4882-b472-cf2dfcee09d1" providerId="ADAL" clId="{168F3810-D092-494E-AF76-0E927501EEAA}" dt="2025-11-18T22:20:04.891" v="892" actId="1076"/>
          <ac:spMkLst>
            <pc:docMk/>
            <pc:sldMk cId="0" sldId="266"/>
            <ac:spMk id="148" creationId="{00000000-0000-0000-0000-000000000000}"/>
          </ac:spMkLst>
        </pc:spChg>
        <pc:picChg chg="mod">
          <ac:chgData name="Cesar Augusto Lopez Gallego" userId="0dfa9112-9251-4882-b472-cf2dfcee09d1" providerId="ADAL" clId="{168F3810-D092-494E-AF76-0E927501EEAA}" dt="2025-11-18T22:20:01.702" v="891" actId="1076"/>
          <ac:picMkLst>
            <pc:docMk/>
            <pc:sldMk cId="0" sldId="266"/>
            <ac:picMk id="146" creationId="{00000000-0000-0000-0000-000000000000}"/>
          </ac:picMkLst>
        </pc:picChg>
        <pc:picChg chg="add del">
          <ac:chgData name="Cesar Augusto Lopez Gallego" userId="0dfa9112-9251-4882-b472-cf2dfcee09d1" providerId="ADAL" clId="{168F3810-D092-494E-AF76-0E927501EEAA}" dt="2025-11-18T22:19:43.119" v="885" actId="478"/>
          <ac:picMkLst>
            <pc:docMk/>
            <pc:sldMk cId="0" sldId="266"/>
            <ac:picMk id="149" creationId="{00000000-0000-0000-0000-000000000000}"/>
          </ac:picMkLst>
        </pc:picChg>
      </pc:sldChg>
      <pc:sldChg chg="del">
        <pc:chgData name="Cesar Augusto Lopez Gallego" userId="0dfa9112-9251-4882-b472-cf2dfcee09d1" providerId="ADAL" clId="{168F3810-D092-494E-AF76-0E927501EEAA}" dt="2025-11-18T21:16:09.918" v="300" actId="47"/>
        <pc:sldMkLst>
          <pc:docMk/>
          <pc:sldMk cId="0" sldId="267"/>
        </pc:sldMkLst>
      </pc:sldChg>
      <pc:sldChg chg="del">
        <pc:chgData name="Cesar Augusto Lopez Gallego" userId="0dfa9112-9251-4882-b472-cf2dfcee09d1" providerId="ADAL" clId="{168F3810-D092-494E-AF76-0E927501EEAA}" dt="2025-11-18T22:07:49.119" v="804" actId="47"/>
        <pc:sldMkLst>
          <pc:docMk/>
          <pc:sldMk cId="0" sldId="268"/>
        </pc:sldMkLst>
      </pc:sldChg>
      <pc:sldChg chg="modSp del">
        <pc:chgData name="Cesar Augusto Lopez Gallego" userId="0dfa9112-9251-4882-b472-cf2dfcee09d1" providerId="ADAL" clId="{168F3810-D092-494E-AF76-0E927501EEAA}" dt="2025-11-18T21:16:17.275" v="301" actId="47"/>
        <pc:sldMkLst>
          <pc:docMk/>
          <pc:sldMk cId="0" sldId="269"/>
        </pc:sldMkLst>
        <pc:spChg chg="mod">
          <ac:chgData name="Cesar Augusto Lopez Gallego" userId="0dfa9112-9251-4882-b472-cf2dfcee09d1" providerId="ADAL" clId="{168F3810-D092-494E-AF76-0E927501EEAA}" dt="2025-11-18T14:54:16.209" v="0"/>
          <ac:spMkLst>
            <pc:docMk/>
            <pc:sldMk cId="0" sldId="269"/>
            <ac:spMk id="160" creationId="{00000000-0000-0000-0000-000000000000}"/>
          </ac:spMkLst>
        </pc:spChg>
      </pc:sldChg>
      <pc:sldChg chg="modSp del">
        <pc:chgData name="Cesar Augusto Lopez Gallego" userId="0dfa9112-9251-4882-b472-cf2dfcee09d1" providerId="ADAL" clId="{168F3810-D092-494E-AF76-0E927501EEAA}" dt="2025-11-18T21:16:17.275" v="301" actId="47"/>
        <pc:sldMkLst>
          <pc:docMk/>
          <pc:sldMk cId="0" sldId="270"/>
        </pc:sldMkLst>
        <pc:spChg chg="mod">
          <ac:chgData name="Cesar Augusto Lopez Gallego" userId="0dfa9112-9251-4882-b472-cf2dfcee09d1" providerId="ADAL" clId="{168F3810-D092-494E-AF76-0E927501EEAA}" dt="2025-11-18T14:54:16.209" v="0"/>
          <ac:spMkLst>
            <pc:docMk/>
            <pc:sldMk cId="0" sldId="270"/>
            <ac:spMk id="163" creationId="{00000000-0000-0000-0000-000000000000}"/>
          </ac:spMkLst>
        </pc:spChg>
        <pc:spChg chg="mod">
          <ac:chgData name="Cesar Augusto Lopez Gallego" userId="0dfa9112-9251-4882-b472-cf2dfcee09d1" providerId="ADAL" clId="{168F3810-D092-494E-AF76-0E927501EEAA}" dt="2025-11-18T14:54:16.209" v="0"/>
          <ac:spMkLst>
            <pc:docMk/>
            <pc:sldMk cId="0" sldId="270"/>
            <ac:spMk id="164" creationId="{00000000-0000-0000-0000-000000000000}"/>
          </ac:spMkLst>
        </pc:spChg>
      </pc:sldChg>
      <pc:sldChg chg="del">
        <pc:chgData name="Cesar Augusto Lopez Gallego" userId="0dfa9112-9251-4882-b472-cf2dfcee09d1" providerId="ADAL" clId="{168F3810-D092-494E-AF76-0E927501EEAA}" dt="2025-11-18T21:16:17.275" v="301" actId="47"/>
        <pc:sldMkLst>
          <pc:docMk/>
          <pc:sldMk cId="0" sldId="271"/>
        </pc:sldMkLst>
      </pc:sldChg>
      <pc:sldChg chg="modSp del">
        <pc:chgData name="Cesar Augusto Lopez Gallego" userId="0dfa9112-9251-4882-b472-cf2dfcee09d1" providerId="ADAL" clId="{168F3810-D092-494E-AF76-0E927501EEAA}" dt="2025-11-18T21:16:17.275" v="301" actId="47"/>
        <pc:sldMkLst>
          <pc:docMk/>
          <pc:sldMk cId="0" sldId="272"/>
        </pc:sldMkLst>
        <pc:spChg chg="mod">
          <ac:chgData name="Cesar Augusto Lopez Gallego" userId="0dfa9112-9251-4882-b472-cf2dfcee09d1" providerId="ADAL" clId="{168F3810-D092-494E-AF76-0E927501EEAA}" dt="2025-11-18T14:54:16.209" v="0"/>
          <ac:spMkLst>
            <pc:docMk/>
            <pc:sldMk cId="0" sldId="272"/>
            <ac:spMk id="175" creationId="{00000000-0000-0000-0000-000000000000}"/>
          </ac:spMkLst>
        </pc:spChg>
        <pc:spChg chg="mod">
          <ac:chgData name="Cesar Augusto Lopez Gallego" userId="0dfa9112-9251-4882-b472-cf2dfcee09d1" providerId="ADAL" clId="{168F3810-D092-494E-AF76-0E927501EEAA}" dt="2025-11-18T14:54:16.209" v="0"/>
          <ac:spMkLst>
            <pc:docMk/>
            <pc:sldMk cId="0" sldId="272"/>
            <ac:spMk id="177" creationId="{00000000-0000-0000-0000-000000000000}"/>
          </ac:spMkLst>
        </pc:spChg>
      </pc:sldChg>
      <pc:sldChg chg="modSp del">
        <pc:chgData name="Cesar Augusto Lopez Gallego" userId="0dfa9112-9251-4882-b472-cf2dfcee09d1" providerId="ADAL" clId="{168F3810-D092-494E-AF76-0E927501EEAA}" dt="2025-11-18T21:16:17.275" v="301" actId="47"/>
        <pc:sldMkLst>
          <pc:docMk/>
          <pc:sldMk cId="0" sldId="273"/>
        </pc:sldMkLst>
        <pc:spChg chg="mod">
          <ac:chgData name="Cesar Augusto Lopez Gallego" userId="0dfa9112-9251-4882-b472-cf2dfcee09d1" providerId="ADAL" clId="{168F3810-D092-494E-AF76-0E927501EEAA}" dt="2025-11-18T14:54:16.209" v="0"/>
          <ac:spMkLst>
            <pc:docMk/>
            <pc:sldMk cId="0" sldId="273"/>
            <ac:spMk id="181" creationId="{00000000-0000-0000-0000-000000000000}"/>
          </ac:spMkLst>
        </pc:spChg>
        <pc:spChg chg="mod">
          <ac:chgData name="Cesar Augusto Lopez Gallego" userId="0dfa9112-9251-4882-b472-cf2dfcee09d1" providerId="ADAL" clId="{168F3810-D092-494E-AF76-0E927501EEAA}" dt="2025-11-18T14:54:16.209" v="0"/>
          <ac:spMkLst>
            <pc:docMk/>
            <pc:sldMk cId="0" sldId="273"/>
            <ac:spMk id="183" creationId="{00000000-0000-0000-0000-000000000000}"/>
          </ac:spMkLst>
        </pc:spChg>
      </pc:sldChg>
      <pc:sldChg chg="modSp del">
        <pc:chgData name="Cesar Augusto Lopez Gallego" userId="0dfa9112-9251-4882-b472-cf2dfcee09d1" providerId="ADAL" clId="{168F3810-D092-494E-AF76-0E927501EEAA}" dt="2025-11-18T21:16:17.275" v="301" actId="47"/>
        <pc:sldMkLst>
          <pc:docMk/>
          <pc:sldMk cId="0" sldId="274"/>
        </pc:sldMkLst>
        <pc:spChg chg="mod">
          <ac:chgData name="Cesar Augusto Lopez Gallego" userId="0dfa9112-9251-4882-b472-cf2dfcee09d1" providerId="ADAL" clId="{168F3810-D092-494E-AF76-0E927501EEAA}" dt="2025-11-18T14:54:16.209" v="0"/>
          <ac:spMkLst>
            <pc:docMk/>
            <pc:sldMk cId="0" sldId="274"/>
            <ac:spMk id="188" creationId="{00000000-0000-0000-0000-000000000000}"/>
          </ac:spMkLst>
        </pc:spChg>
        <pc:spChg chg="mod">
          <ac:chgData name="Cesar Augusto Lopez Gallego" userId="0dfa9112-9251-4882-b472-cf2dfcee09d1" providerId="ADAL" clId="{168F3810-D092-494E-AF76-0E927501EEAA}" dt="2025-11-18T14:54:16.209" v="0"/>
          <ac:spMkLst>
            <pc:docMk/>
            <pc:sldMk cId="0" sldId="274"/>
            <ac:spMk id="189" creationId="{00000000-0000-0000-0000-000000000000}"/>
          </ac:spMkLst>
        </pc:spChg>
        <pc:spChg chg="mod">
          <ac:chgData name="Cesar Augusto Lopez Gallego" userId="0dfa9112-9251-4882-b472-cf2dfcee09d1" providerId="ADAL" clId="{168F3810-D092-494E-AF76-0E927501EEAA}" dt="2025-11-18T14:54:16.209" v="0"/>
          <ac:spMkLst>
            <pc:docMk/>
            <pc:sldMk cId="0" sldId="274"/>
            <ac:spMk id="190" creationId="{00000000-0000-0000-0000-000000000000}"/>
          </ac:spMkLst>
        </pc:spChg>
      </pc:sldChg>
      <pc:sldChg chg="modSp del">
        <pc:chgData name="Cesar Augusto Lopez Gallego" userId="0dfa9112-9251-4882-b472-cf2dfcee09d1" providerId="ADAL" clId="{168F3810-D092-494E-AF76-0E927501EEAA}" dt="2025-11-18T21:16:17.275" v="301" actId="47"/>
        <pc:sldMkLst>
          <pc:docMk/>
          <pc:sldMk cId="0" sldId="275"/>
        </pc:sldMkLst>
        <pc:spChg chg="mod">
          <ac:chgData name="Cesar Augusto Lopez Gallego" userId="0dfa9112-9251-4882-b472-cf2dfcee09d1" providerId="ADAL" clId="{168F3810-D092-494E-AF76-0E927501EEAA}" dt="2025-11-18T14:54:16.209" v="0"/>
          <ac:spMkLst>
            <pc:docMk/>
            <pc:sldMk cId="0" sldId="275"/>
            <ac:spMk id="194" creationId="{00000000-0000-0000-0000-000000000000}"/>
          </ac:spMkLst>
        </pc:spChg>
        <pc:spChg chg="mod">
          <ac:chgData name="Cesar Augusto Lopez Gallego" userId="0dfa9112-9251-4882-b472-cf2dfcee09d1" providerId="ADAL" clId="{168F3810-D092-494E-AF76-0E927501EEAA}" dt="2025-11-18T14:54:16.209" v="0"/>
          <ac:spMkLst>
            <pc:docMk/>
            <pc:sldMk cId="0" sldId="275"/>
            <ac:spMk id="195" creationId="{00000000-0000-0000-0000-000000000000}"/>
          </ac:spMkLst>
        </pc:spChg>
        <pc:spChg chg="mod">
          <ac:chgData name="Cesar Augusto Lopez Gallego" userId="0dfa9112-9251-4882-b472-cf2dfcee09d1" providerId="ADAL" clId="{168F3810-D092-494E-AF76-0E927501EEAA}" dt="2025-11-18T14:54:16.209" v="0"/>
          <ac:spMkLst>
            <pc:docMk/>
            <pc:sldMk cId="0" sldId="275"/>
            <ac:spMk id="196" creationId="{00000000-0000-0000-0000-000000000000}"/>
          </ac:spMkLst>
        </pc:spChg>
      </pc:sldChg>
      <pc:sldChg chg="modSp del">
        <pc:chgData name="Cesar Augusto Lopez Gallego" userId="0dfa9112-9251-4882-b472-cf2dfcee09d1" providerId="ADAL" clId="{168F3810-D092-494E-AF76-0E927501EEAA}" dt="2025-11-18T21:16:17.275" v="301" actId="47"/>
        <pc:sldMkLst>
          <pc:docMk/>
          <pc:sldMk cId="0" sldId="276"/>
        </pc:sldMkLst>
        <pc:spChg chg="mod">
          <ac:chgData name="Cesar Augusto Lopez Gallego" userId="0dfa9112-9251-4882-b472-cf2dfcee09d1" providerId="ADAL" clId="{168F3810-D092-494E-AF76-0E927501EEAA}" dt="2025-11-18T14:54:16.209" v="0"/>
          <ac:spMkLst>
            <pc:docMk/>
            <pc:sldMk cId="0" sldId="276"/>
            <ac:spMk id="201" creationId="{00000000-0000-0000-0000-000000000000}"/>
          </ac:spMkLst>
        </pc:spChg>
      </pc:sldChg>
      <pc:sldChg chg="del">
        <pc:chgData name="Cesar Augusto Lopez Gallego" userId="0dfa9112-9251-4882-b472-cf2dfcee09d1" providerId="ADAL" clId="{168F3810-D092-494E-AF76-0E927501EEAA}" dt="2025-11-18T21:16:17.275" v="301" actId="47"/>
        <pc:sldMkLst>
          <pc:docMk/>
          <pc:sldMk cId="0" sldId="277"/>
        </pc:sldMkLst>
      </pc:sldChg>
      <pc:sldChg chg="modSp del">
        <pc:chgData name="Cesar Augusto Lopez Gallego" userId="0dfa9112-9251-4882-b472-cf2dfcee09d1" providerId="ADAL" clId="{168F3810-D092-494E-AF76-0E927501EEAA}" dt="2025-11-18T21:16:17.275" v="301" actId="47"/>
        <pc:sldMkLst>
          <pc:docMk/>
          <pc:sldMk cId="0" sldId="278"/>
        </pc:sldMkLst>
        <pc:spChg chg="mod">
          <ac:chgData name="Cesar Augusto Lopez Gallego" userId="0dfa9112-9251-4882-b472-cf2dfcee09d1" providerId="ADAL" clId="{168F3810-D092-494E-AF76-0E927501EEAA}" dt="2025-11-18T14:54:16.209" v="0"/>
          <ac:spMkLst>
            <pc:docMk/>
            <pc:sldMk cId="0" sldId="278"/>
            <ac:spMk id="210" creationId="{00000000-0000-0000-0000-000000000000}"/>
          </ac:spMkLst>
        </pc:spChg>
      </pc:sldChg>
      <pc:sldChg chg="modSp del">
        <pc:chgData name="Cesar Augusto Lopez Gallego" userId="0dfa9112-9251-4882-b472-cf2dfcee09d1" providerId="ADAL" clId="{168F3810-D092-494E-AF76-0E927501EEAA}" dt="2025-11-18T21:16:17.275" v="301" actId="47"/>
        <pc:sldMkLst>
          <pc:docMk/>
          <pc:sldMk cId="0" sldId="279"/>
        </pc:sldMkLst>
        <pc:spChg chg="mod">
          <ac:chgData name="Cesar Augusto Lopez Gallego" userId="0dfa9112-9251-4882-b472-cf2dfcee09d1" providerId="ADAL" clId="{168F3810-D092-494E-AF76-0E927501EEAA}" dt="2025-11-18T14:54:16.209" v="0"/>
          <ac:spMkLst>
            <pc:docMk/>
            <pc:sldMk cId="0" sldId="279"/>
            <ac:spMk id="213" creationId="{00000000-0000-0000-0000-000000000000}"/>
          </ac:spMkLst>
        </pc:spChg>
      </pc:sldChg>
      <pc:sldChg chg="addSp delSp modSp del mod">
        <pc:chgData name="Cesar Augusto Lopez Gallego" userId="0dfa9112-9251-4882-b472-cf2dfcee09d1" providerId="ADAL" clId="{168F3810-D092-494E-AF76-0E927501EEAA}" dt="2025-11-18T22:23:25.974" v="896" actId="2696"/>
        <pc:sldMkLst>
          <pc:docMk/>
          <pc:sldMk cId="120304519" sldId="280"/>
        </pc:sldMkLst>
        <pc:spChg chg="mod">
          <ac:chgData name="Cesar Augusto Lopez Gallego" userId="0dfa9112-9251-4882-b472-cf2dfcee09d1" providerId="ADAL" clId="{168F3810-D092-494E-AF76-0E927501EEAA}" dt="2025-11-18T16:10:35.142" v="226" actId="122"/>
          <ac:spMkLst>
            <pc:docMk/>
            <pc:sldMk cId="120304519" sldId="280"/>
            <ac:spMk id="2" creationId="{00000000-0000-0000-0000-000000000000}"/>
          </ac:spMkLst>
        </pc:spChg>
        <pc:spChg chg="mod">
          <ac:chgData name="Cesar Augusto Lopez Gallego" userId="0dfa9112-9251-4882-b472-cf2dfcee09d1" providerId="ADAL" clId="{168F3810-D092-494E-AF76-0E927501EEAA}" dt="2025-11-18T16:11:04.148" v="231" actId="1076"/>
          <ac:spMkLst>
            <pc:docMk/>
            <pc:sldMk cId="120304519" sldId="280"/>
            <ac:spMk id="6" creationId="{00000000-0000-0000-0000-000000000000}"/>
          </ac:spMkLst>
        </pc:spChg>
        <pc:spChg chg="mod">
          <ac:chgData name="Cesar Augusto Lopez Gallego" userId="0dfa9112-9251-4882-b472-cf2dfcee09d1" providerId="ADAL" clId="{168F3810-D092-494E-AF76-0E927501EEAA}" dt="2025-11-18T16:11:07.351" v="232" actId="1076"/>
          <ac:spMkLst>
            <pc:docMk/>
            <pc:sldMk cId="120304519" sldId="280"/>
            <ac:spMk id="7" creationId="{00000000-0000-0000-0000-000000000000}"/>
          </ac:spMkLst>
        </pc:spChg>
        <pc:picChg chg="add del mod">
          <ac:chgData name="Cesar Augusto Lopez Gallego" userId="0dfa9112-9251-4882-b472-cf2dfcee09d1" providerId="ADAL" clId="{168F3810-D092-494E-AF76-0E927501EEAA}" dt="2025-11-18T16:02:32.137" v="128"/>
          <ac:picMkLst>
            <pc:docMk/>
            <pc:sldMk cId="120304519" sldId="280"/>
            <ac:picMk id="16" creationId="{B117DAE4-A91E-43DE-A4A4-3EE9519C54B8}"/>
          </ac:picMkLst>
        </pc:picChg>
        <pc:picChg chg="add mod ord">
          <ac:chgData name="Cesar Augusto Lopez Gallego" userId="0dfa9112-9251-4882-b472-cf2dfcee09d1" providerId="ADAL" clId="{168F3810-D092-494E-AF76-0E927501EEAA}" dt="2025-11-18T16:04:20.723" v="155" actId="167"/>
          <ac:picMkLst>
            <pc:docMk/>
            <pc:sldMk cId="120304519" sldId="280"/>
            <ac:picMk id="17" creationId="{99863A03-E079-49FF-B7C3-4400D49C6568}"/>
          </ac:picMkLst>
        </pc:picChg>
      </pc:sldChg>
      <pc:sldChg chg="addSp modSp new del mod">
        <pc:chgData name="Cesar Augusto Lopez Gallego" userId="0dfa9112-9251-4882-b472-cf2dfcee09d1" providerId="ADAL" clId="{168F3810-D092-494E-AF76-0E927501EEAA}" dt="2025-11-18T16:02:13.915" v="126" actId="47"/>
        <pc:sldMkLst>
          <pc:docMk/>
          <pc:sldMk cId="796094788" sldId="280"/>
        </pc:sldMkLst>
        <pc:spChg chg="add mod">
          <ac:chgData name="Cesar Augusto Lopez Gallego" userId="0dfa9112-9251-4882-b472-cf2dfcee09d1" providerId="ADAL" clId="{168F3810-D092-494E-AF76-0E927501EEAA}" dt="2025-11-18T16:01:59.248" v="125" actId="1076"/>
          <ac:spMkLst>
            <pc:docMk/>
            <pc:sldMk cId="796094788" sldId="280"/>
            <ac:spMk id="2" creationId="{5995C30D-C839-4B12-8DFA-3E726F2CC003}"/>
          </ac:spMkLst>
        </pc:spChg>
        <pc:spChg chg="add mod">
          <ac:chgData name="Cesar Augusto Lopez Gallego" userId="0dfa9112-9251-4882-b472-cf2dfcee09d1" providerId="ADAL" clId="{168F3810-D092-494E-AF76-0E927501EEAA}" dt="2025-11-18T16:01:59.248" v="125" actId="1076"/>
          <ac:spMkLst>
            <pc:docMk/>
            <pc:sldMk cId="796094788" sldId="280"/>
            <ac:spMk id="3" creationId="{EEEE55A4-1838-41D0-88C5-C5082DC1815C}"/>
          </ac:spMkLst>
        </pc:spChg>
        <pc:spChg chg="add mod">
          <ac:chgData name="Cesar Augusto Lopez Gallego" userId="0dfa9112-9251-4882-b472-cf2dfcee09d1" providerId="ADAL" clId="{168F3810-D092-494E-AF76-0E927501EEAA}" dt="2025-11-18T16:01:59.248" v="125" actId="1076"/>
          <ac:spMkLst>
            <pc:docMk/>
            <pc:sldMk cId="796094788" sldId="280"/>
            <ac:spMk id="5" creationId="{AC6E0269-4D6C-40FE-AF05-0FA8D5AF8712}"/>
          </ac:spMkLst>
        </pc:spChg>
        <pc:cxnChg chg="add mod">
          <ac:chgData name="Cesar Augusto Lopez Gallego" userId="0dfa9112-9251-4882-b472-cf2dfcee09d1" providerId="ADAL" clId="{168F3810-D092-494E-AF76-0E927501EEAA}" dt="2025-11-18T16:01:59.248" v="125" actId="1076"/>
          <ac:cxnSpMkLst>
            <pc:docMk/>
            <pc:sldMk cId="796094788" sldId="280"/>
            <ac:cxnSpMk id="4" creationId="{29D8947C-4A46-44C1-9A34-9921066603E5}"/>
          </ac:cxnSpMkLst>
        </pc:cxnChg>
      </pc:sldChg>
      <pc:sldChg chg="add">
        <pc:chgData name="Cesar Augusto Lopez Gallego" userId="0dfa9112-9251-4882-b472-cf2dfcee09d1" providerId="ADAL" clId="{168F3810-D092-494E-AF76-0E927501EEAA}" dt="2025-11-18T22:23:30.030" v="897"/>
        <pc:sldMkLst>
          <pc:docMk/>
          <pc:sldMk cId="2274396062" sldId="280"/>
        </pc:sldMkLst>
      </pc:sldChg>
      <pc:sldChg chg="addSp modSp del mod">
        <pc:chgData name="Cesar Augusto Lopez Gallego" userId="0dfa9112-9251-4882-b472-cf2dfcee09d1" providerId="ADAL" clId="{168F3810-D092-494E-AF76-0E927501EEAA}" dt="2025-11-18T20:41:05.058" v="277" actId="47"/>
        <pc:sldMkLst>
          <pc:docMk/>
          <pc:sldMk cId="3764826338" sldId="284"/>
        </pc:sldMkLst>
        <pc:spChg chg="mod">
          <ac:chgData name="Cesar Augusto Lopez Gallego" userId="0dfa9112-9251-4882-b472-cf2dfcee09d1" providerId="ADAL" clId="{168F3810-D092-494E-AF76-0E927501EEAA}" dt="2025-11-18T16:10:53.860" v="230" actId="1076"/>
          <ac:spMkLst>
            <pc:docMk/>
            <pc:sldMk cId="3764826338" sldId="284"/>
            <ac:spMk id="2" creationId="{00000000-0000-0000-0000-000000000000}"/>
          </ac:spMkLst>
        </pc:spChg>
        <pc:spChg chg="mod">
          <ac:chgData name="Cesar Augusto Lopez Gallego" userId="0dfa9112-9251-4882-b472-cf2dfcee09d1" providerId="ADAL" clId="{168F3810-D092-494E-AF76-0E927501EEAA}" dt="2025-11-18T16:04:50.455" v="159" actId="113"/>
          <ac:spMkLst>
            <pc:docMk/>
            <pc:sldMk cId="3764826338" sldId="284"/>
            <ac:spMk id="3" creationId="{00000000-0000-0000-0000-000000000000}"/>
          </ac:spMkLst>
        </pc:spChg>
        <pc:picChg chg="add mod ord">
          <ac:chgData name="Cesar Augusto Lopez Gallego" userId="0dfa9112-9251-4882-b472-cf2dfcee09d1" providerId="ADAL" clId="{168F3810-D092-494E-AF76-0E927501EEAA}" dt="2025-11-18T16:04:39.560" v="158" actId="167"/>
          <ac:picMkLst>
            <pc:docMk/>
            <pc:sldMk cId="3764826338" sldId="284"/>
            <ac:picMk id="18" creationId="{BA1FB514-5F36-498B-BD14-6BDF77AA57D3}"/>
          </ac:picMkLst>
        </pc:picChg>
      </pc:sldChg>
      <pc:sldChg chg="addSp delSp modSp mod">
        <pc:chgData name="Cesar Augusto Lopez Gallego" userId="0dfa9112-9251-4882-b472-cf2dfcee09d1" providerId="ADAL" clId="{168F3810-D092-494E-AF76-0E927501EEAA}" dt="2025-11-18T21:44:50.537" v="328" actId="14100"/>
        <pc:sldMkLst>
          <pc:docMk/>
          <pc:sldMk cId="273067880" sldId="285"/>
        </pc:sldMkLst>
        <pc:spChg chg="mod">
          <ac:chgData name="Cesar Augusto Lopez Gallego" userId="0dfa9112-9251-4882-b472-cf2dfcee09d1" providerId="ADAL" clId="{168F3810-D092-494E-AF76-0E927501EEAA}" dt="2025-11-18T16:10:28.391" v="224" actId="14100"/>
          <ac:spMkLst>
            <pc:docMk/>
            <pc:sldMk cId="273067880" sldId="285"/>
            <ac:spMk id="2" creationId="{00000000-0000-0000-0000-000000000000}"/>
          </ac:spMkLst>
        </pc:spChg>
        <pc:spChg chg="del mod">
          <ac:chgData name="Cesar Augusto Lopez Gallego" userId="0dfa9112-9251-4882-b472-cf2dfcee09d1" providerId="ADAL" clId="{168F3810-D092-494E-AF76-0E927501EEAA}" dt="2025-11-18T16:07:52.890" v="216" actId="478"/>
          <ac:spMkLst>
            <pc:docMk/>
            <pc:sldMk cId="273067880" sldId="285"/>
            <ac:spMk id="4" creationId="{00000000-0000-0000-0000-000000000000}"/>
          </ac:spMkLst>
        </pc:spChg>
        <pc:spChg chg="add mod">
          <ac:chgData name="Cesar Augusto Lopez Gallego" userId="0dfa9112-9251-4882-b472-cf2dfcee09d1" providerId="ADAL" clId="{168F3810-D092-494E-AF76-0E927501EEAA}" dt="2025-11-18T16:12:02.868" v="239" actId="1076"/>
          <ac:spMkLst>
            <pc:docMk/>
            <pc:sldMk cId="273067880" sldId="285"/>
            <ac:spMk id="5" creationId="{89F0904B-3377-405C-A8B9-176322D4B4D4}"/>
          </ac:spMkLst>
        </pc:spChg>
        <pc:spChg chg="add mod">
          <ac:chgData name="Cesar Augusto Lopez Gallego" userId="0dfa9112-9251-4882-b472-cf2dfcee09d1" providerId="ADAL" clId="{168F3810-D092-494E-AF76-0E927501EEAA}" dt="2025-11-18T16:12:02.868" v="239" actId="1076"/>
          <ac:spMkLst>
            <pc:docMk/>
            <pc:sldMk cId="273067880" sldId="285"/>
            <ac:spMk id="6" creationId="{24D23E9D-8189-4F75-A57B-E615B0840328}"/>
          </ac:spMkLst>
        </pc:spChg>
        <pc:spChg chg="add mod">
          <ac:chgData name="Cesar Augusto Lopez Gallego" userId="0dfa9112-9251-4882-b472-cf2dfcee09d1" providerId="ADAL" clId="{168F3810-D092-494E-AF76-0E927501EEAA}" dt="2025-11-18T16:12:02.868" v="239" actId="1076"/>
          <ac:spMkLst>
            <pc:docMk/>
            <pc:sldMk cId="273067880" sldId="285"/>
            <ac:spMk id="9" creationId="{56D34167-2055-4209-A61A-940146AEDF00}"/>
          </ac:spMkLst>
        </pc:spChg>
        <pc:spChg chg="add mod">
          <ac:chgData name="Cesar Augusto Lopez Gallego" userId="0dfa9112-9251-4882-b472-cf2dfcee09d1" providerId="ADAL" clId="{168F3810-D092-494E-AF76-0E927501EEAA}" dt="2025-11-18T16:11:37.084" v="237" actId="404"/>
          <ac:spMkLst>
            <pc:docMk/>
            <pc:sldMk cId="273067880" sldId="285"/>
            <ac:spMk id="14" creationId="{DAFCC280-31A7-4A4C-9A0E-8B4FD4C14EA5}"/>
          </ac:spMkLst>
        </pc:spChg>
        <pc:spChg chg="add mod">
          <ac:chgData name="Cesar Augusto Lopez Gallego" userId="0dfa9112-9251-4882-b472-cf2dfcee09d1" providerId="ADAL" clId="{168F3810-D092-494E-AF76-0E927501EEAA}" dt="2025-11-18T21:44:50.537" v="328" actId="14100"/>
          <ac:spMkLst>
            <pc:docMk/>
            <pc:sldMk cId="273067880" sldId="285"/>
            <ac:spMk id="17" creationId="{D33B6E66-48AA-41FC-83A1-350D1CC88755}"/>
          </ac:spMkLst>
        </pc:spChg>
        <pc:picChg chg="add mod ord">
          <ac:chgData name="Cesar Augusto Lopez Gallego" userId="0dfa9112-9251-4882-b472-cf2dfcee09d1" providerId="ADAL" clId="{168F3810-D092-494E-AF76-0E927501EEAA}" dt="2025-11-18T16:12:10.823" v="241" actId="1076"/>
          <ac:picMkLst>
            <pc:docMk/>
            <pc:sldMk cId="273067880" sldId="285"/>
            <ac:picMk id="13" creationId="{D1D8C32C-4736-4C9B-926A-5270571CB8C8}"/>
          </ac:picMkLst>
        </pc:picChg>
        <pc:cxnChg chg="add mod">
          <ac:chgData name="Cesar Augusto Lopez Gallego" userId="0dfa9112-9251-4882-b472-cf2dfcee09d1" providerId="ADAL" clId="{168F3810-D092-494E-AF76-0E927501EEAA}" dt="2025-11-18T16:12:02.868" v="239" actId="1076"/>
          <ac:cxnSpMkLst>
            <pc:docMk/>
            <pc:sldMk cId="273067880" sldId="285"/>
            <ac:cxnSpMk id="7" creationId="{E4C6ECDB-EF7D-4AED-B734-2311E1731784}"/>
          </ac:cxnSpMkLst>
        </pc:cxnChg>
        <pc:cxnChg chg="add mod">
          <ac:chgData name="Cesar Augusto Lopez Gallego" userId="0dfa9112-9251-4882-b472-cf2dfcee09d1" providerId="ADAL" clId="{168F3810-D092-494E-AF76-0E927501EEAA}" dt="2025-11-18T16:12:02.868" v="239" actId="1076"/>
          <ac:cxnSpMkLst>
            <pc:docMk/>
            <pc:sldMk cId="273067880" sldId="285"/>
            <ac:cxnSpMk id="8" creationId="{49007B5E-8C13-4CF1-840A-6CC1CCDDF70C}"/>
          </ac:cxnSpMkLst>
        </pc:cxnChg>
        <pc:cxnChg chg="add mod">
          <ac:chgData name="Cesar Augusto Lopez Gallego" userId="0dfa9112-9251-4882-b472-cf2dfcee09d1" providerId="ADAL" clId="{168F3810-D092-494E-AF76-0E927501EEAA}" dt="2025-11-18T16:12:02.868" v="239" actId="1076"/>
          <ac:cxnSpMkLst>
            <pc:docMk/>
            <pc:sldMk cId="273067880" sldId="285"/>
            <ac:cxnSpMk id="10" creationId="{CD7464B0-7572-43F9-BF3D-262665CFC30C}"/>
          </ac:cxnSpMkLst>
        </pc:cxnChg>
        <pc:cxnChg chg="add mod">
          <ac:chgData name="Cesar Augusto Lopez Gallego" userId="0dfa9112-9251-4882-b472-cf2dfcee09d1" providerId="ADAL" clId="{168F3810-D092-494E-AF76-0E927501EEAA}" dt="2025-11-18T16:12:02.868" v="239" actId="1076"/>
          <ac:cxnSpMkLst>
            <pc:docMk/>
            <pc:sldMk cId="273067880" sldId="285"/>
            <ac:cxnSpMk id="11" creationId="{BD98233E-ED26-46DC-A210-B0372D6A1CE8}"/>
          </ac:cxnSpMkLst>
        </pc:cxnChg>
        <pc:cxnChg chg="add mod">
          <ac:chgData name="Cesar Augusto Lopez Gallego" userId="0dfa9112-9251-4882-b472-cf2dfcee09d1" providerId="ADAL" clId="{168F3810-D092-494E-AF76-0E927501EEAA}" dt="2025-11-18T16:12:02.868" v="239" actId="1076"/>
          <ac:cxnSpMkLst>
            <pc:docMk/>
            <pc:sldMk cId="273067880" sldId="285"/>
            <ac:cxnSpMk id="12" creationId="{596A396B-191D-4668-B5D9-E8FA93CDC5F9}"/>
          </ac:cxnSpMkLst>
        </pc:cxnChg>
      </pc:sldChg>
      <pc:sldChg chg="new del">
        <pc:chgData name="Cesar Augusto Lopez Gallego" userId="0dfa9112-9251-4882-b472-cf2dfcee09d1" providerId="ADAL" clId="{168F3810-D092-494E-AF76-0E927501EEAA}" dt="2025-11-18T21:15:16.213" v="283" actId="47"/>
        <pc:sldMkLst>
          <pc:docMk/>
          <pc:sldMk cId="782209201" sldId="286"/>
        </pc:sldMkLst>
      </pc:sldChg>
      <pc:sldChg chg="addSp delSp modSp new add del mod">
        <pc:chgData name="Cesar Augusto Lopez Gallego" userId="0dfa9112-9251-4882-b472-cf2dfcee09d1" providerId="ADAL" clId="{168F3810-D092-494E-AF76-0E927501EEAA}" dt="2025-11-18T21:52:53.285" v="596" actId="2696"/>
        <pc:sldMkLst>
          <pc:docMk/>
          <pc:sldMk cId="3180133674" sldId="286"/>
        </pc:sldMkLst>
        <pc:spChg chg="mod">
          <ac:chgData name="Cesar Augusto Lopez Gallego" userId="0dfa9112-9251-4882-b472-cf2dfcee09d1" providerId="ADAL" clId="{168F3810-D092-494E-AF76-0E927501EEAA}" dt="2025-11-18T21:45:31.174" v="376" actId="404"/>
          <ac:spMkLst>
            <pc:docMk/>
            <pc:sldMk cId="3180133674" sldId="286"/>
            <ac:spMk id="2" creationId="{E651DDF4-FFD2-4D71-B730-1E847D017339}"/>
          </ac:spMkLst>
        </pc:spChg>
        <pc:spChg chg="add del">
          <ac:chgData name="Cesar Augusto Lopez Gallego" userId="0dfa9112-9251-4882-b472-cf2dfcee09d1" providerId="ADAL" clId="{168F3810-D092-494E-AF76-0E927501EEAA}" dt="2025-11-18T21:45:34.070" v="378"/>
          <ac:spMkLst>
            <pc:docMk/>
            <pc:sldMk cId="3180133674" sldId="286"/>
            <ac:spMk id="3" creationId="{D45086DB-8561-46A0-9265-22AD56F9EDE6}"/>
          </ac:spMkLst>
        </pc:spChg>
        <pc:spChg chg="add mod">
          <ac:chgData name="Cesar Augusto Lopez Gallego" userId="0dfa9112-9251-4882-b472-cf2dfcee09d1" providerId="ADAL" clId="{168F3810-D092-494E-AF76-0E927501EEAA}" dt="2025-11-18T21:51:00.197" v="591" actId="20577"/>
          <ac:spMkLst>
            <pc:docMk/>
            <pc:sldMk cId="3180133674" sldId="286"/>
            <ac:spMk id="5" creationId="{9087AC91-060E-46B7-8940-EA30B2252C5B}"/>
          </ac:spMkLst>
        </pc:spChg>
        <pc:spChg chg="add del">
          <ac:chgData name="Cesar Augusto Lopez Gallego" userId="0dfa9112-9251-4882-b472-cf2dfcee09d1" providerId="ADAL" clId="{168F3810-D092-494E-AF76-0E927501EEAA}" dt="2025-11-18T21:46:18.631" v="410"/>
          <ac:spMkLst>
            <pc:docMk/>
            <pc:sldMk cId="3180133674" sldId="286"/>
            <ac:spMk id="6" creationId="{0EFEFC19-AA12-4E10-B6FF-DDF402F3ED61}"/>
          </ac:spMkLst>
        </pc:spChg>
        <pc:spChg chg="add del">
          <ac:chgData name="Cesar Augusto Lopez Gallego" userId="0dfa9112-9251-4882-b472-cf2dfcee09d1" providerId="ADAL" clId="{168F3810-D092-494E-AF76-0E927501EEAA}" dt="2025-11-18T21:48:39.677" v="507"/>
          <ac:spMkLst>
            <pc:docMk/>
            <pc:sldMk cId="3180133674" sldId="286"/>
            <ac:spMk id="7" creationId="{A87297BA-588E-400F-9DEF-4B0DC7CA6A41}"/>
          </ac:spMkLst>
        </pc:spChg>
        <pc:picChg chg="add mod ord">
          <ac:chgData name="Cesar Augusto Lopez Gallego" userId="0dfa9112-9251-4882-b472-cf2dfcee09d1" providerId="ADAL" clId="{168F3810-D092-494E-AF76-0E927501EEAA}" dt="2025-11-18T21:52:05.172" v="593" actId="167"/>
          <ac:picMkLst>
            <pc:docMk/>
            <pc:sldMk cId="3180133674" sldId="286"/>
            <ac:picMk id="8" creationId="{36C3F419-55FA-4E76-A3E2-94C7C0D3296E}"/>
          </ac:picMkLst>
        </pc:picChg>
      </pc:sldChg>
      <pc:sldChg chg="addSp delSp modSp new del mod">
        <pc:chgData name="Cesar Augusto Lopez Gallego" userId="0dfa9112-9251-4882-b472-cf2dfcee09d1" providerId="ADAL" clId="{168F3810-D092-494E-AF76-0E927501EEAA}" dt="2025-11-18T21:15:13.633" v="282" actId="47"/>
        <pc:sldMkLst>
          <pc:docMk/>
          <pc:sldMk cId="1999888435" sldId="287"/>
        </pc:sldMkLst>
        <pc:spChg chg="add del">
          <ac:chgData name="Cesar Augusto Lopez Gallego" userId="0dfa9112-9251-4882-b472-cf2dfcee09d1" providerId="ADAL" clId="{168F3810-D092-494E-AF76-0E927501EEAA}" dt="2025-11-18T16:13:57.429" v="247"/>
          <ac:spMkLst>
            <pc:docMk/>
            <pc:sldMk cId="1999888435" sldId="287"/>
            <ac:spMk id="3" creationId="{1697FC7C-0011-47BC-82C4-5056725ACE9A}"/>
          </ac:spMkLst>
        </pc:spChg>
        <pc:spChg chg="add mod">
          <ac:chgData name="Cesar Augusto Lopez Gallego" userId="0dfa9112-9251-4882-b472-cf2dfcee09d1" providerId="ADAL" clId="{168F3810-D092-494E-AF76-0E927501EEAA}" dt="2025-11-18T16:14:46.501" v="276" actId="15"/>
          <ac:spMkLst>
            <pc:docMk/>
            <pc:sldMk cId="1999888435" sldId="287"/>
            <ac:spMk id="5" creationId="{5683F33E-37DB-42D9-AF91-C81FCD280084}"/>
          </ac:spMkLst>
        </pc:spChg>
      </pc:sldChg>
      <pc:sldChg chg="new del">
        <pc:chgData name="Cesar Augusto Lopez Gallego" userId="0dfa9112-9251-4882-b472-cf2dfcee09d1" providerId="ADAL" clId="{168F3810-D092-494E-AF76-0E927501EEAA}" dt="2025-11-18T21:52:56.319" v="598" actId="47"/>
        <pc:sldMkLst>
          <pc:docMk/>
          <pc:sldMk cId="2581492094" sldId="287"/>
        </pc:sldMkLst>
      </pc:sldChg>
      <pc:sldChg chg="addSp delSp modSp add mod">
        <pc:chgData name="Cesar Augusto Lopez Gallego" userId="0dfa9112-9251-4882-b472-cf2dfcee09d1" providerId="ADAL" clId="{168F3810-D092-494E-AF76-0E927501EEAA}" dt="2025-11-18T22:02:28.214" v="765" actId="1076"/>
        <pc:sldMkLst>
          <pc:docMk/>
          <pc:sldMk cId="2017331242" sldId="288"/>
        </pc:sldMkLst>
        <pc:spChg chg="mod">
          <ac:chgData name="Cesar Augusto Lopez Gallego" userId="0dfa9112-9251-4882-b472-cf2dfcee09d1" providerId="ADAL" clId="{168F3810-D092-494E-AF76-0E927501EEAA}" dt="2025-11-18T21:53:07.622" v="621" actId="20577"/>
          <ac:spMkLst>
            <pc:docMk/>
            <pc:sldMk cId="2017331242" sldId="288"/>
            <ac:spMk id="2" creationId="{E651DDF4-FFD2-4D71-B730-1E847D017339}"/>
          </ac:spMkLst>
        </pc:spChg>
        <pc:spChg chg="del">
          <ac:chgData name="Cesar Augusto Lopez Gallego" userId="0dfa9112-9251-4882-b472-cf2dfcee09d1" providerId="ADAL" clId="{168F3810-D092-494E-AF76-0E927501EEAA}" dt="2025-11-18T21:53:10.453" v="622" actId="478"/>
          <ac:spMkLst>
            <pc:docMk/>
            <pc:sldMk cId="2017331242" sldId="288"/>
            <ac:spMk id="5" creationId="{9087AC91-060E-46B7-8940-EA30B2252C5B}"/>
          </ac:spMkLst>
        </pc:spChg>
        <pc:spChg chg="add mod">
          <ac:chgData name="Cesar Augusto Lopez Gallego" userId="0dfa9112-9251-4882-b472-cf2dfcee09d1" providerId="ADAL" clId="{168F3810-D092-494E-AF76-0E927501EEAA}" dt="2025-11-18T22:02:19.466" v="763" actId="113"/>
          <ac:spMkLst>
            <pc:docMk/>
            <pc:sldMk cId="2017331242" sldId="288"/>
            <ac:spMk id="6" creationId="{837B0E9A-06E2-4CD8-B58A-37E06561712B}"/>
          </ac:spMkLst>
        </pc:spChg>
        <pc:spChg chg="add mod">
          <ac:chgData name="Cesar Augusto Lopez Gallego" userId="0dfa9112-9251-4882-b472-cf2dfcee09d1" providerId="ADAL" clId="{168F3810-D092-494E-AF76-0E927501EEAA}" dt="2025-11-18T22:02:28.214" v="765" actId="1076"/>
          <ac:spMkLst>
            <pc:docMk/>
            <pc:sldMk cId="2017331242" sldId="288"/>
            <ac:spMk id="9" creationId="{EAC21DAE-7FFD-4C08-91FF-59A4AF825351}"/>
          </ac:spMkLst>
        </pc:spChg>
        <pc:cxnChg chg="add mod">
          <ac:chgData name="Cesar Augusto Lopez Gallego" userId="0dfa9112-9251-4882-b472-cf2dfcee09d1" providerId="ADAL" clId="{168F3810-D092-494E-AF76-0E927501EEAA}" dt="2025-11-18T22:02:24.784" v="764" actId="1076"/>
          <ac:cxnSpMkLst>
            <pc:docMk/>
            <pc:sldMk cId="2017331242" sldId="288"/>
            <ac:cxnSpMk id="7" creationId="{3BA2F473-2BD1-4BB0-A94E-3DFECFF5EE9F}"/>
          </ac:cxnSpMkLst>
        </pc:cxnChg>
      </pc:sldChg>
      <pc:sldChg chg="add del">
        <pc:chgData name="Cesar Augusto Lopez Gallego" userId="0dfa9112-9251-4882-b472-cf2dfcee09d1" providerId="ADAL" clId="{168F3810-D092-494E-AF76-0E927501EEAA}" dt="2025-11-18T21:53:24.020" v="624"/>
        <pc:sldMkLst>
          <pc:docMk/>
          <pc:sldMk cId="1033568166" sldId="289"/>
        </pc:sldMkLst>
      </pc:sldChg>
      <pc:sldChg chg="addSp modSp add mod">
        <pc:chgData name="Cesar Augusto Lopez Gallego" userId="0dfa9112-9251-4882-b472-cf2dfcee09d1" providerId="ADAL" clId="{168F3810-D092-494E-AF76-0E927501EEAA}" dt="2025-11-18T22:31:10.980" v="937" actId="20577"/>
        <pc:sldMkLst>
          <pc:docMk/>
          <pc:sldMk cId="1781732673" sldId="289"/>
        </pc:sldMkLst>
        <pc:spChg chg="mod">
          <ac:chgData name="Cesar Augusto Lopez Gallego" userId="0dfa9112-9251-4882-b472-cf2dfcee09d1" providerId="ADAL" clId="{168F3810-D092-494E-AF76-0E927501EEAA}" dt="2025-11-18T21:56:17.486" v="655" actId="20577"/>
          <ac:spMkLst>
            <pc:docMk/>
            <pc:sldMk cId="1781732673" sldId="289"/>
            <ac:spMk id="2" creationId="{E651DDF4-FFD2-4D71-B730-1E847D017339}"/>
          </ac:spMkLst>
        </pc:spChg>
        <pc:spChg chg="add mod">
          <ac:chgData name="Cesar Augusto Lopez Gallego" userId="0dfa9112-9251-4882-b472-cf2dfcee09d1" providerId="ADAL" clId="{168F3810-D092-494E-AF76-0E927501EEAA}" dt="2025-11-18T22:31:10.980" v="937" actId="20577"/>
          <ac:spMkLst>
            <pc:docMk/>
            <pc:sldMk cId="1781732673" sldId="289"/>
            <ac:spMk id="5" creationId="{4937FA71-C9E2-4E9A-AA66-7CD9E62DFE24}"/>
          </ac:spMkLst>
        </pc:spChg>
      </pc:sldChg>
      <pc:sldChg chg="addSp delSp modSp add mod">
        <pc:chgData name="Cesar Augusto Lopez Gallego" userId="0dfa9112-9251-4882-b472-cf2dfcee09d1" providerId="ADAL" clId="{168F3810-D092-494E-AF76-0E927501EEAA}" dt="2025-11-18T22:24:03.612" v="904" actId="21"/>
        <pc:sldMkLst>
          <pc:docMk/>
          <pc:sldMk cId="1470538251" sldId="290"/>
        </pc:sldMkLst>
        <pc:picChg chg="add del mod">
          <ac:chgData name="Cesar Augusto Lopez Gallego" userId="0dfa9112-9251-4882-b472-cf2dfcee09d1" providerId="ADAL" clId="{168F3810-D092-494E-AF76-0E927501EEAA}" dt="2025-11-18T22:24:03.612" v="904" actId="21"/>
          <ac:picMkLst>
            <pc:docMk/>
            <pc:sldMk cId="1470538251" sldId="290"/>
            <ac:picMk id="4" creationId="{5CC11733-0A17-4527-A4D7-240D918882D6}"/>
          </ac:picMkLst>
        </pc:picChg>
      </pc:sldChg>
      <pc:sldChg chg="modSp add del mod">
        <pc:chgData name="Cesar Augusto Lopez Gallego" userId="0dfa9112-9251-4882-b472-cf2dfcee09d1" providerId="ADAL" clId="{168F3810-D092-494E-AF76-0E927501EEAA}" dt="2025-11-18T22:23:25.974" v="896" actId="2696"/>
        <pc:sldMkLst>
          <pc:docMk/>
          <pc:sldMk cId="4127254302" sldId="290"/>
        </pc:sldMkLst>
        <pc:spChg chg="mod">
          <ac:chgData name="Cesar Augusto Lopez Gallego" userId="0dfa9112-9251-4882-b472-cf2dfcee09d1" providerId="ADAL" clId="{168F3810-D092-494E-AF76-0E927501EEAA}" dt="2025-11-18T21:53:48.787" v="648" actId="20577"/>
          <ac:spMkLst>
            <pc:docMk/>
            <pc:sldMk cId="4127254302" sldId="290"/>
            <ac:spMk id="2" creationId="{E651DDF4-FFD2-4D71-B730-1E847D017339}"/>
          </ac:spMkLst>
        </pc:spChg>
      </pc:sldChg>
      <pc:sldChg chg="add">
        <pc:chgData name="Cesar Augusto Lopez Gallego" userId="0dfa9112-9251-4882-b472-cf2dfcee09d1" providerId="ADAL" clId="{168F3810-D092-494E-AF76-0E927501EEAA}" dt="2025-11-18T22:23:30.030" v="897"/>
        <pc:sldMkLst>
          <pc:docMk/>
          <pc:sldMk cId="2176449756" sldId="291"/>
        </pc:sldMkLst>
      </pc:sldChg>
      <pc:sldChg chg="modSp add del mod">
        <pc:chgData name="Cesar Augusto Lopez Gallego" userId="0dfa9112-9251-4882-b472-cf2dfcee09d1" providerId="ADAL" clId="{168F3810-D092-494E-AF76-0E927501EEAA}" dt="2025-11-18T22:23:25.974" v="896" actId="2696"/>
        <pc:sldMkLst>
          <pc:docMk/>
          <pc:sldMk cId="3247311129" sldId="291"/>
        </pc:sldMkLst>
        <pc:spChg chg="mod">
          <ac:chgData name="Cesar Augusto Lopez Gallego" userId="0dfa9112-9251-4882-b472-cf2dfcee09d1" providerId="ADAL" clId="{168F3810-D092-494E-AF76-0E927501EEAA}" dt="2025-11-18T21:53:40.821" v="633" actId="20577"/>
          <ac:spMkLst>
            <pc:docMk/>
            <pc:sldMk cId="3247311129" sldId="291"/>
            <ac:spMk id="2" creationId="{E651DDF4-FFD2-4D71-B730-1E847D017339}"/>
          </ac:spMkLst>
        </pc:spChg>
      </pc:sldChg>
      <pc:sldChg chg="new del">
        <pc:chgData name="Cesar Augusto Lopez Gallego" userId="0dfa9112-9251-4882-b472-cf2dfcee09d1" providerId="ADAL" clId="{168F3810-D092-494E-AF76-0E927501EEAA}" dt="2025-11-18T22:09:20.370" v="806" actId="680"/>
        <pc:sldMkLst>
          <pc:docMk/>
          <pc:sldMk cId="3711433761" sldId="292"/>
        </pc:sldMkLst>
      </pc:sldChg>
      <pc:sldChg chg="addSp delSp modSp add mod">
        <pc:chgData name="Cesar Augusto Lopez Gallego" userId="0dfa9112-9251-4882-b472-cf2dfcee09d1" providerId="ADAL" clId="{168F3810-D092-494E-AF76-0E927501EEAA}" dt="2025-11-18T22:30:53.742" v="927" actId="1076"/>
        <pc:sldMkLst>
          <pc:docMk/>
          <pc:sldMk cId="4114952776" sldId="292"/>
        </pc:sldMkLst>
        <pc:spChg chg="mod">
          <ac:chgData name="Cesar Augusto Lopez Gallego" userId="0dfa9112-9251-4882-b472-cf2dfcee09d1" providerId="ADAL" clId="{168F3810-D092-494E-AF76-0E927501EEAA}" dt="2025-11-18T22:09:27.485" v="819" actId="20577"/>
          <ac:spMkLst>
            <pc:docMk/>
            <pc:sldMk cId="4114952776" sldId="292"/>
            <ac:spMk id="2" creationId="{E651DDF4-FFD2-4D71-B730-1E847D017339}"/>
          </ac:spMkLst>
        </pc:spChg>
        <pc:spChg chg="add del mod">
          <ac:chgData name="Cesar Augusto Lopez Gallego" userId="0dfa9112-9251-4882-b472-cf2dfcee09d1" providerId="ADAL" clId="{168F3810-D092-494E-AF76-0E927501EEAA}" dt="2025-11-18T22:13:20.201" v="846" actId="478"/>
          <ac:spMkLst>
            <pc:docMk/>
            <pc:sldMk cId="4114952776" sldId="292"/>
            <ac:spMk id="5" creationId="{3AF3C958-6F55-4431-AC8B-FAB46FBC032C}"/>
          </ac:spMkLst>
        </pc:spChg>
        <pc:spChg chg="add del mod">
          <ac:chgData name="Cesar Augusto Lopez Gallego" userId="0dfa9112-9251-4882-b472-cf2dfcee09d1" providerId="ADAL" clId="{168F3810-D092-494E-AF76-0E927501EEAA}" dt="2025-11-18T22:19:39.278" v="883" actId="478"/>
          <ac:spMkLst>
            <pc:docMk/>
            <pc:sldMk cId="4114952776" sldId="292"/>
            <ac:spMk id="7" creationId="{9820FF5D-F5BF-47BA-AD86-088593D347BF}"/>
          </ac:spMkLst>
        </pc:spChg>
        <pc:picChg chg="add del mod">
          <ac:chgData name="Cesar Augusto Lopez Gallego" userId="0dfa9112-9251-4882-b472-cf2dfcee09d1" providerId="ADAL" clId="{168F3810-D092-494E-AF76-0E927501EEAA}" dt="2025-11-18T22:19:39.278" v="883" actId="478"/>
          <ac:picMkLst>
            <pc:docMk/>
            <pc:sldMk cId="4114952776" sldId="292"/>
            <ac:picMk id="12" creationId="{09180CD8-D99C-4A51-8E8D-FBBAB27B5ED1}"/>
          </ac:picMkLst>
        </pc:picChg>
        <pc:cxnChg chg="add del mod">
          <ac:chgData name="Cesar Augusto Lopez Gallego" userId="0dfa9112-9251-4882-b472-cf2dfcee09d1" providerId="ADAL" clId="{168F3810-D092-494E-AF76-0E927501EEAA}" dt="2025-11-18T22:30:53.742" v="927" actId="1076"/>
          <ac:cxnSpMkLst>
            <pc:docMk/>
            <pc:sldMk cId="4114952776" sldId="292"/>
            <ac:cxnSpMk id="9" creationId="{F8B9F238-AAE1-4F88-9AD9-1EF63E879BCE}"/>
          </ac:cxnSpMkLst>
        </pc:cxnChg>
        <pc:cxnChg chg="add del">
          <ac:chgData name="Cesar Augusto Lopez Gallego" userId="0dfa9112-9251-4882-b472-cf2dfcee09d1" providerId="ADAL" clId="{168F3810-D092-494E-AF76-0E927501EEAA}" dt="2025-11-18T22:19:38.919" v="882" actId="478"/>
          <ac:cxnSpMkLst>
            <pc:docMk/>
            <pc:sldMk cId="4114952776" sldId="292"/>
            <ac:cxnSpMk id="11" creationId="{5D6F1CC3-B50E-4B38-98A9-DD1E9C0CD244}"/>
          </ac:cxnSpMkLst>
        </pc:cxnChg>
      </pc:sldChg>
      <pc:sldChg chg="add del">
        <pc:chgData name="Cesar Augusto Lopez Gallego" userId="0dfa9112-9251-4882-b472-cf2dfcee09d1" providerId="ADAL" clId="{168F3810-D092-494E-AF76-0E927501EEAA}" dt="2025-11-18T22:09:40.212" v="821"/>
        <pc:sldMkLst>
          <pc:docMk/>
          <pc:sldMk cId="1002009654" sldId="293"/>
        </pc:sldMkLst>
      </pc:sldChg>
      <pc:sldChg chg="addSp modSp add mod">
        <pc:chgData name="Cesar Augusto Lopez Gallego" userId="0dfa9112-9251-4882-b472-cf2dfcee09d1" providerId="ADAL" clId="{168F3810-D092-494E-AF76-0E927501EEAA}" dt="2025-11-18T22:30:44.594" v="926" actId="11529"/>
        <pc:sldMkLst>
          <pc:docMk/>
          <pc:sldMk cId="1853932578" sldId="293"/>
        </pc:sldMkLst>
        <pc:spChg chg="mod">
          <ac:chgData name="Cesar Augusto Lopez Gallego" userId="0dfa9112-9251-4882-b472-cf2dfcee09d1" providerId="ADAL" clId="{168F3810-D092-494E-AF76-0E927501EEAA}" dt="2025-11-18T22:18:51.677" v="874" actId="1076"/>
          <ac:spMkLst>
            <pc:docMk/>
            <pc:sldMk cId="1853932578" sldId="293"/>
            <ac:spMk id="5" creationId="{3AF3C958-6F55-4431-AC8B-FAB46FBC032C}"/>
          </ac:spMkLst>
        </pc:spChg>
        <pc:picChg chg="add mod">
          <ac:chgData name="Cesar Augusto Lopez Gallego" userId="0dfa9112-9251-4882-b472-cf2dfcee09d1" providerId="ADAL" clId="{168F3810-D092-494E-AF76-0E927501EEAA}" dt="2025-11-18T22:19:10.520" v="877" actId="1076"/>
          <ac:picMkLst>
            <pc:docMk/>
            <pc:sldMk cId="1853932578" sldId="293"/>
            <ac:picMk id="4" creationId="{C12FBE8E-7726-40BB-B7AF-52E195AD5EFA}"/>
          </ac:picMkLst>
        </pc:picChg>
        <pc:cxnChg chg="add">
          <ac:chgData name="Cesar Augusto Lopez Gallego" userId="0dfa9112-9251-4882-b472-cf2dfcee09d1" providerId="ADAL" clId="{168F3810-D092-494E-AF76-0E927501EEAA}" dt="2025-11-18T22:30:37.713" v="925" actId="11529"/>
          <ac:cxnSpMkLst>
            <pc:docMk/>
            <pc:sldMk cId="1853932578" sldId="293"/>
            <ac:cxnSpMk id="7" creationId="{6F2D3181-1CA8-466D-90AF-B2347E003A15}"/>
          </ac:cxnSpMkLst>
        </pc:cxnChg>
        <pc:cxnChg chg="add">
          <ac:chgData name="Cesar Augusto Lopez Gallego" userId="0dfa9112-9251-4882-b472-cf2dfcee09d1" providerId="ADAL" clId="{168F3810-D092-494E-AF76-0E927501EEAA}" dt="2025-11-18T22:30:44.594" v="926" actId="11529"/>
          <ac:cxnSpMkLst>
            <pc:docMk/>
            <pc:sldMk cId="1853932578" sldId="293"/>
            <ac:cxnSpMk id="10" creationId="{F8C749FC-2BF9-41B7-8913-01E3FD3A006D}"/>
          </ac:cxnSpMkLst>
        </pc:cxnChg>
      </pc:sldChg>
      <pc:sldChg chg="delSp new del mod">
        <pc:chgData name="Cesar Augusto Lopez Gallego" userId="0dfa9112-9251-4882-b472-cf2dfcee09d1" providerId="ADAL" clId="{168F3810-D092-494E-AF76-0E927501EEAA}" dt="2025-11-18T22:23:34.456" v="898" actId="47"/>
        <pc:sldMkLst>
          <pc:docMk/>
          <pc:sldMk cId="3178991308" sldId="294"/>
        </pc:sldMkLst>
        <pc:spChg chg="del">
          <ac:chgData name="Cesar Augusto Lopez Gallego" userId="0dfa9112-9251-4882-b472-cf2dfcee09d1" providerId="ADAL" clId="{168F3810-D092-494E-AF76-0E927501EEAA}" dt="2025-11-18T22:23:06.457" v="894" actId="478"/>
          <ac:spMkLst>
            <pc:docMk/>
            <pc:sldMk cId="3178991308" sldId="294"/>
            <ac:spMk id="2" creationId="{F0DD0930-6508-4F64-9D75-0C354CCA4E63}"/>
          </ac:spMkLst>
        </pc:spChg>
      </pc:sldChg>
      <pc:sldChg chg="add del">
        <pc:chgData name="Cesar Augusto Lopez Gallego" userId="0dfa9112-9251-4882-b472-cf2dfcee09d1" providerId="ADAL" clId="{168F3810-D092-494E-AF76-0E927501EEAA}" dt="2025-11-18T22:19:39.546" v="884"/>
        <pc:sldMkLst>
          <pc:docMk/>
          <pc:sldMk cId="3257014698" sldId="294"/>
        </pc:sldMkLst>
      </pc:sldChg>
      <pc:sldChg chg="addSp delSp modSp add mod">
        <pc:chgData name="Cesar Augusto Lopez Gallego" userId="0dfa9112-9251-4882-b472-cf2dfcee09d1" providerId="ADAL" clId="{168F3810-D092-494E-AF76-0E927501EEAA}" dt="2025-11-18T22:30:16.780" v="924" actId="14100"/>
        <pc:sldMkLst>
          <pc:docMk/>
          <pc:sldMk cId="2331229274" sldId="295"/>
        </pc:sldMkLst>
        <pc:spChg chg="del">
          <ac:chgData name="Cesar Augusto Lopez Gallego" userId="0dfa9112-9251-4882-b472-cf2dfcee09d1" providerId="ADAL" clId="{168F3810-D092-494E-AF76-0E927501EEAA}" dt="2025-11-18T22:24:00.883" v="903" actId="478"/>
          <ac:spMkLst>
            <pc:docMk/>
            <pc:sldMk cId="2331229274" sldId="295"/>
            <ac:spMk id="5" creationId="{3AF3C958-6F55-4431-AC8B-FAB46FBC032C}"/>
          </ac:spMkLst>
        </pc:spChg>
        <pc:spChg chg="add mod">
          <ac:chgData name="Cesar Augusto Lopez Gallego" userId="0dfa9112-9251-4882-b472-cf2dfcee09d1" providerId="ADAL" clId="{168F3810-D092-494E-AF76-0E927501EEAA}" dt="2025-11-18T22:29:52.116" v="920" actId="313"/>
          <ac:spMkLst>
            <pc:docMk/>
            <pc:sldMk cId="2331229274" sldId="295"/>
            <ac:spMk id="9" creationId="{973EA282-CE25-48C3-B753-AF1536EA129B}"/>
          </ac:spMkLst>
        </pc:spChg>
        <pc:picChg chg="del">
          <ac:chgData name="Cesar Augusto Lopez Gallego" userId="0dfa9112-9251-4882-b472-cf2dfcee09d1" providerId="ADAL" clId="{168F3810-D092-494E-AF76-0E927501EEAA}" dt="2025-11-18T22:24:00.883" v="903" actId="478"/>
          <ac:picMkLst>
            <pc:docMk/>
            <pc:sldMk cId="2331229274" sldId="295"/>
            <ac:picMk id="4" creationId="{C12FBE8E-7726-40BB-B7AF-52E195AD5EFA}"/>
          </ac:picMkLst>
        </pc:picChg>
        <pc:picChg chg="add mod">
          <ac:chgData name="Cesar Augusto Lopez Gallego" userId="0dfa9112-9251-4882-b472-cf2dfcee09d1" providerId="ADAL" clId="{168F3810-D092-494E-AF76-0E927501EEAA}" dt="2025-11-18T22:24:06.186" v="905"/>
          <ac:picMkLst>
            <pc:docMk/>
            <pc:sldMk cId="2331229274" sldId="295"/>
            <ac:picMk id="6" creationId="{F5C0331B-6184-429F-900B-74AB766EC6FB}"/>
          </ac:picMkLst>
        </pc:picChg>
        <pc:cxnChg chg="add">
          <ac:chgData name="Cesar Augusto Lopez Gallego" userId="0dfa9112-9251-4882-b472-cf2dfcee09d1" providerId="ADAL" clId="{168F3810-D092-494E-AF76-0E927501EEAA}" dt="2025-11-18T22:29:49.890" v="916" actId="11529"/>
          <ac:cxnSpMkLst>
            <pc:docMk/>
            <pc:sldMk cId="2331229274" sldId="295"/>
            <ac:cxnSpMk id="10" creationId="{31295482-AF64-4DFD-BB51-4257B59290FD}"/>
          </ac:cxnSpMkLst>
        </pc:cxnChg>
        <pc:cxnChg chg="add">
          <ac:chgData name="Cesar Augusto Lopez Gallego" userId="0dfa9112-9251-4882-b472-cf2dfcee09d1" providerId="ADAL" clId="{168F3810-D092-494E-AF76-0E927501EEAA}" dt="2025-11-18T22:30:09.823" v="921" actId="11529"/>
          <ac:cxnSpMkLst>
            <pc:docMk/>
            <pc:sldMk cId="2331229274" sldId="295"/>
            <ac:cxnSpMk id="12" creationId="{F93C7966-FB8A-44C7-A46E-52701B58BEB4}"/>
          </ac:cxnSpMkLst>
        </pc:cxnChg>
        <pc:cxnChg chg="add mod">
          <ac:chgData name="Cesar Augusto Lopez Gallego" userId="0dfa9112-9251-4882-b472-cf2dfcee09d1" providerId="ADAL" clId="{168F3810-D092-494E-AF76-0E927501EEAA}" dt="2025-11-18T22:30:16.780" v="924" actId="14100"/>
          <ac:cxnSpMkLst>
            <pc:docMk/>
            <pc:sldMk cId="2331229274" sldId="295"/>
            <ac:cxnSpMk id="13" creationId="{AA7CA8F0-608B-4CE6-9089-FDC85A02918A}"/>
          </ac:cxnSpMkLst>
        </pc:cxn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Shape 9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92" name="Shape 92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defRPr sz="1200">
        <a:latin typeface="+mj-lt"/>
        <a:ea typeface="+mj-ea"/>
        <a:cs typeface="+mj-cs"/>
        <a:sym typeface="Calibri"/>
      </a:defRPr>
    </a:lvl1pPr>
    <a:lvl2pPr indent="228600" defTabSz="457200" latinLnBrk="0">
      <a:defRPr sz="1200">
        <a:latin typeface="+mj-lt"/>
        <a:ea typeface="+mj-ea"/>
        <a:cs typeface="+mj-cs"/>
        <a:sym typeface="Calibri"/>
      </a:defRPr>
    </a:lvl2pPr>
    <a:lvl3pPr indent="457200" defTabSz="457200" latinLnBrk="0">
      <a:defRPr sz="1200">
        <a:latin typeface="+mj-lt"/>
        <a:ea typeface="+mj-ea"/>
        <a:cs typeface="+mj-cs"/>
        <a:sym typeface="Calibri"/>
      </a:defRPr>
    </a:lvl3pPr>
    <a:lvl4pPr indent="685800" defTabSz="457200" latinLnBrk="0">
      <a:defRPr sz="1200">
        <a:latin typeface="+mj-lt"/>
        <a:ea typeface="+mj-ea"/>
        <a:cs typeface="+mj-cs"/>
        <a:sym typeface="Calibri"/>
      </a:defRPr>
    </a:lvl4pPr>
    <a:lvl5pPr indent="914400" defTabSz="457200" latinLnBrk="0">
      <a:defRPr sz="1200">
        <a:latin typeface="+mj-lt"/>
        <a:ea typeface="+mj-ea"/>
        <a:cs typeface="+mj-cs"/>
        <a:sym typeface="Calibri"/>
      </a:defRPr>
    </a:lvl5pPr>
    <a:lvl6pPr indent="1143000" defTabSz="457200" latinLnBrk="0">
      <a:defRPr sz="1200">
        <a:latin typeface="+mj-lt"/>
        <a:ea typeface="+mj-ea"/>
        <a:cs typeface="+mj-cs"/>
        <a:sym typeface="Calibri"/>
      </a:defRPr>
    </a:lvl6pPr>
    <a:lvl7pPr indent="1371600" defTabSz="457200" latinLnBrk="0">
      <a:defRPr sz="1200">
        <a:latin typeface="+mj-lt"/>
        <a:ea typeface="+mj-ea"/>
        <a:cs typeface="+mj-cs"/>
        <a:sym typeface="Calibri"/>
      </a:defRPr>
    </a:lvl7pPr>
    <a:lvl8pPr indent="1600200" defTabSz="457200" latinLnBrk="0">
      <a:defRPr sz="1200">
        <a:latin typeface="+mj-lt"/>
        <a:ea typeface="+mj-ea"/>
        <a:cs typeface="+mj-cs"/>
        <a:sym typeface="Calibri"/>
      </a:defRPr>
    </a:lvl8pPr>
    <a:lvl9pPr indent="1828800" defTabSz="457200" latinLnBrk="0">
      <a:defRPr sz="1200">
        <a:latin typeface="+mj-lt"/>
        <a:ea typeface="+mj-ea"/>
        <a:cs typeface="+mj-cs"/>
        <a:sym typeface="Calibri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Text"/>
          <p:cNvSpPr txBox="1">
            <a:spLocks noGrp="1"/>
          </p:cNvSpPr>
          <p:nvPr>
            <p:ph type="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12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SzTx/>
              <a:buFontTx/>
              <a:buNone/>
              <a:defRPr>
                <a:solidFill>
                  <a:srgbClr val="888888"/>
                </a:solidFill>
              </a:defRPr>
            </a:lvl1pPr>
            <a:lvl2pPr marL="0" indent="457200" algn="ctr">
              <a:buSzTx/>
              <a:buFontTx/>
              <a:buNone/>
              <a:defRPr>
                <a:solidFill>
                  <a:srgbClr val="888888"/>
                </a:solidFill>
              </a:defRPr>
            </a:lvl2pPr>
            <a:lvl3pPr marL="0" indent="914400" algn="ctr">
              <a:buSzTx/>
              <a:buFontTx/>
              <a:buNone/>
              <a:defRPr>
                <a:solidFill>
                  <a:srgbClr val="888888"/>
                </a:solidFill>
              </a:defRPr>
            </a:lvl3pPr>
            <a:lvl4pPr marL="0" indent="1371600" algn="ctr">
              <a:buSzTx/>
              <a:buFontTx/>
              <a:buNone/>
              <a:defRPr>
                <a:solidFill>
                  <a:srgbClr val="888888"/>
                </a:solidFill>
              </a:defRPr>
            </a:lvl4pPr>
            <a:lvl5pPr marL="0" indent="1828800" algn="ctr">
              <a:buSzTx/>
              <a:buFontTx/>
              <a:buNone/>
              <a:defRPr>
                <a:solidFill>
                  <a:srgbClr val="888888"/>
                </a:solidFill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3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Text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21" name="Body Level One…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2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itle Text"/>
          <p:cNvSpPr txBox="1">
            <a:spLocks noGrp="1"/>
          </p:cNvSpPr>
          <p:nvPr>
            <p:ph type="title"/>
          </p:nvPr>
        </p:nvSpPr>
        <p:spPr>
          <a:xfrm>
            <a:off x="722312" y="4406900"/>
            <a:ext cx="7772401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t>Title Text</a:t>
            </a:r>
          </a:p>
        </p:txBody>
      </p:sp>
      <p:sp>
        <p:nvSpPr>
          <p:cNvPr id="30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722312" y="2906713"/>
            <a:ext cx="7772401" cy="1500188"/>
          </a:xfrm>
          <a:prstGeom prst="rect">
            <a:avLst/>
          </a:prstGeom>
        </p:spPr>
        <p:txBody>
          <a:bodyPr anchor="b"/>
          <a:lstStyle>
            <a:lvl1pPr marL="0" indent="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1pPr>
            <a:lvl2pPr marL="0" indent="45720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2pPr>
            <a:lvl3pPr marL="0" indent="91440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3pPr>
            <a:lvl4pPr marL="0" indent="137160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4pPr>
            <a:lvl5pPr marL="0" indent="182880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1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Title Text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39" name="Body Level One…"/>
          <p:cNvSpPr txBox="1"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spcBef>
                <a:spcPts val="600"/>
              </a:spcBef>
              <a:defRPr sz="2800"/>
            </a:lvl1pPr>
            <a:lvl2pPr marL="790575" indent="-333375">
              <a:spcBef>
                <a:spcPts val="600"/>
              </a:spcBef>
              <a:defRPr sz="2800"/>
            </a:lvl2pPr>
            <a:lvl3pPr marL="1234439" indent="-320039">
              <a:spcBef>
                <a:spcPts val="600"/>
              </a:spcBef>
              <a:defRPr sz="2800"/>
            </a:lvl3pPr>
            <a:lvl4pPr marL="1727200" indent="-355600">
              <a:spcBef>
                <a:spcPts val="600"/>
              </a:spcBef>
              <a:defRPr sz="2800"/>
            </a:lvl4pPr>
            <a:lvl5pPr marL="2184400" indent="-355600">
              <a:spcBef>
                <a:spcPts val="600"/>
              </a:spcBef>
              <a:defRPr sz="28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0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itle Text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48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457200" y="1535112"/>
            <a:ext cx="4040188" cy="639763"/>
          </a:xfrm>
          <a:prstGeom prst="rect">
            <a:avLst/>
          </a:prstGeom>
        </p:spPr>
        <p:txBody>
          <a:bodyPr anchor="b"/>
          <a:lstStyle>
            <a:lvl1pPr marL="0" indent="0">
              <a:spcBef>
                <a:spcPts val="500"/>
              </a:spcBef>
              <a:buSzTx/>
              <a:buFontTx/>
              <a:buNone/>
              <a:defRPr sz="2400" b="1"/>
            </a:lvl1pPr>
            <a:lvl2pPr marL="0" indent="457200">
              <a:spcBef>
                <a:spcPts val="500"/>
              </a:spcBef>
              <a:buSzTx/>
              <a:buFontTx/>
              <a:buNone/>
              <a:defRPr sz="2400" b="1"/>
            </a:lvl2pPr>
            <a:lvl3pPr marL="0" indent="914400">
              <a:spcBef>
                <a:spcPts val="500"/>
              </a:spcBef>
              <a:buSzTx/>
              <a:buFontTx/>
              <a:buNone/>
              <a:defRPr sz="2400" b="1"/>
            </a:lvl3pPr>
            <a:lvl4pPr marL="0" indent="1371600">
              <a:spcBef>
                <a:spcPts val="500"/>
              </a:spcBef>
              <a:buSzTx/>
              <a:buFontTx/>
              <a:buNone/>
              <a:defRPr sz="2400" b="1"/>
            </a:lvl4pPr>
            <a:lvl5pPr marL="0" indent="1828800">
              <a:spcBef>
                <a:spcPts val="500"/>
              </a:spcBef>
              <a:buSzTx/>
              <a:buFontTx/>
              <a:buNone/>
              <a:defRPr sz="2400" b="1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9" name="Text Placeholder 4"/>
          <p:cNvSpPr>
            <a:spLocks noGrp="1"/>
          </p:cNvSpPr>
          <p:nvPr>
            <p:ph type="body" sz="quarter" idx="21"/>
          </p:nvPr>
        </p:nvSpPr>
        <p:spPr>
          <a:xfrm>
            <a:off x="4645025" y="1535112"/>
            <a:ext cx="4041775" cy="639763"/>
          </a:xfrm>
          <a:prstGeom prst="rect">
            <a:avLst/>
          </a:prstGeom>
        </p:spPr>
        <p:txBody>
          <a:bodyPr anchor="b"/>
          <a:lstStyle/>
          <a:p>
            <a:pPr marL="0" indent="0">
              <a:spcBef>
                <a:spcPts val="500"/>
              </a:spcBef>
              <a:buSzTx/>
              <a:buFontTx/>
              <a:buNone/>
              <a:defRPr sz="2400" b="1"/>
            </a:pPr>
            <a:endParaRPr/>
          </a:p>
        </p:txBody>
      </p:sp>
      <p:sp>
        <p:nvSpPr>
          <p:cNvPr id="50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Title Text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58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Title Text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4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t>Title Text</a:t>
            </a:r>
          </a:p>
        </p:txBody>
      </p:sp>
      <p:sp>
        <p:nvSpPr>
          <p:cNvPr id="73" name="Body Level One…"/>
          <p:cNvSpPr txBox="1">
            <a:spLocks noGrp="1"/>
          </p:cNvSpPr>
          <p:nvPr>
            <p:ph type="body" sz="half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74" name="Text Placeholder 3"/>
          <p:cNvSpPr>
            <a:spLocks noGrp="1"/>
          </p:cNvSpPr>
          <p:nvPr>
            <p:ph type="body" sz="quarter" idx="21"/>
          </p:nvPr>
        </p:nvSpPr>
        <p:spPr>
          <a:xfrm>
            <a:off x="457199" y="1435100"/>
            <a:ext cx="3008315" cy="4691063"/>
          </a:xfrm>
          <a:prstGeom prst="rect">
            <a:avLst/>
          </a:prstGeom>
        </p:spPr>
        <p:txBody>
          <a:bodyPr/>
          <a:lstStyle/>
          <a:p>
            <a:pPr marL="0" indent="0">
              <a:spcBef>
                <a:spcPts val="300"/>
              </a:spcBef>
              <a:buSzTx/>
              <a:buFontTx/>
              <a:buNone/>
              <a:defRPr sz="1400"/>
            </a:pPr>
            <a:endParaRPr/>
          </a:p>
        </p:txBody>
      </p:sp>
      <p:sp>
        <p:nvSpPr>
          <p:cNvPr id="7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Title Text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1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t>Title Text</a:t>
            </a:r>
          </a:p>
        </p:txBody>
      </p:sp>
      <p:sp>
        <p:nvSpPr>
          <p:cNvPr id="83" name="Picture Placeholder 2"/>
          <p:cNvSpPr>
            <a:spLocks noGrp="1"/>
          </p:cNvSpPr>
          <p:nvPr>
            <p:ph type="pic" sz="half" idx="21"/>
          </p:nvPr>
        </p:nvSpPr>
        <p:spPr>
          <a:xfrm>
            <a:off x="1792288" y="612775"/>
            <a:ext cx="5486401" cy="41148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endParaRPr/>
          </a:p>
        </p:txBody>
      </p:sp>
      <p:sp>
        <p:nvSpPr>
          <p:cNvPr id="84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1792288" y="5367337"/>
            <a:ext cx="5486401" cy="804863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300"/>
              </a:spcBef>
              <a:buSzTx/>
              <a:buFontTx/>
              <a:buNone/>
              <a:defRPr sz="1400"/>
            </a:lvl1pPr>
            <a:lvl2pPr marL="0" indent="457200">
              <a:spcBef>
                <a:spcPts val="300"/>
              </a:spcBef>
              <a:buSzTx/>
              <a:buFontTx/>
              <a:buNone/>
              <a:defRPr sz="1400"/>
            </a:lvl2pPr>
            <a:lvl3pPr marL="0" indent="914400">
              <a:spcBef>
                <a:spcPts val="300"/>
              </a:spcBef>
              <a:buSzTx/>
              <a:buFontTx/>
              <a:buNone/>
              <a:defRPr sz="1400"/>
            </a:lvl3pPr>
            <a:lvl4pPr marL="0" indent="1371600">
              <a:spcBef>
                <a:spcPts val="300"/>
              </a:spcBef>
              <a:buSzTx/>
              <a:buFontTx/>
              <a:buNone/>
              <a:defRPr sz="1400"/>
            </a:lvl4pPr>
            <a:lvl5pPr marL="0" indent="1828800">
              <a:spcBef>
                <a:spcPts val="300"/>
              </a:spcBef>
              <a:buSzTx/>
              <a:buFontTx/>
              <a:buNone/>
              <a:defRPr sz="14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8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olo el título" type="titleOnly">
  <p:cSld name="Solo el título"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4"/>
          <p:cNvSpPr txBox="1">
            <a:spLocks noGrp="1"/>
          </p:cNvSpPr>
          <p:nvPr>
            <p:ph type="title"/>
          </p:nvPr>
        </p:nvSpPr>
        <p:spPr>
          <a:xfrm>
            <a:off x="837327" y="365126"/>
            <a:ext cx="10504646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987"/>
              <a:buFont typeface="Calibri"/>
              <a:buNone/>
              <a:defRPr sz="439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587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587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587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587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587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587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587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587"/>
            </a:lvl9pPr>
          </a:lstStyle>
          <a:p>
            <a:endParaRPr/>
          </a:p>
        </p:txBody>
      </p:sp>
      <p:sp>
        <p:nvSpPr>
          <p:cNvPr id="92" name="Google Shape;92;p14"/>
          <p:cNvSpPr txBox="1">
            <a:spLocks noGrp="1"/>
          </p:cNvSpPr>
          <p:nvPr>
            <p:ph type="dt" idx="10"/>
          </p:nvPr>
        </p:nvSpPr>
        <p:spPr>
          <a:xfrm>
            <a:off x="837327" y="6356350"/>
            <a:ext cx="274034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199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58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58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58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58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58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58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58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58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3" name="Google Shape;93;p14"/>
          <p:cNvSpPr txBox="1">
            <a:spLocks noGrp="1"/>
          </p:cNvSpPr>
          <p:nvPr>
            <p:ph type="ftr" idx="11"/>
          </p:nvPr>
        </p:nvSpPr>
        <p:spPr>
          <a:xfrm>
            <a:off x="4034393" y="6356350"/>
            <a:ext cx="411051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199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58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58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58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58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58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58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58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58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4" name="Google Shape;94;p14"/>
          <p:cNvSpPr txBox="1">
            <a:spLocks noGrp="1"/>
          </p:cNvSpPr>
          <p:nvPr>
            <p:ph type="sldNum" idx="12"/>
          </p:nvPr>
        </p:nvSpPr>
        <p:spPr>
          <a:xfrm>
            <a:off x="8601630" y="6356350"/>
            <a:ext cx="274034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199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199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199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199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199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199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199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199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199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s-CO" smtClean="0"/>
              <a:pPr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9949775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>
            <a:spLocks noGrp="1"/>
          </p:cNvSpPr>
          <p:nvPr>
            <p:ph type="title"/>
          </p:nvPr>
        </p:nvSpPr>
        <p:spPr>
          <a:xfrm>
            <a:off x="608965" y="92074"/>
            <a:ext cx="10961370" cy="15081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 anchor="ctr">
            <a:normAutofit/>
          </a:bodyPr>
          <a:lstStyle/>
          <a:p>
            <a:r>
              <a:t>Title Text</a:t>
            </a:r>
          </a:p>
        </p:txBody>
      </p:sp>
      <p:sp>
        <p:nvSpPr>
          <p:cNvPr id="3" name="Body Level One…"/>
          <p:cNvSpPr txBox="1">
            <a:spLocks noGrp="1"/>
          </p:cNvSpPr>
          <p:nvPr>
            <p:ph type="body" idx="1"/>
          </p:nvPr>
        </p:nvSpPr>
        <p:spPr>
          <a:xfrm>
            <a:off x="608965" y="1600200"/>
            <a:ext cx="10961370" cy="5257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normAutofit/>
          </a:bodyPr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8428176" y="6414760"/>
            <a:ext cx="258624" cy="248305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1200">
                <a:solidFill>
                  <a:srgbClr val="888888"/>
                </a:solidFill>
              </a:defRPr>
            </a:lvl1pPr>
          </a:lstStyle>
          <a:p>
            <a:fld id="{86CB4B4D-7CA3-9044-876B-883B54F8677D}" type="slidenum">
              <a:t>‹Nº›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transition spd="med"/>
  <p:txStyles>
    <p:titleStyle>
      <a:lvl1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1pPr>
      <a:lvl2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2pPr>
      <a:lvl3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3pPr>
      <a:lvl4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4pPr>
      <a:lvl5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5pPr>
      <a:lvl6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6pPr>
      <a:lvl7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7pPr>
      <a:lvl8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8pPr>
      <a:lvl9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9pPr>
    </p:titleStyle>
    <p:bodyStyle>
      <a:lvl1pPr marL="342900" marR="0" indent="-34290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sz="32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1pPr>
      <a:lvl2pPr marL="783771" marR="0" indent="-326571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sz="32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2pPr>
      <a:lvl3pPr marL="1219200" marR="0" indent="-30480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sz="32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3pPr>
      <a:lvl4pPr marL="17373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sz="32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4pPr>
      <a:lvl5pPr marL="21945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»"/>
        <a:tabLst/>
        <a:defRPr sz="32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5pPr>
      <a:lvl6pPr marL="26517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sz="32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6pPr>
      <a:lvl7pPr marL="31089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sz="32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7pPr>
      <a:lvl8pPr marL="3566159" marR="0" indent="-365759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sz="32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8pPr>
      <a:lvl9pPr marL="4023359" marR="0" indent="-365759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sz="32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9pPr>
    </p:bodyStyle>
    <p:otherStyle>
      <a:lvl1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4572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9144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13716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18288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22860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27432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32004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36576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0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0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0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0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0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" name="Picture 1" descr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6" cy="6858000"/>
          </a:xfrm>
          <a:prstGeom prst="rect">
            <a:avLst/>
          </a:prstGeom>
          <a:ln w="12700">
            <a:miter lim="400000"/>
          </a:ln>
        </p:spPr>
      </p:pic>
      <p:sp>
        <p:nvSpPr>
          <p:cNvPr id="95" name="TextBox 2"/>
          <p:cNvSpPr txBox="1"/>
          <p:nvPr/>
        </p:nvSpPr>
        <p:spPr>
          <a:xfrm>
            <a:off x="1417319" y="2286000"/>
            <a:ext cx="9052561" cy="120032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endParaRPr dirty="0"/>
          </a:p>
          <a:p>
            <a:pPr algn="ctr">
              <a:defRPr sz="5400" b="1"/>
            </a:pPr>
            <a:r>
              <a:rPr dirty="0" err="1"/>
              <a:t>Estructuras</a:t>
            </a:r>
            <a:r>
              <a:rPr dirty="0"/>
              <a:t> </a:t>
            </a:r>
            <a:r>
              <a:rPr dirty="0" err="1"/>
              <a:t>Cíclicas</a:t>
            </a:r>
            <a:r>
              <a:rPr dirty="0"/>
              <a:t> </a:t>
            </a:r>
            <a:r>
              <a:rPr dirty="0" err="1"/>
              <a:t>en</a:t>
            </a:r>
            <a:r>
              <a:rPr dirty="0"/>
              <a:t> </a:t>
            </a:r>
            <a:r>
              <a:rPr lang="es-419" dirty="0"/>
              <a:t>Python</a:t>
            </a:r>
            <a:endParaRPr dirty="0"/>
          </a:p>
        </p:txBody>
      </p:sp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7" name="Picture 1" descr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6" cy="6858000"/>
          </a:xfrm>
          <a:prstGeom prst="rect">
            <a:avLst/>
          </a:prstGeom>
          <a:ln w="12700">
            <a:miter lim="400000"/>
          </a:ln>
        </p:spPr>
      </p:pic>
      <p:sp>
        <p:nvSpPr>
          <p:cNvPr id="98" name="TextBox 2"/>
          <p:cNvSpPr txBox="1"/>
          <p:nvPr/>
        </p:nvSpPr>
        <p:spPr>
          <a:xfrm>
            <a:off x="502919" y="457200"/>
            <a:ext cx="5967970" cy="78914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endParaRPr/>
          </a:p>
          <a:p>
            <a:pPr>
              <a:defRPr sz="3200" b="1"/>
            </a:pPr>
            <a:r>
              <a:t>¿Qué es un ciclo en programación?</a:t>
            </a:r>
          </a:p>
        </p:txBody>
      </p:sp>
      <p:sp>
        <p:nvSpPr>
          <p:cNvPr id="99" name="TextBox 3"/>
          <p:cNvSpPr txBox="1"/>
          <p:nvPr/>
        </p:nvSpPr>
        <p:spPr>
          <a:xfrm>
            <a:off x="987662" y="1944477"/>
            <a:ext cx="5578391" cy="34778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5719" rIns="45719">
            <a:spAutoFit/>
          </a:bodyPr>
          <a:lstStyle/>
          <a:p>
            <a:pPr>
              <a:defRPr sz="1600"/>
            </a:pPr>
            <a:r>
              <a:rPr sz="2000" dirty="0"/>
              <a:t>Un </a:t>
            </a:r>
            <a:r>
              <a:rPr sz="2000" dirty="0" err="1"/>
              <a:t>ciclo</a:t>
            </a:r>
            <a:r>
              <a:rPr sz="2000" dirty="0"/>
              <a:t> (o </a:t>
            </a:r>
            <a:r>
              <a:rPr sz="2000" dirty="0" err="1"/>
              <a:t>bucle</a:t>
            </a:r>
            <a:r>
              <a:rPr sz="2000" dirty="0"/>
              <a:t>) es una </a:t>
            </a:r>
            <a:r>
              <a:rPr sz="2000" dirty="0" err="1"/>
              <a:t>estructura</a:t>
            </a:r>
            <a:r>
              <a:rPr sz="2000" dirty="0"/>
              <a:t> que </a:t>
            </a:r>
            <a:r>
              <a:rPr sz="2000" dirty="0" err="1"/>
              <a:t>permite</a:t>
            </a:r>
            <a:r>
              <a:rPr sz="2000" dirty="0"/>
              <a:t> </a:t>
            </a:r>
            <a:r>
              <a:rPr sz="2000" dirty="0" err="1"/>
              <a:t>ejecutar</a:t>
            </a:r>
            <a:r>
              <a:rPr sz="2000" dirty="0"/>
              <a:t> un </a:t>
            </a:r>
            <a:r>
              <a:rPr sz="2000" dirty="0" err="1"/>
              <a:t>bloque</a:t>
            </a:r>
            <a:r>
              <a:rPr sz="2000" dirty="0"/>
              <a:t> de </a:t>
            </a:r>
            <a:r>
              <a:rPr sz="2000" dirty="0" err="1"/>
              <a:t>código</a:t>
            </a:r>
            <a:r>
              <a:rPr sz="2000" dirty="0"/>
              <a:t> </a:t>
            </a:r>
            <a:r>
              <a:rPr sz="2000" dirty="0" err="1"/>
              <a:t>múltiples</a:t>
            </a:r>
            <a:r>
              <a:rPr sz="2000" dirty="0"/>
              <a:t> </a:t>
            </a:r>
            <a:r>
              <a:rPr sz="2000" dirty="0" err="1"/>
              <a:t>veces</a:t>
            </a:r>
            <a:r>
              <a:rPr sz="2000" dirty="0"/>
              <a:t>, de forma </a:t>
            </a:r>
            <a:r>
              <a:rPr sz="2000" dirty="0" err="1"/>
              <a:t>automática</a:t>
            </a:r>
            <a:r>
              <a:rPr sz="2000" dirty="0"/>
              <a:t>. </a:t>
            </a:r>
            <a:r>
              <a:rPr sz="2000" dirty="0" err="1"/>
              <a:t>En</a:t>
            </a:r>
            <a:r>
              <a:rPr sz="2000" dirty="0"/>
              <a:t> </a:t>
            </a:r>
            <a:r>
              <a:rPr sz="2000" dirty="0" err="1"/>
              <a:t>lugar</a:t>
            </a:r>
            <a:r>
              <a:rPr sz="2000" dirty="0"/>
              <a:t> de </a:t>
            </a:r>
            <a:r>
              <a:rPr sz="2000" dirty="0" err="1"/>
              <a:t>escribir</a:t>
            </a:r>
            <a:r>
              <a:rPr sz="2000" dirty="0"/>
              <a:t> </a:t>
            </a:r>
            <a:r>
              <a:rPr sz="2000" dirty="0" err="1"/>
              <a:t>el</a:t>
            </a:r>
            <a:r>
              <a:rPr sz="2000" dirty="0"/>
              <a:t> </a:t>
            </a:r>
            <a:r>
              <a:rPr sz="2000" dirty="0" err="1"/>
              <a:t>mismo</a:t>
            </a:r>
            <a:r>
              <a:rPr sz="2000" dirty="0"/>
              <a:t> </a:t>
            </a:r>
            <a:r>
              <a:rPr sz="2000" dirty="0" err="1"/>
              <a:t>código</a:t>
            </a:r>
            <a:r>
              <a:rPr sz="2000" dirty="0"/>
              <a:t> una y </a:t>
            </a:r>
            <a:r>
              <a:rPr sz="2000" dirty="0" err="1"/>
              <a:t>otra</a:t>
            </a:r>
            <a:r>
              <a:rPr sz="2000" dirty="0"/>
              <a:t> </a:t>
            </a:r>
            <a:r>
              <a:rPr sz="2000" dirty="0" err="1"/>
              <a:t>vez</a:t>
            </a:r>
            <a:r>
              <a:rPr sz="2000" dirty="0"/>
              <a:t>, </a:t>
            </a:r>
            <a:r>
              <a:rPr sz="2000" dirty="0" err="1"/>
              <a:t>usamos</a:t>
            </a:r>
            <a:r>
              <a:rPr sz="2000" dirty="0"/>
              <a:t> </a:t>
            </a:r>
            <a:r>
              <a:rPr sz="2000" dirty="0" err="1"/>
              <a:t>ciclos</a:t>
            </a:r>
            <a:r>
              <a:rPr sz="2000" dirty="0"/>
              <a:t> para </a:t>
            </a:r>
            <a:r>
              <a:rPr sz="2000" dirty="0" err="1"/>
              <a:t>repetir</a:t>
            </a:r>
            <a:r>
              <a:rPr sz="2000" dirty="0"/>
              <a:t> </a:t>
            </a:r>
            <a:r>
              <a:rPr sz="2000" dirty="0" err="1"/>
              <a:t>acciones</a:t>
            </a:r>
            <a:r>
              <a:rPr sz="2000" dirty="0"/>
              <a:t> </a:t>
            </a:r>
            <a:r>
              <a:rPr sz="2000" dirty="0" err="1"/>
              <a:t>mientras</a:t>
            </a:r>
            <a:r>
              <a:rPr sz="2000" dirty="0"/>
              <a:t> se </a:t>
            </a:r>
            <a:r>
              <a:rPr sz="2000" dirty="0" err="1"/>
              <a:t>cumpla</a:t>
            </a:r>
            <a:r>
              <a:rPr sz="2000" dirty="0"/>
              <a:t> una </a:t>
            </a:r>
            <a:r>
              <a:rPr sz="2000" dirty="0" err="1"/>
              <a:t>condición</a:t>
            </a:r>
            <a:r>
              <a:rPr sz="2000" dirty="0"/>
              <a:t>.</a:t>
            </a:r>
          </a:p>
          <a:p>
            <a:endParaRPr sz="2000" dirty="0"/>
          </a:p>
          <a:p>
            <a:r>
              <a:rPr sz="2000" dirty="0"/>
              <a:t>Los </a:t>
            </a:r>
            <a:r>
              <a:rPr sz="2000" dirty="0" err="1"/>
              <a:t>ciclos</a:t>
            </a:r>
            <a:r>
              <a:rPr sz="2000" dirty="0"/>
              <a:t> son </a:t>
            </a:r>
            <a:r>
              <a:rPr sz="2000" dirty="0" err="1"/>
              <a:t>fundamentales</a:t>
            </a:r>
            <a:r>
              <a:rPr sz="2000" dirty="0"/>
              <a:t> para:</a:t>
            </a:r>
          </a:p>
          <a:p>
            <a:pPr marL="342900" indent="-342900">
              <a:buFont typeface="Arial" panose="020B0604020202020204" pitchFamily="34" charset="0"/>
              <a:buChar char="•"/>
              <a:defRPr sz="1600"/>
            </a:pPr>
            <a:r>
              <a:rPr sz="2000" dirty="0" err="1"/>
              <a:t>Procesar</a:t>
            </a:r>
            <a:r>
              <a:rPr sz="2000" dirty="0"/>
              <a:t> </a:t>
            </a:r>
            <a:r>
              <a:rPr sz="2000" dirty="0" err="1"/>
              <a:t>colecciones</a:t>
            </a:r>
            <a:r>
              <a:rPr sz="2000" dirty="0"/>
              <a:t> de </a:t>
            </a:r>
            <a:r>
              <a:rPr sz="2000" dirty="0" err="1"/>
              <a:t>datos</a:t>
            </a:r>
            <a:endParaRPr sz="2000" dirty="0"/>
          </a:p>
          <a:p>
            <a:pPr marL="342900" indent="-342900">
              <a:buFont typeface="Arial" panose="020B0604020202020204" pitchFamily="34" charset="0"/>
              <a:buChar char="•"/>
              <a:defRPr sz="1600"/>
            </a:pPr>
            <a:r>
              <a:rPr sz="2000" dirty="0" err="1"/>
              <a:t>Realizar</a:t>
            </a:r>
            <a:r>
              <a:rPr sz="2000" dirty="0"/>
              <a:t> </a:t>
            </a:r>
            <a:r>
              <a:rPr sz="2000" dirty="0" err="1"/>
              <a:t>operaciones</a:t>
            </a:r>
            <a:r>
              <a:rPr sz="2000" dirty="0"/>
              <a:t> </a:t>
            </a:r>
            <a:r>
              <a:rPr sz="2000" dirty="0" err="1"/>
              <a:t>repetitivas</a:t>
            </a:r>
            <a:endParaRPr sz="2000" dirty="0"/>
          </a:p>
          <a:p>
            <a:pPr marL="342900" indent="-342900">
              <a:buFont typeface="Arial" panose="020B0604020202020204" pitchFamily="34" charset="0"/>
              <a:buChar char="•"/>
              <a:defRPr sz="1600"/>
            </a:pPr>
            <a:r>
              <a:rPr sz="2000" dirty="0"/>
              <a:t>Validar entradas del </a:t>
            </a:r>
            <a:r>
              <a:rPr sz="2000" dirty="0" err="1"/>
              <a:t>usuario</a:t>
            </a:r>
            <a:endParaRPr sz="2000" dirty="0"/>
          </a:p>
          <a:p>
            <a:pPr marL="342900" indent="-342900">
              <a:buFont typeface="Arial" panose="020B0604020202020204" pitchFamily="34" charset="0"/>
              <a:buChar char="•"/>
              <a:defRPr sz="1600"/>
            </a:pPr>
            <a:r>
              <a:rPr sz="2000" dirty="0" err="1"/>
              <a:t>Automatizar</a:t>
            </a:r>
            <a:r>
              <a:rPr sz="2000" dirty="0"/>
              <a:t> </a:t>
            </a:r>
            <a:r>
              <a:rPr sz="2000" dirty="0" err="1"/>
              <a:t>tareas</a:t>
            </a:r>
            <a:r>
              <a:rPr sz="2000" dirty="0"/>
              <a:t> </a:t>
            </a:r>
            <a:r>
              <a:rPr sz="2000" dirty="0" err="1"/>
              <a:t>complejas</a:t>
            </a:r>
            <a:endParaRPr sz="2000" dirty="0"/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61E61D11-B6EC-44D0-AA39-224200C122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17388" y="1812774"/>
            <a:ext cx="4362450" cy="3400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1" name="Picture 1" descr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6198" y="-1"/>
            <a:ext cx="12191696" cy="6858001"/>
          </a:xfrm>
          <a:prstGeom prst="rect">
            <a:avLst/>
          </a:prstGeom>
          <a:ln w="12700">
            <a:miter lim="400000"/>
          </a:ln>
        </p:spPr>
      </p:pic>
      <p:sp>
        <p:nvSpPr>
          <p:cNvPr id="102" name="TextBox 2"/>
          <p:cNvSpPr txBox="1"/>
          <p:nvPr/>
        </p:nvSpPr>
        <p:spPr>
          <a:xfrm>
            <a:off x="502919" y="457200"/>
            <a:ext cx="3944347" cy="120032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endParaRPr sz="2800" dirty="0"/>
          </a:p>
          <a:p>
            <a:pPr>
              <a:defRPr sz="3200" b="1"/>
            </a:pPr>
            <a:r>
              <a:rPr lang="es-ES" sz="4400" dirty="0"/>
              <a:t>C</a:t>
            </a:r>
            <a:r>
              <a:rPr sz="4400" dirty="0" err="1"/>
              <a:t>iclos</a:t>
            </a:r>
            <a:r>
              <a:rPr sz="4400" dirty="0"/>
              <a:t> </a:t>
            </a:r>
            <a:r>
              <a:rPr sz="4400" dirty="0" err="1"/>
              <a:t>en</a:t>
            </a:r>
            <a:r>
              <a:rPr sz="4400" dirty="0"/>
              <a:t> </a:t>
            </a:r>
            <a:r>
              <a:rPr lang="es-419" sz="4400" dirty="0"/>
              <a:t>Python</a:t>
            </a:r>
            <a:endParaRPr sz="4400" dirty="0"/>
          </a:p>
        </p:txBody>
      </p:sp>
      <p:sp>
        <p:nvSpPr>
          <p:cNvPr id="103" name="TextBox 3"/>
          <p:cNvSpPr txBox="1"/>
          <p:nvPr/>
        </p:nvSpPr>
        <p:spPr>
          <a:xfrm>
            <a:off x="2596722" y="2114730"/>
            <a:ext cx="3383281" cy="3170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2400" b="1"/>
            </a:pPr>
            <a:r>
              <a:rPr sz="2800" dirty="0" err="1">
                <a:solidFill>
                  <a:schemeClr val="accent3"/>
                </a:solidFill>
              </a:rPr>
              <a:t>Ciclo</a:t>
            </a:r>
            <a:r>
              <a:rPr sz="2800" dirty="0">
                <a:solidFill>
                  <a:schemeClr val="accent3"/>
                </a:solidFill>
              </a:rPr>
              <a:t> FOR</a:t>
            </a:r>
            <a:endParaRPr lang="es-ES" sz="2800" dirty="0">
              <a:solidFill>
                <a:schemeClr val="accent3"/>
              </a:solidFill>
            </a:endParaRPr>
          </a:p>
          <a:p>
            <a:pPr>
              <a:defRPr sz="2400" b="1"/>
            </a:pPr>
            <a:endParaRPr sz="3200" dirty="0">
              <a:solidFill>
                <a:schemeClr val="accent3"/>
              </a:solidFill>
            </a:endParaRPr>
          </a:p>
          <a:p>
            <a:pPr>
              <a:defRPr sz="1400"/>
            </a:pPr>
            <a:r>
              <a:rPr lang="es-ES" sz="2000" dirty="0" err="1"/>
              <a:t>Usalo</a:t>
            </a:r>
            <a:r>
              <a:rPr sz="2000" dirty="0"/>
              <a:t> </a:t>
            </a:r>
            <a:r>
              <a:rPr sz="2000" dirty="0" err="1">
                <a:highlight>
                  <a:srgbClr val="FFFF00"/>
                </a:highlight>
              </a:rPr>
              <a:t>cuando</a:t>
            </a:r>
            <a:r>
              <a:rPr sz="2000" dirty="0">
                <a:highlight>
                  <a:srgbClr val="FFFF00"/>
                </a:highlight>
              </a:rPr>
              <a:t> </a:t>
            </a:r>
            <a:r>
              <a:rPr sz="2000" dirty="0" err="1">
                <a:highlight>
                  <a:srgbClr val="FFFF00"/>
                </a:highlight>
              </a:rPr>
              <a:t>conoces</a:t>
            </a:r>
            <a:r>
              <a:rPr sz="2000" dirty="0">
                <a:highlight>
                  <a:srgbClr val="FFFF00"/>
                </a:highlight>
              </a:rPr>
              <a:t> </a:t>
            </a:r>
            <a:r>
              <a:rPr sz="2000" dirty="0" err="1">
                <a:highlight>
                  <a:srgbClr val="FFFF00"/>
                </a:highlight>
              </a:rPr>
              <a:t>exactamente</a:t>
            </a:r>
            <a:r>
              <a:rPr sz="2000" dirty="0">
                <a:highlight>
                  <a:srgbClr val="FFFF00"/>
                </a:highlight>
              </a:rPr>
              <a:t> </a:t>
            </a:r>
            <a:r>
              <a:rPr sz="2000" dirty="0" err="1">
                <a:highlight>
                  <a:srgbClr val="FFFF00"/>
                </a:highlight>
              </a:rPr>
              <a:t>cuántas</a:t>
            </a:r>
            <a:r>
              <a:rPr sz="2000" dirty="0">
                <a:highlight>
                  <a:srgbClr val="FFFF00"/>
                </a:highlight>
              </a:rPr>
              <a:t> </a:t>
            </a:r>
            <a:r>
              <a:rPr sz="2000" dirty="0" err="1">
                <a:highlight>
                  <a:srgbClr val="FFFF00"/>
                </a:highlight>
              </a:rPr>
              <a:t>veces</a:t>
            </a:r>
            <a:r>
              <a:rPr sz="2000" dirty="0">
                <a:highlight>
                  <a:srgbClr val="FFFF00"/>
                </a:highlight>
              </a:rPr>
              <a:t> </a:t>
            </a:r>
            <a:r>
              <a:rPr sz="2000" dirty="0" err="1">
                <a:highlight>
                  <a:srgbClr val="FFFF00"/>
                </a:highlight>
              </a:rPr>
              <a:t>necesitas</a:t>
            </a:r>
            <a:r>
              <a:rPr sz="2000" dirty="0">
                <a:highlight>
                  <a:srgbClr val="FFFF00"/>
                </a:highlight>
              </a:rPr>
              <a:t> </a:t>
            </a:r>
            <a:r>
              <a:rPr sz="2000" dirty="0" err="1">
                <a:highlight>
                  <a:srgbClr val="FFFF00"/>
                </a:highlight>
              </a:rPr>
              <a:t>repetir</a:t>
            </a:r>
            <a:r>
              <a:rPr sz="2000" dirty="0">
                <a:highlight>
                  <a:srgbClr val="FFFF00"/>
                </a:highlight>
              </a:rPr>
              <a:t> algo</a:t>
            </a:r>
            <a:r>
              <a:rPr sz="2000" dirty="0"/>
              <a:t>. </a:t>
            </a:r>
            <a:endParaRPr lang="es-ES" sz="2000" dirty="0"/>
          </a:p>
          <a:p>
            <a:pPr>
              <a:defRPr sz="1400"/>
            </a:pPr>
            <a:endParaRPr lang="es-CO" sz="2000" dirty="0"/>
          </a:p>
          <a:p>
            <a:pPr>
              <a:defRPr sz="1400"/>
            </a:pPr>
            <a:endParaRPr lang="es-CO" sz="2000" dirty="0"/>
          </a:p>
          <a:p>
            <a:pPr>
              <a:defRPr sz="1400"/>
            </a:pPr>
            <a:r>
              <a:rPr lang="es-CO" sz="2000" dirty="0"/>
              <a:t>Se usa para recorrer </a:t>
            </a:r>
            <a:r>
              <a:rPr lang="es-CO" sz="2000" dirty="0" err="1"/>
              <a:t>datasets</a:t>
            </a:r>
            <a:r>
              <a:rPr lang="es-CO" sz="2000" dirty="0"/>
              <a:t>, </a:t>
            </a:r>
            <a:r>
              <a:rPr lang="es-CO" sz="2000" dirty="0" err="1"/>
              <a:t>strings</a:t>
            </a:r>
            <a:endParaRPr sz="2000" dirty="0"/>
          </a:p>
        </p:txBody>
      </p:sp>
      <p:sp>
        <p:nvSpPr>
          <p:cNvPr id="104" name="TextBox 4"/>
          <p:cNvSpPr txBox="1"/>
          <p:nvPr/>
        </p:nvSpPr>
        <p:spPr>
          <a:xfrm>
            <a:off x="7391110" y="2228570"/>
            <a:ext cx="3383281" cy="267765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2400" b="1"/>
            </a:pPr>
            <a:r>
              <a:rPr sz="2800" dirty="0" err="1">
                <a:solidFill>
                  <a:schemeClr val="accent3"/>
                </a:solidFill>
              </a:rPr>
              <a:t>Ciclo</a:t>
            </a:r>
            <a:r>
              <a:rPr sz="2800" dirty="0">
                <a:solidFill>
                  <a:schemeClr val="accent3"/>
                </a:solidFill>
              </a:rPr>
              <a:t> WHILE</a:t>
            </a:r>
            <a:endParaRPr sz="3200" dirty="0">
              <a:solidFill>
                <a:schemeClr val="accent3"/>
              </a:solidFill>
            </a:endParaRPr>
          </a:p>
          <a:p>
            <a:pPr>
              <a:defRPr sz="1400"/>
            </a:pPr>
            <a:endParaRPr lang="es-ES" sz="2000" dirty="0"/>
          </a:p>
          <a:p>
            <a:pPr>
              <a:defRPr sz="1400"/>
            </a:pPr>
            <a:r>
              <a:rPr sz="2000" dirty="0">
                <a:highlight>
                  <a:srgbClr val="FFFF00"/>
                </a:highlight>
              </a:rPr>
              <a:t>Se </a:t>
            </a:r>
            <a:r>
              <a:rPr sz="2000" dirty="0" err="1">
                <a:highlight>
                  <a:srgbClr val="FFFF00"/>
                </a:highlight>
              </a:rPr>
              <a:t>ejecuta</a:t>
            </a:r>
            <a:r>
              <a:rPr sz="2000" dirty="0">
                <a:highlight>
                  <a:srgbClr val="FFFF00"/>
                </a:highlight>
              </a:rPr>
              <a:t> </a:t>
            </a:r>
            <a:r>
              <a:rPr sz="2000" dirty="0" err="1">
                <a:highlight>
                  <a:srgbClr val="FFFF00"/>
                </a:highlight>
              </a:rPr>
              <a:t>mientras</a:t>
            </a:r>
            <a:r>
              <a:rPr sz="2000" dirty="0">
                <a:highlight>
                  <a:srgbClr val="FFFF00"/>
                </a:highlight>
              </a:rPr>
              <a:t> una </a:t>
            </a:r>
            <a:r>
              <a:rPr sz="2000" dirty="0" err="1">
                <a:highlight>
                  <a:srgbClr val="FFFF00"/>
                </a:highlight>
              </a:rPr>
              <a:t>condición</a:t>
            </a:r>
            <a:r>
              <a:rPr sz="2000" dirty="0">
                <a:highlight>
                  <a:srgbClr val="FFFF00"/>
                </a:highlight>
              </a:rPr>
              <a:t> sea </a:t>
            </a:r>
            <a:r>
              <a:rPr sz="2000" dirty="0" err="1">
                <a:highlight>
                  <a:srgbClr val="FFFF00"/>
                </a:highlight>
              </a:rPr>
              <a:t>verdadera</a:t>
            </a:r>
            <a:r>
              <a:rPr sz="2000" dirty="0"/>
              <a:t>. </a:t>
            </a:r>
            <a:endParaRPr lang="es-ES" sz="2000" dirty="0"/>
          </a:p>
          <a:p>
            <a:pPr>
              <a:defRPr sz="1400"/>
            </a:pPr>
            <a:endParaRPr lang="es-CO" sz="2000" dirty="0"/>
          </a:p>
          <a:p>
            <a:pPr>
              <a:defRPr sz="1400"/>
            </a:pPr>
            <a:endParaRPr lang="es-CO" sz="2000" dirty="0"/>
          </a:p>
          <a:p>
            <a:pPr>
              <a:defRPr sz="1400"/>
            </a:pPr>
            <a:r>
              <a:rPr sz="2000" dirty="0" err="1"/>
              <a:t>Útil</a:t>
            </a:r>
            <a:r>
              <a:rPr sz="2000" dirty="0"/>
              <a:t> </a:t>
            </a:r>
            <a:r>
              <a:rPr sz="2000" dirty="0" err="1"/>
              <a:t>cuando</a:t>
            </a:r>
            <a:r>
              <a:rPr sz="2000" dirty="0"/>
              <a:t> no sabes </a:t>
            </a:r>
            <a:r>
              <a:rPr sz="2000" dirty="0" err="1"/>
              <a:t>cuántas</a:t>
            </a:r>
            <a:r>
              <a:rPr sz="2000" dirty="0"/>
              <a:t> </a:t>
            </a:r>
            <a:r>
              <a:rPr sz="2000" dirty="0" err="1"/>
              <a:t>repeticiones</a:t>
            </a:r>
            <a:r>
              <a:rPr sz="2000" dirty="0"/>
              <a:t> </a:t>
            </a:r>
            <a:r>
              <a:rPr sz="2000" dirty="0" err="1"/>
              <a:t>necesitarás</a:t>
            </a:r>
            <a:r>
              <a:rPr sz="2000" dirty="0"/>
              <a:t>.</a:t>
            </a:r>
          </a:p>
        </p:txBody>
      </p:sp>
    </p:spTree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" descr="Picture 1">
            <a:extLst>
              <a:ext uri="{FF2B5EF4-FFF2-40B4-BE49-F238E27FC236}">
                <a16:creationId xmlns:a16="http://schemas.microsoft.com/office/drawing/2014/main" id="{D1D8C32C-4736-4C9B-926A-5270571CB8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6198" y="5940"/>
            <a:ext cx="12191696" cy="6858001"/>
          </a:xfrm>
          <a:prstGeom prst="rect">
            <a:avLst/>
          </a:prstGeom>
          <a:ln w="12700">
            <a:miter lim="400000"/>
          </a:ln>
        </p:spPr>
      </p:pic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837327" y="368318"/>
            <a:ext cx="8685437" cy="1324182"/>
          </a:xfrm>
        </p:spPr>
        <p:txBody>
          <a:bodyPr/>
          <a:lstStyle/>
          <a:p>
            <a:pPr algn="ctr"/>
            <a:r>
              <a:rPr lang="es-CO" dirty="0"/>
              <a:t>Ciclo -FOR</a:t>
            </a:r>
          </a:p>
        </p:txBody>
      </p:sp>
      <p:sp>
        <p:nvSpPr>
          <p:cNvPr id="3" name="2 CuadroTexto"/>
          <p:cNvSpPr txBox="1"/>
          <p:nvPr/>
        </p:nvSpPr>
        <p:spPr>
          <a:xfrm>
            <a:off x="769895" y="2012515"/>
            <a:ext cx="4763720" cy="40000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1587" dirty="0"/>
              <a:t>Se usa para implementar ciclos y su control se basa en variables que actúan como contadores. </a:t>
            </a:r>
          </a:p>
          <a:p>
            <a:endParaRPr lang="es-CO" sz="1587" dirty="0"/>
          </a:p>
          <a:p>
            <a:r>
              <a:rPr lang="es-CO" sz="1587" dirty="0"/>
              <a:t>Se compone de:</a:t>
            </a:r>
          </a:p>
          <a:p>
            <a:endParaRPr lang="es-CO" sz="1587" dirty="0"/>
          </a:p>
          <a:p>
            <a:pPr marL="251860" indent="-251860">
              <a:buFont typeface="Arial" panose="020B0604020202020204" pitchFamily="34" charset="0"/>
              <a:buChar char="•"/>
            </a:pPr>
            <a:r>
              <a:rPr lang="es-CO" sz="1587" b="1" u="sng" dirty="0"/>
              <a:t>Desde</a:t>
            </a:r>
            <a:r>
              <a:rPr lang="es-CO" sz="1587" dirty="0"/>
              <a:t>: El valor en el que inicia a contar el ciclo se le asigna a una variable contador.  Ejemplo: </a:t>
            </a:r>
            <a:r>
              <a:rPr lang="es-CO" sz="1587" b="1" dirty="0">
                <a:solidFill>
                  <a:srgbClr val="FF0000"/>
                </a:solidFill>
              </a:rPr>
              <a:t>J=0</a:t>
            </a:r>
            <a:r>
              <a:rPr lang="es-CO" sz="1587" dirty="0"/>
              <a:t>, </a:t>
            </a:r>
            <a:r>
              <a:rPr lang="es-CO" sz="1587" b="1" dirty="0">
                <a:solidFill>
                  <a:srgbClr val="FF0000"/>
                </a:solidFill>
              </a:rPr>
              <a:t>I=1</a:t>
            </a:r>
          </a:p>
          <a:p>
            <a:pPr marL="251860" indent="-251860">
              <a:buFont typeface="Arial" panose="020B0604020202020204" pitchFamily="34" charset="0"/>
              <a:buChar char="•"/>
            </a:pPr>
            <a:r>
              <a:rPr lang="es-CO" sz="1587" b="1" u="sng" dirty="0"/>
              <a:t>Hasta</a:t>
            </a:r>
            <a:r>
              <a:rPr lang="es-CO" sz="1587" dirty="0"/>
              <a:t>: Extremo donde termina el ciclo. Puede ser un número constante o una sentencia de comparación. Ejemplo: </a:t>
            </a:r>
            <a:r>
              <a:rPr lang="es-CO" sz="1587" b="1" dirty="0">
                <a:solidFill>
                  <a:srgbClr val="FF0000"/>
                </a:solidFill>
              </a:rPr>
              <a:t>J=50, I&gt;=100</a:t>
            </a:r>
          </a:p>
          <a:p>
            <a:pPr marL="251860" indent="-251860">
              <a:buFont typeface="Arial" panose="020B0604020202020204" pitchFamily="34" charset="0"/>
              <a:buChar char="•"/>
            </a:pPr>
            <a:r>
              <a:rPr lang="es-CO" sz="1587" b="1" u="sng" dirty="0"/>
              <a:t>Incremento (o decremento)</a:t>
            </a:r>
            <a:r>
              <a:rPr lang="es-CO" sz="1587" dirty="0"/>
              <a:t>: Indica el valor fijo que va a ser incrementado cada vez que termina una iteración del ciclo. Ejemplo:  </a:t>
            </a:r>
            <a:r>
              <a:rPr lang="es-CO" sz="1587" b="1" dirty="0">
                <a:solidFill>
                  <a:srgbClr val="FF0000"/>
                </a:solidFill>
              </a:rPr>
              <a:t>1</a:t>
            </a:r>
            <a:r>
              <a:rPr lang="es-CO" sz="1587" dirty="0"/>
              <a:t>, </a:t>
            </a:r>
            <a:r>
              <a:rPr lang="es-CO" sz="1587" b="1" dirty="0">
                <a:solidFill>
                  <a:srgbClr val="FF0000"/>
                </a:solidFill>
              </a:rPr>
              <a:t>-1</a:t>
            </a:r>
          </a:p>
          <a:p>
            <a:pPr marL="251860" indent="-251860">
              <a:buFont typeface="Arial" panose="020B0604020202020204" pitchFamily="34" charset="0"/>
              <a:buChar char="•"/>
            </a:pPr>
            <a:r>
              <a:rPr lang="es-CO" sz="1587" dirty="0"/>
              <a:t>Conjunto de Instrucciones que se repetirán en cada iteración del ciclo.</a:t>
            </a:r>
          </a:p>
          <a:p>
            <a:endParaRPr lang="es-CO" sz="1587" dirty="0"/>
          </a:p>
        </p:txBody>
      </p:sp>
      <p:sp>
        <p:nvSpPr>
          <p:cNvPr id="5" name="2 Hexágono">
            <a:extLst>
              <a:ext uri="{FF2B5EF4-FFF2-40B4-BE49-F238E27FC236}">
                <a16:creationId xmlns:a16="http://schemas.microsoft.com/office/drawing/2014/main" id="{89F0904B-3377-405C-A8B9-176322D4B4D4}"/>
              </a:ext>
            </a:extLst>
          </p:cNvPr>
          <p:cNvSpPr/>
          <p:nvPr/>
        </p:nvSpPr>
        <p:spPr>
          <a:xfrm>
            <a:off x="6749366" y="3397602"/>
            <a:ext cx="1978926" cy="736979"/>
          </a:xfrm>
          <a:prstGeom prst="hexagon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sz="1200" dirty="0">
                <a:solidFill>
                  <a:schemeClr val="tx1"/>
                </a:solidFill>
              </a:rPr>
              <a:t>Para I=1</a:t>
            </a:r>
          </a:p>
          <a:p>
            <a:pPr algn="ctr"/>
            <a:r>
              <a:rPr lang="es-CO" sz="1200" dirty="0">
                <a:solidFill>
                  <a:schemeClr val="tx1"/>
                </a:solidFill>
              </a:rPr>
              <a:t>Hasta I=8</a:t>
            </a:r>
          </a:p>
          <a:p>
            <a:pPr algn="ctr"/>
            <a:r>
              <a:rPr lang="es-CO" sz="1200" dirty="0">
                <a:solidFill>
                  <a:schemeClr val="tx1"/>
                </a:solidFill>
              </a:rPr>
              <a:t>Incremento 1</a:t>
            </a:r>
          </a:p>
        </p:txBody>
      </p:sp>
      <p:sp>
        <p:nvSpPr>
          <p:cNvPr id="6" name="3 Rectángulo">
            <a:extLst>
              <a:ext uri="{FF2B5EF4-FFF2-40B4-BE49-F238E27FC236}">
                <a16:creationId xmlns:a16="http://schemas.microsoft.com/office/drawing/2014/main" id="{24D23E9D-8189-4F75-A57B-E615B0840328}"/>
              </a:ext>
            </a:extLst>
          </p:cNvPr>
          <p:cNvSpPr/>
          <p:nvPr/>
        </p:nvSpPr>
        <p:spPr>
          <a:xfrm>
            <a:off x="6926787" y="4422273"/>
            <a:ext cx="1637731" cy="39578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sz="1200" dirty="0">
                <a:solidFill>
                  <a:schemeClr val="tx1"/>
                </a:solidFill>
              </a:rPr>
              <a:t>Dar la vuelta</a:t>
            </a:r>
          </a:p>
        </p:txBody>
      </p:sp>
      <p:cxnSp>
        <p:nvCxnSpPr>
          <p:cNvPr id="7" name="6 Conector recto">
            <a:extLst>
              <a:ext uri="{FF2B5EF4-FFF2-40B4-BE49-F238E27FC236}">
                <a16:creationId xmlns:a16="http://schemas.microsoft.com/office/drawing/2014/main" id="{E4C6ECDB-EF7D-4AED-B734-2311E1731784}"/>
              </a:ext>
            </a:extLst>
          </p:cNvPr>
          <p:cNvCxnSpPr>
            <a:endCxn id="6" idx="0"/>
          </p:cNvCxnSpPr>
          <p:nvPr/>
        </p:nvCxnSpPr>
        <p:spPr>
          <a:xfrm>
            <a:off x="7738829" y="4134581"/>
            <a:ext cx="6824" cy="287692"/>
          </a:xfrm>
          <a:prstGeom prst="line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8 Conector angular">
            <a:extLst>
              <a:ext uri="{FF2B5EF4-FFF2-40B4-BE49-F238E27FC236}">
                <a16:creationId xmlns:a16="http://schemas.microsoft.com/office/drawing/2014/main" id="{49007B5E-8C13-4CF1-840A-6CC1CCDDF70C}"/>
              </a:ext>
            </a:extLst>
          </p:cNvPr>
          <p:cNvCxnSpPr>
            <a:stCxn id="6" idx="2"/>
            <a:endCxn id="5" idx="3"/>
          </p:cNvCxnSpPr>
          <p:nvPr/>
        </p:nvCxnSpPr>
        <p:spPr>
          <a:xfrm rot="5400000" flipH="1">
            <a:off x="6721527" y="3793932"/>
            <a:ext cx="1051966" cy="996287"/>
          </a:xfrm>
          <a:prstGeom prst="bentConnector4">
            <a:avLst>
              <a:gd name="adj1" fmla="val -21731"/>
              <a:gd name="adj2" fmla="val 122945"/>
            </a:avLst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18 Elipse">
            <a:extLst>
              <a:ext uri="{FF2B5EF4-FFF2-40B4-BE49-F238E27FC236}">
                <a16:creationId xmlns:a16="http://schemas.microsoft.com/office/drawing/2014/main" id="{56D34167-2055-4209-A61A-940146AEDF00}"/>
              </a:ext>
            </a:extLst>
          </p:cNvPr>
          <p:cNvSpPr/>
          <p:nvPr/>
        </p:nvSpPr>
        <p:spPr>
          <a:xfrm>
            <a:off x="7349408" y="5161104"/>
            <a:ext cx="245267" cy="237995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cxnSp>
        <p:nvCxnSpPr>
          <p:cNvPr id="10" name="19 Conector recto">
            <a:extLst>
              <a:ext uri="{FF2B5EF4-FFF2-40B4-BE49-F238E27FC236}">
                <a16:creationId xmlns:a16="http://schemas.microsoft.com/office/drawing/2014/main" id="{CD7464B0-7572-43F9-BF3D-262665CFC30C}"/>
              </a:ext>
            </a:extLst>
          </p:cNvPr>
          <p:cNvCxnSpPr>
            <a:stCxn id="9" idx="4"/>
          </p:cNvCxnSpPr>
          <p:nvPr/>
        </p:nvCxnSpPr>
        <p:spPr>
          <a:xfrm>
            <a:off x="7472042" y="5399099"/>
            <a:ext cx="1" cy="34110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24 Conector angular">
            <a:extLst>
              <a:ext uri="{FF2B5EF4-FFF2-40B4-BE49-F238E27FC236}">
                <a16:creationId xmlns:a16="http://schemas.microsoft.com/office/drawing/2014/main" id="{BD98233E-ED26-46DC-A210-B0372D6A1CE8}"/>
              </a:ext>
            </a:extLst>
          </p:cNvPr>
          <p:cNvCxnSpPr>
            <a:stCxn id="5" idx="0"/>
            <a:endCxn id="9" idx="6"/>
          </p:cNvCxnSpPr>
          <p:nvPr/>
        </p:nvCxnSpPr>
        <p:spPr>
          <a:xfrm flipH="1">
            <a:off x="7594675" y="3766092"/>
            <a:ext cx="1133617" cy="1514010"/>
          </a:xfrm>
          <a:prstGeom prst="bentConnector3">
            <a:avLst>
              <a:gd name="adj1" fmla="val -20166"/>
            </a:avLst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27 Conector recto">
            <a:extLst>
              <a:ext uri="{FF2B5EF4-FFF2-40B4-BE49-F238E27FC236}">
                <a16:creationId xmlns:a16="http://schemas.microsoft.com/office/drawing/2014/main" id="{596A396B-191D-4668-B5D9-E8FA93CDC5F9}"/>
              </a:ext>
            </a:extLst>
          </p:cNvPr>
          <p:cNvCxnSpPr/>
          <p:nvPr/>
        </p:nvCxnSpPr>
        <p:spPr>
          <a:xfrm>
            <a:off x="7738829" y="3087828"/>
            <a:ext cx="6825" cy="309774"/>
          </a:xfrm>
          <a:prstGeom prst="line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4 CuadroTexto">
            <a:extLst>
              <a:ext uri="{FF2B5EF4-FFF2-40B4-BE49-F238E27FC236}">
                <a16:creationId xmlns:a16="http://schemas.microsoft.com/office/drawing/2014/main" id="{DAFCC280-31A7-4A4C-9A0E-8B4FD4C14EA5}"/>
              </a:ext>
            </a:extLst>
          </p:cNvPr>
          <p:cNvSpPr txBox="1"/>
          <p:nvPr/>
        </p:nvSpPr>
        <p:spPr>
          <a:xfrm>
            <a:off x="6258853" y="1305930"/>
            <a:ext cx="3240466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s-CO" sz="1200" dirty="0"/>
          </a:p>
          <a:p>
            <a:r>
              <a:rPr lang="es-CO" sz="1200" dirty="0"/>
              <a:t>Inicio</a:t>
            </a:r>
          </a:p>
          <a:p>
            <a:r>
              <a:rPr lang="es-CO" sz="1200" dirty="0"/>
              <a:t>I Entera</a:t>
            </a:r>
          </a:p>
          <a:p>
            <a:r>
              <a:rPr lang="es-CO" sz="1200" dirty="0"/>
              <a:t>Para I=1, Hasta I=8, incremento 1</a:t>
            </a:r>
          </a:p>
          <a:p>
            <a:r>
              <a:rPr lang="es-CO" sz="1200" dirty="0"/>
              <a:t>	</a:t>
            </a:r>
            <a:r>
              <a:rPr lang="es-CO" sz="1200" dirty="0" err="1"/>
              <a:t>Dar_vuelta</a:t>
            </a:r>
            <a:endParaRPr lang="es-CO" sz="1200" dirty="0"/>
          </a:p>
          <a:p>
            <a:r>
              <a:rPr lang="es-CO" sz="1200" dirty="0"/>
              <a:t>Fin Para</a:t>
            </a:r>
          </a:p>
          <a:p>
            <a:endParaRPr lang="es-CO" sz="1200" dirty="0"/>
          </a:p>
          <a:p>
            <a:r>
              <a:rPr lang="es-CO" sz="1200" dirty="0"/>
              <a:t>Imprima “Turno finalizado” </a:t>
            </a:r>
          </a:p>
          <a:p>
            <a:endParaRPr lang="es-CO" sz="1200" dirty="0"/>
          </a:p>
          <a:p>
            <a:r>
              <a:rPr lang="es-CO" sz="1200" dirty="0"/>
              <a:t>Fin</a:t>
            </a:r>
          </a:p>
          <a:p>
            <a:endParaRPr lang="es-CO" sz="1200" dirty="0"/>
          </a:p>
          <a:p>
            <a:endParaRPr lang="es-CO" sz="1200" dirty="0"/>
          </a:p>
        </p:txBody>
      </p:sp>
      <p:sp>
        <p:nvSpPr>
          <p:cNvPr id="17" name="Flecha: hacia abajo 16">
            <a:extLst>
              <a:ext uri="{FF2B5EF4-FFF2-40B4-BE49-F238E27FC236}">
                <a16:creationId xmlns:a16="http://schemas.microsoft.com/office/drawing/2014/main" id="{D33B6E66-48AA-41FC-83A1-350D1CC88755}"/>
              </a:ext>
            </a:extLst>
          </p:cNvPr>
          <p:cNvSpPr/>
          <p:nvPr/>
        </p:nvSpPr>
        <p:spPr>
          <a:xfrm rot="3800052">
            <a:off x="8609395" y="2991004"/>
            <a:ext cx="550243" cy="964455"/>
          </a:xfrm>
          <a:prstGeom prst="downArrow">
            <a:avLst/>
          </a:prstGeom>
          <a:solidFill>
            <a:srgbClr val="FFFFFF"/>
          </a:solidFill>
          <a:ln w="25400" cap="flat">
            <a:solidFill>
              <a:schemeClr val="accent1"/>
            </a:solidFill>
            <a:prstDash val="solid"/>
            <a:round/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vert270" wrap="square" lIns="45719" tIns="45719" rIns="45719" bIns="45719" numCol="1" spcCol="38100" rtlCol="0" anchor="ctr"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s-ES" sz="1200" dirty="0"/>
              <a:t>Condición</a:t>
            </a:r>
            <a:endParaRPr kumimoji="0" lang="es-419" sz="12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730678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1" descr="Picture 1">
            <a:extLst>
              <a:ext uri="{FF2B5EF4-FFF2-40B4-BE49-F238E27FC236}">
                <a16:creationId xmlns:a16="http://schemas.microsoft.com/office/drawing/2014/main" id="{36C3F419-55FA-4E76-A3E2-94C7C0D329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6198" y="5940"/>
            <a:ext cx="12191696" cy="6858001"/>
          </a:xfrm>
          <a:prstGeom prst="rect">
            <a:avLst/>
          </a:prstGeom>
          <a:ln w="12700">
            <a:miter lim="400000"/>
          </a:ln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E651DDF4-FFD2-4D71-B730-1E847D0173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z="4000" dirty="0" err="1"/>
              <a:t>For</a:t>
            </a:r>
            <a:r>
              <a:rPr lang="es-ES" sz="4000" dirty="0"/>
              <a:t> en Python </a:t>
            </a:r>
            <a:r>
              <a:rPr lang="es-ES" sz="4000" dirty="0">
                <a:sym typeface="Wingdings" panose="05000000000000000000" pitchFamily="2" charset="2"/>
              </a:rPr>
              <a:t> Aprendiendo </a:t>
            </a:r>
            <a:r>
              <a:rPr lang="es-ES" sz="4000" dirty="0" err="1">
                <a:sym typeface="Wingdings" panose="05000000000000000000" pitchFamily="2" charset="2"/>
              </a:rPr>
              <a:t>Range</a:t>
            </a:r>
            <a:endParaRPr lang="es-419" sz="4000" dirty="0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9087AC91-060E-46B7-8940-EA30B2252C5B}"/>
              </a:ext>
            </a:extLst>
          </p:cNvPr>
          <p:cNvSpPr txBox="1"/>
          <p:nvPr/>
        </p:nvSpPr>
        <p:spPr>
          <a:xfrm>
            <a:off x="837326" y="2649974"/>
            <a:ext cx="10504646" cy="193899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n-US" sz="2400" dirty="0"/>
              <a:t>range(stop) 				for variable </a:t>
            </a:r>
            <a:r>
              <a:rPr lang="en-US" sz="2400" dirty="0">
                <a:highlight>
                  <a:srgbClr val="00FFFF"/>
                </a:highlight>
              </a:rPr>
              <a:t>in range(5) </a:t>
            </a:r>
            <a:r>
              <a:rPr lang="en-US" sz="2400" dirty="0"/>
              <a:t>: Variable </a:t>
            </a:r>
            <a:r>
              <a:rPr lang="en-US" sz="2400" dirty="0" err="1"/>
              <a:t>va</a:t>
            </a:r>
            <a:r>
              <a:rPr lang="en-US" sz="2400" dirty="0"/>
              <a:t> de 0 a 5-1</a:t>
            </a:r>
          </a:p>
          <a:p>
            <a:endParaRPr lang="en-US" sz="2400" dirty="0"/>
          </a:p>
          <a:p>
            <a:r>
              <a:rPr lang="en-US" sz="2400" dirty="0"/>
              <a:t>range(start, stop)			for variable </a:t>
            </a:r>
            <a:r>
              <a:rPr lang="en-US" sz="2400" dirty="0">
                <a:highlight>
                  <a:srgbClr val="FFFF00"/>
                </a:highlight>
              </a:rPr>
              <a:t>in range(2,7)</a:t>
            </a:r>
            <a:r>
              <a:rPr lang="en-US" sz="2400" dirty="0"/>
              <a:t>: variable </a:t>
            </a:r>
            <a:r>
              <a:rPr lang="en-US" sz="2400" dirty="0" err="1"/>
              <a:t>va</a:t>
            </a:r>
            <a:r>
              <a:rPr lang="en-US" sz="2400" dirty="0"/>
              <a:t> </a:t>
            </a:r>
            <a:r>
              <a:rPr lang="en-US" sz="2400" dirty="0" err="1"/>
              <a:t>desde</a:t>
            </a:r>
            <a:r>
              <a:rPr lang="en-US" sz="2400" dirty="0"/>
              <a:t> 2 a 7-1</a:t>
            </a:r>
          </a:p>
          <a:p>
            <a:endParaRPr lang="es-419" sz="2400" dirty="0"/>
          </a:p>
          <a:p>
            <a:r>
              <a:rPr lang="es-419" sz="2400" dirty="0" err="1"/>
              <a:t>range</a:t>
            </a:r>
            <a:r>
              <a:rPr lang="es-419" sz="2400" dirty="0"/>
              <a:t>(</a:t>
            </a:r>
            <a:r>
              <a:rPr lang="es-419" sz="2400" dirty="0" err="1"/>
              <a:t>start</a:t>
            </a:r>
            <a:r>
              <a:rPr lang="es-419" sz="2400" dirty="0"/>
              <a:t>, stop, step)	</a:t>
            </a:r>
            <a:r>
              <a:rPr lang="es-419" sz="2400" dirty="0" err="1"/>
              <a:t>for</a:t>
            </a:r>
            <a:r>
              <a:rPr lang="es-419" sz="2400" dirty="0"/>
              <a:t> variable </a:t>
            </a:r>
            <a:r>
              <a:rPr lang="es-419" sz="2400" dirty="0">
                <a:highlight>
                  <a:srgbClr val="00FF00"/>
                </a:highlight>
              </a:rPr>
              <a:t>in </a:t>
            </a:r>
            <a:r>
              <a:rPr lang="es-419" sz="2400" dirty="0" err="1">
                <a:highlight>
                  <a:srgbClr val="00FF00"/>
                </a:highlight>
              </a:rPr>
              <a:t>range</a:t>
            </a:r>
            <a:r>
              <a:rPr lang="es-419" sz="2400" dirty="0">
                <a:highlight>
                  <a:srgbClr val="00FF00"/>
                </a:highlight>
              </a:rPr>
              <a:t>(0,10,2)</a:t>
            </a:r>
            <a:r>
              <a:rPr lang="es-419" sz="2400" dirty="0"/>
              <a:t>: variable va 0 a 8, de 2 en 2</a:t>
            </a:r>
          </a:p>
        </p:txBody>
      </p:sp>
    </p:spTree>
    <p:extLst>
      <p:ext uri="{BB962C8B-B14F-4D97-AF65-F5344CB8AC3E}">
        <p14:creationId xmlns:p14="http://schemas.microsoft.com/office/powerpoint/2010/main" val="31801336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1" descr="Picture 1">
            <a:extLst>
              <a:ext uri="{FF2B5EF4-FFF2-40B4-BE49-F238E27FC236}">
                <a16:creationId xmlns:a16="http://schemas.microsoft.com/office/drawing/2014/main" id="{36C3F419-55FA-4E76-A3E2-94C7C0D329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6198" y="5940"/>
            <a:ext cx="12191696" cy="6858001"/>
          </a:xfrm>
          <a:prstGeom prst="rect">
            <a:avLst/>
          </a:prstGeom>
          <a:ln w="12700">
            <a:miter lim="400000"/>
          </a:ln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E651DDF4-FFD2-4D71-B730-1E847D0173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z="4000" dirty="0" err="1"/>
              <a:t>For</a:t>
            </a:r>
            <a:r>
              <a:rPr lang="es-ES" sz="4000" dirty="0"/>
              <a:t> en Python </a:t>
            </a:r>
            <a:r>
              <a:rPr lang="es-ES" sz="4000" dirty="0">
                <a:sym typeface="Wingdings" panose="05000000000000000000" pitchFamily="2" charset="2"/>
              </a:rPr>
              <a:t>con listas de datos</a:t>
            </a:r>
            <a:endParaRPr lang="es-419" sz="4000" dirty="0"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837B0E9A-06E2-4CD8-B58A-37E06561712B}"/>
              </a:ext>
            </a:extLst>
          </p:cNvPr>
          <p:cNvSpPr txBox="1"/>
          <p:nvPr/>
        </p:nvSpPr>
        <p:spPr>
          <a:xfrm>
            <a:off x="2077720" y="1878443"/>
            <a:ext cx="8023860" cy="258532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s-419" b="1" dirty="0" err="1">
                <a:solidFill>
                  <a:srgbClr val="C00000"/>
                </a:solidFill>
              </a:rPr>
              <a:t>L_frutas</a:t>
            </a:r>
            <a:r>
              <a:rPr lang="es-419" dirty="0"/>
              <a:t> = ["manzana", "banana", "naranja", "uva", "mango"]</a:t>
            </a:r>
          </a:p>
          <a:p>
            <a:endParaRPr lang="es-419" dirty="0"/>
          </a:p>
          <a:p>
            <a:endParaRPr lang="es-419" dirty="0"/>
          </a:p>
          <a:p>
            <a:r>
              <a:rPr lang="es-419" dirty="0" err="1"/>
              <a:t>for</a:t>
            </a:r>
            <a:r>
              <a:rPr lang="es-419" dirty="0"/>
              <a:t> </a:t>
            </a:r>
            <a:r>
              <a:rPr lang="es-419" dirty="0" err="1">
                <a:highlight>
                  <a:srgbClr val="FFFF00"/>
                </a:highlight>
              </a:rPr>
              <a:t>elemen</a:t>
            </a:r>
            <a:r>
              <a:rPr lang="es-419" dirty="0"/>
              <a:t> in </a:t>
            </a:r>
            <a:r>
              <a:rPr lang="es-419" b="1" dirty="0" err="1">
                <a:solidFill>
                  <a:srgbClr val="C00000"/>
                </a:solidFill>
              </a:rPr>
              <a:t>L_frutas</a:t>
            </a:r>
            <a:r>
              <a:rPr lang="es-419" dirty="0"/>
              <a:t>:</a:t>
            </a:r>
          </a:p>
          <a:p>
            <a:r>
              <a:rPr lang="es-419" dirty="0"/>
              <a:t>    	</a:t>
            </a:r>
            <a:r>
              <a:rPr lang="es-419" dirty="0" err="1"/>
              <a:t>print</a:t>
            </a:r>
            <a:r>
              <a:rPr lang="es-419" dirty="0"/>
              <a:t>(f"- {</a:t>
            </a:r>
            <a:r>
              <a:rPr lang="es-419" dirty="0" err="1">
                <a:highlight>
                  <a:srgbClr val="FFFF00"/>
                </a:highlight>
              </a:rPr>
              <a:t>elemen</a:t>
            </a:r>
            <a:r>
              <a:rPr lang="es-419" dirty="0"/>
              <a:t>}")</a:t>
            </a:r>
          </a:p>
          <a:p>
            <a:endParaRPr lang="es-419" dirty="0"/>
          </a:p>
          <a:p>
            <a:endParaRPr lang="es-419" dirty="0"/>
          </a:p>
          <a:p>
            <a:r>
              <a:rPr lang="it-IT" dirty="0"/>
              <a:t>for </a:t>
            </a:r>
            <a:r>
              <a:rPr lang="it-IT" dirty="0">
                <a:highlight>
                  <a:srgbClr val="00FF00"/>
                </a:highlight>
              </a:rPr>
              <a:t>nro</a:t>
            </a:r>
            <a:r>
              <a:rPr lang="it-IT" dirty="0"/>
              <a:t>, </a:t>
            </a:r>
            <a:r>
              <a:rPr lang="it-IT" dirty="0">
                <a:highlight>
                  <a:srgbClr val="FFFF00"/>
                </a:highlight>
              </a:rPr>
              <a:t>fruta</a:t>
            </a:r>
            <a:r>
              <a:rPr lang="it-IT" dirty="0"/>
              <a:t> in </a:t>
            </a:r>
            <a:r>
              <a:rPr lang="it-IT" dirty="0">
                <a:highlight>
                  <a:srgbClr val="00FF00"/>
                </a:highlight>
              </a:rPr>
              <a:t>enumerate</a:t>
            </a:r>
            <a:r>
              <a:rPr lang="it-IT" dirty="0"/>
              <a:t>(</a:t>
            </a:r>
            <a:r>
              <a:rPr lang="it-IT" b="1" dirty="0">
                <a:solidFill>
                  <a:srgbClr val="C00000"/>
                </a:solidFill>
              </a:rPr>
              <a:t>L_frutas</a:t>
            </a:r>
            <a:r>
              <a:rPr lang="it-IT" dirty="0"/>
              <a:t>):</a:t>
            </a:r>
          </a:p>
          <a:p>
            <a:r>
              <a:rPr lang="it-IT" dirty="0"/>
              <a:t>    print(f"{nro + 1}. {</a:t>
            </a:r>
            <a:r>
              <a:rPr lang="it-IT" dirty="0">
                <a:highlight>
                  <a:srgbClr val="FFFF00"/>
                </a:highlight>
              </a:rPr>
              <a:t>fruta</a:t>
            </a:r>
            <a:r>
              <a:rPr lang="it-IT" dirty="0"/>
              <a:t>}")</a:t>
            </a:r>
            <a:endParaRPr lang="es-419" dirty="0"/>
          </a:p>
        </p:txBody>
      </p:sp>
      <p:cxnSp>
        <p:nvCxnSpPr>
          <p:cNvPr id="7" name="Conector recto de flecha 6">
            <a:extLst>
              <a:ext uri="{FF2B5EF4-FFF2-40B4-BE49-F238E27FC236}">
                <a16:creationId xmlns:a16="http://schemas.microsoft.com/office/drawing/2014/main" id="{3BA2F473-2BD1-4BB0-A94E-3DFECFF5EE9F}"/>
              </a:ext>
            </a:extLst>
          </p:cNvPr>
          <p:cNvCxnSpPr/>
          <p:nvPr/>
        </p:nvCxnSpPr>
        <p:spPr>
          <a:xfrm>
            <a:off x="3581400" y="4463766"/>
            <a:ext cx="0" cy="501795"/>
          </a:xfrm>
          <a:prstGeom prst="straightConnector1">
            <a:avLst/>
          </a:prstGeom>
          <a:noFill/>
          <a:ln w="25400" cap="flat">
            <a:solidFill>
              <a:schemeClr val="accent1"/>
            </a:solidFill>
            <a:prstDash val="solid"/>
            <a:round/>
            <a:tailEnd type="triangle"/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9" name="CuadroTexto 8">
            <a:extLst>
              <a:ext uri="{FF2B5EF4-FFF2-40B4-BE49-F238E27FC236}">
                <a16:creationId xmlns:a16="http://schemas.microsoft.com/office/drawing/2014/main" id="{EAC21DAE-7FFD-4C08-91FF-59A4AF825351}"/>
              </a:ext>
            </a:extLst>
          </p:cNvPr>
          <p:cNvSpPr txBox="1"/>
          <p:nvPr/>
        </p:nvSpPr>
        <p:spPr>
          <a:xfrm>
            <a:off x="2545080" y="5151937"/>
            <a:ext cx="2697211" cy="36933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45719" tIns="45719" rIns="45719" bIns="45719" numCol="1" spcCol="38100" rtlCol="0" anchor="t"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s-ES" sz="1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Calibri"/>
              </a:rPr>
              <a:t>Se suma porque el 0 cuenta</a:t>
            </a:r>
            <a:endParaRPr kumimoji="0" lang="es-419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01733124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1" descr="Picture 1">
            <a:extLst>
              <a:ext uri="{FF2B5EF4-FFF2-40B4-BE49-F238E27FC236}">
                <a16:creationId xmlns:a16="http://schemas.microsoft.com/office/drawing/2014/main" id="{36C3F419-55FA-4E76-A3E2-94C7C0D329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6198" y="5940"/>
            <a:ext cx="12191696" cy="6858001"/>
          </a:xfrm>
          <a:prstGeom prst="rect">
            <a:avLst/>
          </a:prstGeom>
          <a:ln w="12700">
            <a:miter lim="400000"/>
          </a:ln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E651DDF4-FFD2-4D71-B730-1E847D0173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z="4000" dirty="0" err="1"/>
              <a:t>For</a:t>
            </a:r>
            <a:r>
              <a:rPr lang="es-ES" sz="4000" dirty="0"/>
              <a:t> en Python </a:t>
            </a:r>
            <a:r>
              <a:rPr lang="es-ES" sz="4000" dirty="0">
                <a:sym typeface="Wingdings" panose="05000000000000000000" pitchFamily="2" charset="2"/>
              </a:rPr>
              <a:t>con </a:t>
            </a:r>
            <a:r>
              <a:rPr lang="es-ES" sz="4000" dirty="0" err="1">
                <a:sym typeface="Wingdings" panose="05000000000000000000" pitchFamily="2" charset="2"/>
              </a:rPr>
              <a:t>Strings</a:t>
            </a:r>
            <a:endParaRPr lang="es-419" sz="4000" dirty="0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4937FA71-C9E2-4E9A-AA66-7CD9E62DFE24}"/>
              </a:ext>
            </a:extLst>
          </p:cNvPr>
          <p:cNvSpPr txBox="1"/>
          <p:nvPr/>
        </p:nvSpPr>
        <p:spPr>
          <a:xfrm>
            <a:off x="3383280" y="2090172"/>
            <a:ext cx="7086600" cy="267765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s-ES" sz="2800" dirty="0"/>
              <a:t>frase = “Medellín Campeón 2025"</a:t>
            </a:r>
          </a:p>
          <a:p>
            <a:endParaRPr lang="es-ES" sz="2800" dirty="0"/>
          </a:p>
          <a:p>
            <a:r>
              <a:rPr lang="es-ES" sz="2800" dirty="0" err="1"/>
              <a:t>print</a:t>
            </a:r>
            <a:r>
              <a:rPr lang="es-ES" sz="2800" dirty="0"/>
              <a:t>("Caracteres en la palabra:")</a:t>
            </a:r>
          </a:p>
          <a:p>
            <a:endParaRPr lang="es-ES" sz="2800" dirty="0"/>
          </a:p>
          <a:p>
            <a:r>
              <a:rPr lang="es-ES" sz="2800" dirty="0" err="1"/>
              <a:t>for</a:t>
            </a:r>
            <a:r>
              <a:rPr lang="es-ES" sz="2800" dirty="0"/>
              <a:t> </a:t>
            </a:r>
            <a:r>
              <a:rPr lang="es-ES" sz="2800" dirty="0" err="1"/>
              <a:t>carac</a:t>
            </a:r>
            <a:r>
              <a:rPr lang="es-ES" sz="2800" dirty="0"/>
              <a:t> in frase:</a:t>
            </a:r>
          </a:p>
          <a:p>
            <a:r>
              <a:rPr lang="es-ES" sz="2800" dirty="0"/>
              <a:t>    </a:t>
            </a:r>
            <a:r>
              <a:rPr lang="es-ES" sz="2800" dirty="0" err="1"/>
              <a:t>print</a:t>
            </a:r>
            <a:r>
              <a:rPr lang="es-ES" sz="2800" dirty="0"/>
              <a:t>(</a:t>
            </a:r>
            <a:r>
              <a:rPr lang="es-ES" sz="2800" dirty="0" err="1"/>
              <a:t>carac</a:t>
            </a:r>
            <a:r>
              <a:rPr lang="es-ES" sz="2800" dirty="0"/>
              <a:t>)</a:t>
            </a:r>
            <a:endParaRPr lang="es-419" sz="2800" dirty="0"/>
          </a:p>
        </p:txBody>
      </p:sp>
    </p:spTree>
    <p:extLst>
      <p:ext uri="{BB962C8B-B14F-4D97-AF65-F5344CB8AC3E}">
        <p14:creationId xmlns:p14="http://schemas.microsoft.com/office/powerpoint/2010/main" val="178173267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6" name="Picture 1" descr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6" cy="6858000"/>
          </a:xfrm>
          <a:prstGeom prst="rect">
            <a:avLst/>
          </a:prstGeom>
          <a:ln w="12700">
            <a:miter lim="400000"/>
          </a:ln>
        </p:spPr>
      </p:pic>
      <p:sp>
        <p:nvSpPr>
          <p:cNvPr id="147" name="Ciclos Anidados"/>
          <p:cNvSpPr txBox="1">
            <a:spLocks noGrp="1"/>
          </p:cNvSpPr>
          <p:nvPr>
            <p:ph type="title" idx="4294967295"/>
          </p:nvPr>
        </p:nvSpPr>
        <p:spPr>
          <a:xfrm>
            <a:off x="267610" y="246440"/>
            <a:ext cx="11917801" cy="1502401"/>
          </a:xfrm>
          <a:prstGeom prst="rect">
            <a:avLst/>
          </a:prstGeom>
        </p:spPr>
        <p:txBody>
          <a:bodyPr lIns="45699" tIns="45699" rIns="45699" bIns="45699"/>
          <a:lstStyle>
            <a:lvl1pPr algn="l" defTabSz="914400">
              <a:lnSpc>
                <a:spcPct val="90000"/>
              </a:lnSpc>
              <a:defRPr sz="4900"/>
            </a:lvl1pPr>
          </a:lstStyle>
          <a:p>
            <a:r>
              <a:t>Ciclos Anidados</a:t>
            </a:r>
          </a:p>
        </p:txBody>
      </p:sp>
      <p:sp>
        <p:nvSpPr>
          <p:cNvPr id="148" name="Es un ciclo dentro de otro ciclo…"/>
          <p:cNvSpPr txBox="1">
            <a:spLocks noGrp="1"/>
          </p:cNvSpPr>
          <p:nvPr>
            <p:ph type="body" sz="half" idx="4294967295"/>
          </p:nvPr>
        </p:nvSpPr>
        <p:spPr>
          <a:xfrm>
            <a:off x="1150210" y="2141549"/>
            <a:ext cx="6049801" cy="1977936"/>
          </a:xfrm>
          <a:prstGeom prst="rect">
            <a:avLst/>
          </a:prstGeom>
        </p:spPr>
        <p:txBody>
          <a:bodyPr lIns="45699" tIns="45699" rIns="45699" bIns="45699">
            <a:normAutofit/>
          </a:bodyPr>
          <a:lstStyle/>
          <a:p>
            <a:pPr marL="259072" indent="-259072" defTabSz="914400">
              <a:lnSpc>
                <a:spcPct val="80000"/>
              </a:lnSpc>
              <a:spcBef>
                <a:spcPts val="0"/>
              </a:spcBef>
              <a:buClr>
                <a:srgbClr val="000000"/>
              </a:buClr>
              <a:buSzPts val="2600"/>
              <a:defRPr sz="2600"/>
            </a:pPr>
            <a:r>
              <a:rPr sz="2000" dirty="0"/>
              <a:t>Es un </a:t>
            </a:r>
            <a:r>
              <a:rPr sz="2000" dirty="0" err="1"/>
              <a:t>ciclo</a:t>
            </a:r>
            <a:r>
              <a:rPr sz="2000" dirty="0"/>
              <a:t> dentro de </a:t>
            </a:r>
            <a:r>
              <a:rPr sz="2000" dirty="0" err="1"/>
              <a:t>otro</a:t>
            </a:r>
            <a:r>
              <a:rPr sz="2000" dirty="0"/>
              <a:t> </a:t>
            </a:r>
            <a:r>
              <a:rPr sz="2000" dirty="0" err="1"/>
              <a:t>ciclo</a:t>
            </a:r>
            <a:endParaRPr sz="2000" dirty="0"/>
          </a:p>
          <a:p>
            <a:pPr marL="259072" indent="-259072" defTabSz="914400">
              <a:lnSpc>
                <a:spcPct val="80000"/>
              </a:lnSpc>
              <a:spcBef>
                <a:spcPts val="1100"/>
              </a:spcBef>
              <a:buClr>
                <a:srgbClr val="000000"/>
              </a:buClr>
              <a:buSzPts val="2600"/>
              <a:defRPr sz="2600"/>
            </a:pPr>
            <a:r>
              <a:rPr sz="2000" dirty="0" err="1"/>
              <a:t>Pueden</a:t>
            </a:r>
            <a:r>
              <a:rPr sz="2000" dirty="0"/>
              <a:t> ser del </a:t>
            </a:r>
            <a:r>
              <a:rPr sz="2000" dirty="0" err="1"/>
              <a:t>mismo</a:t>
            </a:r>
            <a:r>
              <a:rPr sz="2000" dirty="0"/>
              <a:t> </a:t>
            </a:r>
            <a:r>
              <a:rPr sz="2000" dirty="0" err="1"/>
              <a:t>tipo</a:t>
            </a:r>
            <a:r>
              <a:rPr sz="2000" dirty="0"/>
              <a:t> o de </a:t>
            </a:r>
            <a:r>
              <a:rPr sz="2000" dirty="0" err="1"/>
              <a:t>diferente</a:t>
            </a:r>
            <a:r>
              <a:rPr sz="2000" dirty="0"/>
              <a:t> </a:t>
            </a:r>
            <a:r>
              <a:rPr sz="2000" dirty="0" err="1"/>
              <a:t>tipo</a:t>
            </a:r>
            <a:endParaRPr sz="2000" dirty="0"/>
          </a:p>
          <a:p>
            <a:pPr marL="259072" indent="-259072" defTabSz="914400">
              <a:lnSpc>
                <a:spcPct val="80000"/>
              </a:lnSpc>
              <a:spcBef>
                <a:spcPts val="1100"/>
              </a:spcBef>
              <a:buClr>
                <a:srgbClr val="000000"/>
              </a:buClr>
              <a:buSzPts val="2600"/>
              <a:defRPr sz="2600"/>
            </a:pPr>
            <a:r>
              <a:rPr sz="2000" dirty="0"/>
              <a:t>El </a:t>
            </a:r>
            <a:r>
              <a:rPr sz="2000" dirty="0" err="1"/>
              <a:t>ciclo</a:t>
            </a:r>
            <a:r>
              <a:rPr sz="2000" dirty="0"/>
              <a:t> </a:t>
            </a:r>
            <a:r>
              <a:rPr sz="2000" dirty="0" err="1"/>
              <a:t>externo</a:t>
            </a:r>
            <a:r>
              <a:rPr sz="2000" dirty="0"/>
              <a:t> </a:t>
            </a:r>
            <a:r>
              <a:rPr sz="2000" dirty="0" err="1"/>
              <a:t>va</a:t>
            </a:r>
            <a:r>
              <a:rPr sz="2000" dirty="0"/>
              <a:t> </a:t>
            </a:r>
            <a:r>
              <a:rPr sz="2000" dirty="0" err="1"/>
              <a:t>más</a:t>
            </a:r>
            <a:r>
              <a:rPr sz="2000" dirty="0"/>
              <a:t> lento que </a:t>
            </a:r>
            <a:r>
              <a:rPr sz="2000" dirty="0" err="1"/>
              <a:t>el</a:t>
            </a:r>
            <a:r>
              <a:rPr sz="2000" dirty="0"/>
              <a:t> </a:t>
            </a:r>
            <a:r>
              <a:rPr sz="2000" dirty="0" err="1"/>
              <a:t>interno</a:t>
            </a:r>
            <a:r>
              <a:rPr sz="2000" dirty="0"/>
              <a:t>. </a:t>
            </a:r>
            <a:endParaRPr sz="1800" dirty="0"/>
          </a:p>
          <a:p>
            <a:pPr marL="259072" indent="-259072" defTabSz="914400">
              <a:lnSpc>
                <a:spcPct val="80000"/>
              </a:lnSpc>
              <a:spcBef>
                <a:spcPts val="1100"/>
              </a:spcBef>
              <a:buClr>
                <a:srgbClr val="000000"/>
              </a:buClr>
              <a:buSzPts val="2600"/>
              <a:defRPr sz="2600"/>
            </a:pPr>
            <a:r>
              <a:rPr sz="2000" dirty="0" err="1"/>
              <a:t>Piense</a:t>
            </a:r>
            <a:r>
              <a:rPr sz="2000" dirty="0"/>
              <a:t> </a:t>
            </a:r>
            <a:r>
              <a:rPr sz="2000" dirty="0" err="1"/>
              <a:t>en</a:t>
            </a:r>
            <a:r>
              <a:rPr sz="2000" dirty="0"/>
              <a:t> una </a:t>
            </a:r>
            <a:r>
              <a:rPr sz="2000" dirty="0" err="1"/>
              <a:t>polea</a:t>
            </a:r>
            <a:endParaRPr sz="2000" dirty="0"/>
          </a:p>
          <a:p>
            <a:pPr marL="777216" lvl="1" indent="-259071" defTabSz="914400">
              <a:lnSpc>
                <a:spcPct val="80000"/>
              </a:lnSpc>
              <a:spcBef>
                <a:spcPts val="500"/>
              </a:spcBef>
              <a:buClr>
                <a:srgbClr val="000000"/>
              </a:buClr>
              <a:buSzPts val="2300"/>
              <a:buChar char="•"/>
              <a:defRPr sz="2300"/>
            </a:pPr>
            <a:r>
              <a:rPr sz="1800" dirty="0" err="1"/>
              <a:t>Cuál</a:t>
            </a:r>
            <a:r>
              <a:rPr sz="1800" dirty="0"/>
              <a:t> </a:t>
            </a:r>
            <a:r>
              <a:rPr sz="1800" dirty="0" err="1"/>
              <a:t>sería</a:t>
            </a:r>
            <a:r>
              <a:rPr sz="1800" dirty="0"/>
              <a:t> </a:t>
            </a:r>
            <a:r>
              <a:rPr sz="1800" dirty="0" err="1"/>
              <a:t>el</a:t>
            </a:r>
            <a:r>
              <a:rPr sz="1800" dirty="0"/>
              <a:t> </a:t>
            </a:r>
            <a:r>
              <a:rPr sz="1800" dirty="0" err="1"/>
              <a:t>ciclo</a:t>
            </a:r>
            <a:r>
              <a:rPr sz="1800" dirty="0"/>
              <a:t> </a:t>
            </a:r>
            <a:r>
              <a:rPr sz="1800" dirty="0" err="1"/>
              <a:t>interno</a:t>
            </a:r>
            <a:r>
              <a:rPr sz="1800" dirty="0"/>
              <a:t> y </a:t>
            </a:r>
            <a:r>
              <a:rPr sz="1800" dirty="0" err="1"/>
              <a:t>cuál</a:t>
            </a:r>
            <a:r>
              <a:rPr sz="1800" dirty="0"/>
              <a:t> </a:t>
            </a:r>
            <a:r>
              <a:rPr sz="1800" dirty="0" err="1"/>
              <a:t>el</a:t>
            </a:r>
            <a:r>
              <a:rPr sz="1800" dirty="0"/>
              <a:t> </a:t>
            </a:r>
            <a:r>
              <a:rPr sz="1800" dirty="0" err="1"/>
              <a:t>externo</a:t>
            </a:r>
            <a:endParaRPr sz="1800" dirty="0"/>
          </a:p>
        </p:txBody>
      </p:sp>
      <p:pic>
        <p:nvPicPr>
          <p:cNvPr id="149" name="Google Shape;210;p31" descr="Google Shape;210;p3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0800000">
            <a:off x="7777295" y="2592279"/>
            <a:ext cx="2715005" cy="1076476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1" descr="Picture 1">
            <a:extLst>
              <a:ext uri="{FF2B5EF4-FFF2-40B4-BE49-F238E27FC236}">
                <a16:creationId xmlns:a16="http://schemas.microsoft.com/office/drawing/2014/main" id="{36C3F419-55FA-4E76-A3E2-94C7C0D329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6198" y="5940"/>
            <a:ext cx="12191696" cy="6858001"/>
          </a:xfrm>
          <a:prstGeom prst="rect">
            <a:avLst/>
          </a:prstGeom>
          <a:ln w="12700">
            <a:miter lim="400000"/>
          </a:ln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E651DDF4-FFD2-4D71-B730-1E847D0173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z="4000" dirty="0" err="1"/>
              <a:t>For</a:t>
            </a:r>
            <a:r>
              <a:rPr lang="es-ES" sz="4000" dirty="0"/>
              <a:t> anidados</a:t>
            </a:r>
            <a:endParaRPr lang="es-419" sz="4000" dirty="0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9820FF5D-F5BF-47BA-AD86-088593D347BF}"/>
              </a:ext>
            </a:extLst>
          </p:cNvPr>
          <p:cNvSpPr txBox="1"/>
          <p:nvPr/>
        </p:nvSpPr>
        <p:spPr>
          <a:xfrm>
            <a:off x="4579620" y="2305318"/>
            <a:ext cx="6202680" cy="286232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s-419" dirty="0" err="1"/>
              <a:t>vueltas_grande</a:t>
            </a:r>
            <a:r>
              <a:rPr lang="es-419" dirty="0"/>
              <a:t> = 3  # Cuántas vueltas dará el piñón grande</a:t>
            </a:r>
          </a:p>
          <a:p>
            <a:endParaRPr lang="es-419" dirty="0"/>
          </a:p>
          <a:p>
            <a:r>
              <a:rPr lang="es-419" dirty="0" err="1"/>
              <a:t>for</a:t>
            </a:r>
            <a:r>
              <a:rPr lang="es-419" dirty="0"/>
              <a:t> </a:t>
            </a:r>
            <a:r>
              <a:rPr lang="es-419" dirty="0" err="1"/>
              <a:t>vuelta_grande</a:t>
            </a:r>
            <a:r>
              <a:rPr lang="es-419" dirty="0"/>
              <a:t> in </a:t>
            </a:r>
            <a:r>
              <a:rPr lang="es-419" dirty="0" err="1"/>
              <a:t>range</a:t>
            </a:r>
            <a:r>
              <a:rPr lang="es-419" dirty="0"/>
              <a:t>(1, </a:t>
            </a:r>
            <a:r>
              <a:rPr lang="es-419" dirty="0" err="1"/>
              <a:t>vueltas_grande</a:t>
            </a:r>
            <a:r>
              <a:rPr lang="es-419" dirty="0"/>
              <a:t> + 1):</a:t>
            </a:r>
          </a:p>
          <a:p>
            <a:r>
              <a:rPr lang="es-419" dirty="0"/>
              <a:t>    </a:t>
            </a:r>
            <a:r>
              <a:rPr lang="es-419" dirty="0" err="1"/>
              <a:t>print</a:t>
            </a:r>
            <a:r>
              <a:rPr lang="es-419" dirty="0"/>
              <a:t>(f"\</a:t>
            </a:r>
            <a:r>
              <a:rPr lang="es-419" dirty="0" err="1"/>
              <a:t>nVuelta</a:t>
            </a:r>
            <a:r>
              <a:rPr lang="es-419" dirty="0"/>
              <a:t> {</a:t>
            </a:r>
            <a:r>
              <a:rPr lang="es-419" dirty="0" err="1"/>
              <a:t>vuelta_grande</a:t>
            </a:r>
            <a:r>
              <a:rPr lang="es-419" dirty="0"/>
              <a:t>} del piñón GRANDE:")</a:t>
            </a:r>
          </a:p>
          <a:p>
            <a:r>
              <a:rPr lang="es-419" dirty="0"/>
              <a:t>    </a:t>
            </a:r>
          </a:p>
          <a:p>
            <a:r>
              <a:rPr lang="es-419" dirty="0"/>
              <a:t>    # Por cada vuelta del grande, el pequeño da 5 vueltas</a:t>
            </a:r>
          </a:p>
          <a:p>
            <a:r>
              <a:rPr lang="es-419" dirty="0"/>
              <a:t>    </a:t>
            </a:r>
            <a:r>
              <a:rPr lang="es-419" dirty="0" err="1"/>
              <a:t>for</a:t>
            </a:r>
            <a:r>
              <a:rPr lang="es-419" dirty="0"/>
              <a:t> </a:t>
            </a:r>
            <a:r>
              <a:rPr lang="es-419" dirty="0" err="1"/>
              <a:t>vuelta_pequena</a:t>
            </a:r>
            <a:r>
              <a:rPr lang="es-419" dirty="0"/>
              <a:t> in </a:t>
            </a:r>
            <a:r>
              <a:rPr lang="es-419" dirty="0" err="1"/>
              <a:t>range</a:t>
            </a:r>
            <a:r>
              <a:rPr lang="es-419" dirty="0"/>
              <a:t>(1, 6): </a:t>
            </a:r>
          </a:p>
          <a:p>
            <a:r>
              <a:rPr lang="es-419" dirty="0"/>
              <a:t>	</a:t>
            </a:r>
            <a:r>
              <a:rPr lang="es-419" dirty="0" err="1"/>
              <a:t>print</a:t>
            </a:r>
            <a:r>
              <a:rPr lang="es-419" dirty="0"/>
              <a:t>(f"   🎯 Piñón PEQUEÑO - Vuelta {</a:t>
            </a:r>
            <a:r>
              <a:rPr lang="es-419" dirty="0" err="1"/>
              <a:t>vuelta_pequena</a:t>
            </a:r>
            <a:r>
              <a:rPr lang="es-419" dirty="0"/>
              <a:t>}")</a:t>
            </a:r>
          </a:p>
          <a:p>
            <a:r>
              <a:rPr lang="es-419" dirty="0"/>
              <a:t>    </a:t>
            </a:r>
          </a:p>
          <a:p>
            <a:r>
              <a:rPr lang="es-419" dirty="0"/>
              <a:t>    </a:t>
            </a:r>
            <a:r>
              <a:rPr lang="es-419" dirty="0" err="1"/>
              <a:t>print</a:t>
            </a:r>
            <a:r>
              <a:rPr lang="es-419" dirty="0"/>
              <a:t>(f"   ✅ El piñón pequeño completó 5 vueltas")</a:t>
            </a:r>
          </a:p>
        </p:txBody>
      </p:sp>
      <p:cxnSp>
        <p:nvCxnSpPr>
          <p:cNvPr id="9" name="Conector recto 8">
            <a:extLst>
              <a:ext uri="{FF2B5EF4-FFF2-40B4-BE49-F238E27FC236}">
                <a16:creationId xmlns:a16="http://schemas.microsoft.com/office/drawing/2014/main" id="{F8B9F238-AAE1-4F88-9AD9-1EF63E879BCE}"/>
              </a:ext>
            </a:extLst>
          </p:cNvPr>
          <p:cNvCxnSpPr/>
          <p:nvPr/>
        </p:nvCxnSpPr>
        <p:spPr>
          <a:xfrm>
            <a:off x="4846320" y="3235718"/>
            <a:ext cx="0" cy="1921520"/>
          </a:xfrm>
          <a:prstGeom prst="line">
            <a:avLst/>
          </a:prstGeom>
          <a:noFill/>
          <a:ln w="25400" cap="flat">
            <a:solidFill>
              <a:schemeClr val="accent1"/>
            </a:solidFill>
            <a:prstDash val="solid"/>
            <a:round/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1" name="Conector recto 10">
            <a:extLst>
              <a:ext uri="{FF2B5EF4-FFF2-40B4-BE49-F238E27FC236}">
                <a16:creationId xmlns:a16="http://schemas.microsoft.com/office/drawing/2014/main" id="{5D6F1CC3-B50E-4B38-98A9-DD1E9C0CD244}"/>
              </a:ext>
            </a:extLst>
          </p:cNvPr>
          <p:cNvCxnSpPr/>
          <p:nvPr/>
        </p:nvCxnSpPr>
        <p:spPr>
          <a:xfrm>
            <a:off x="5120640" y="4206880"/>
            <a:ext cx="0" cy="669920"/>
          </a:xfrm>
          <a:prstGeom prst="line">
            <a:avLst/>
          </a:prstGeom>
          <a:noFill/>
          <a:ln w="25400" cap="flat">
            <a:solidFill>
              <a:schemeClr val="accent1"/>
            </a:solidFill>
            <a:prstDash val="solid"/>
            <a:round/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pic>
        <p:nvPicPr>
          <p:cNvPr id="12" name="Google Shape;210;p31" descr="Google Shape;210;p31">
            <a:extLst>
              <a:ext uri="{FF2B5EF4-FFF2-40B4-BE49-F238E27FC236}">
                <a16:creationId xmlns:a16="http://schemas.microsoft.com/office/drawing/2014/main" id="{09180CD8-D99C-4A51-8E8D-FBBAB27B5E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9209" y="2707882"/>
            <a:ext cx="2715005" cy="1076476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411495277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1" descr="Picture 1">
            <a:extLst>
              <a:ext uri="{FF2B5EF4-FFF2-40B4-BE49-F238E27FC236}">
                <a16:creationId xmlns:a16="http://schemas.microsoft.com/office/drawing/2014/main" id="{36C3F419-55FA-4E76-A3E2-94C7C0D329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6198" y="5940"/>
            <a:ext cx="12191696" cy="6858001"/>
          </a:xfrm>
          <a:prstGeom prst="rect">
            <a:avLst/>
          </a:prstGeom>
          <a:ln w="12700">
            <a:miter lim="400000"/>
          </a:ln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E651DDF4-FFD2-4D71-B730-1E847D0173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z="4000" dirty="0" err="1"/>
              <a:t>For</a:t>
            </a:r>
            <a:r>
              <a:rPr lang="es-ES" sz="4000" dirty="0"/>
              <a:t> anidados</a:t>
            </a:r>
            <a:endParaRPr lang="es-419" sz="4000" dirty="0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3AF3C958-6F55-4431-AC8B-FAB46FBC032C}"/>
              </a:ext>
            </a:extLst>
          </p:cNvPr>
          <p:cNvSpPr txBox="1"/>
          <p:nvPr/>
        </p:nvSpPr>
        <p:spPr>
          <a:xfrm>
            <a:off x="1074420" y="1968991"/>
            <a:ext cx="3314700" cy="230832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s-419" dirty="0" err="1"/>
              <a:t>print</a:t>
            </a:r>
            <a:r>
              <a:rPr lang="es-419" dirty="0"/>
              <a:t>("Patrón de asteriscos:")</a:t>
            </a:r>
          </a:p>
          <a:p>
            <a:endParaRPr lang="es-419" dirty="0"/>
          </a:p>
          <a:p>
            <a:r>
              <a:rPr lang="es-419" dirty="0" err="1"/>
              <a:t>for</a:t>
            </a:r>
            <a:r>
              <a:rPr lang="es-419" dirty="0"/>
              <a:t> i in </a:t>
            </a:r>
            <a:r>
              <a:rPr lang="es-419" dirty="0" err="1"/>
              <a:t>range</a:t>
            </a:r>
            <a:r>
              <a:rPr lang="es-419" dirty="0"/>
              <a:t>(1, 6):</a:t>
            </a:r>
          </a:p>
          <a:p>
            <a:r>
              <a:rPr lang="es-419" dirty="0"/>
              <a:t>    </a:t>
            </a:r>
          </a:p>
          <a:p>
            <a:r>
              <a:rPr lang="es-419" dirty="0"/>
              <a:t>   </a:t>
            </a:r>
            <a:r>
              <a:rPr lang="es-419" dirty="0" err="1"/>
              <a:t>for</a:t>
            </a:r>
            <a:r>
              <a:rPr lang="es-419" dirty="0"/>
              <a:t> j in </a:t>
            </a:r>
            <a:r>
              <a:rPr lang="es-419" dirty="0" err="1"/>
              <a:t>range</a:t>
            </a:r>
            <a:r>
              <a:rPr lang="es-419" dirty="0"/>
              <a:t>(i):</a:t>
            </a:r>
          </a:p>
          <a:p>
            <a:r>
              <a:rPr lang="es-419" dirty="0"/>
              <a:t>        </a:t>
            </a:r>
            <a:r>
              <a:rPr lang="es-419" dirty="0" err="1"/>
              <a:t>print</a:t>
            </a:r>
            <a:r>
              <a:rPr lang="es-419" dirty="0"/>
              <a:t>("*", </a:t>
            </a:r>
            <a:r>
              <a:rPr lang="es-419" dirty="0" err="1"/>
              <a:t>end</a:t>
            </a:r>
            <a:r>
              <a:rPr lang="es-419" dirty="0"/>
              <a:t>="")</a:t>
            </a:r>
          </a:p>
          <a:p>
            <a:r>
              <a:rPr lang="es-419" dirty="0"/>
              <a:t>    </a:t>
            </a:r>
          </a:p>
          <a:p>
            <a:r>
              <a:rPr lang="es-419" dirty="0"/>
              <a:t>   </a:t>
            </a:r>
            <a:r>
              <a:rPr lang="es-419" dirty="0" err="1"/>
              <a:t>print</a:t>
            </a:r>
            <a:r>
              <a:rPr lang="es-419" dirty="0"/>
              <a:t>()  # Salto de línea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C12FBE8E-7726-40BB-B7AF-52E195AD5E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0740" y="1861796"/>
            <a:ext cx="3985905" cy="2176804"/>
          </a:xfrm>
          <a:prstGeom prst="rect">
            <a:avLst/>
          </a:prstGeom>
        </p:spPr>
      </p:pic>
      <p:cxnSp>
        <p:nvCxnSpPr>
          <p:cNvPr id="7" name="Conector recto 6">
            <a:extLst>
              <a:ext uri="{FF2B5EF4-FFF2-40B4-BE49-F238E27FC236}">
                <a16:creationId xmlns:a16="http://schemas.microsoft.com/office/drawing/2014/main" id="{6F2D3181-1CA8-466D-90AF-B2347E003A15}"/>
              </a:ext>
            </a:extLst>
          </p:cNvPr>
          <p:cNvCxnSpPr/>
          <p:nvPr/>
        </p:nvCxnSpPr>
        <p:spPr>
          <a:xfrm>
            <a:off x="1463040" y="3429000"/>
            <a:ext cx="0" cy="243840"/>
          </a:xfrm>
          <a:prstGeom prst="line">
            <a:avLst/>
          </a:prstGeom>
          <a:noFill/>
          <a:ln w="25400" cap="flat">
            <a:solidFill>
              <a:schemeClr val="accent1"/>
            </a:solidFill>
            <a:prstDash val="solid"/>
            <a:round/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0" name="Conector recto 9">
            <a:extLst>
              <a:ext uri="{FF2B5EF4-FFF2-40B4-BE49-F238E27FC236}">
                <a16:creationId xmlns:a16="http://schemas.microsoft.com/office/drawing/2014/main" id="{F8C749FC-2BF9-41B7-8913-01E3FD3A006D}"/>
              </a:ext>
            </a:extLst>
          </p:cNvPr>
          <p:cNvCxnSpPr/>
          <p:nvPr/>
        </p:nvCxnSpPr>
        <p:spPr>
          <a:xfrm>
            <a:off x="1280160" y="2895600"/>
            <a:ext cx="0" cy="1381715"/>
          </a:xfrm>
          <a:prstGeom prst="line">
            <a:avLst/>
          </a:prstGeom>
          <a:noFill/>
          <a:ln w="25400" cap="flat">
            <a:solidFill>
              <a:schemeClr val="accent1"/>
            </a:solidFill>
            <a:prstDash val="solid"/>
            <a:round/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</p:spTree>
    <p:extLst>
      <p:ext uri="{BB962C8B-B14F-4D97-AF65-F5344CB8AC3E}">
        <p14:creationId xmlns:p14="http://schemas.microsoft.com/office/powerpoint/2010/main" val="185393257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1" descr="Picture 1">
            <a:extLst>
              <a:ext uri="{FF2B5EF4-FFF2-40B4-BE49-F238E27FC236}">
                <a16:creationId xmlns:a16="http://schemas.microsoft.com/office/drawing/2014/main" id="{36C3F419-55FA-4E76-A3E2-94C7C0D329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6198" y="5940"/>
            <a:ext cx="12191696" cy="6858001"/>
          </a:xfrm>
          <a:prstGeom prst="rect">
            <a:avLst/>
          </a:prstGeom>
          <a:ln w="12700">
            <a:miter lim="400000"/>
          </a:ln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E651DDF4-FFD2-4D71-B730-1E847D0173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z="4000" dirty="0" err="1"/>
              <a:t>For</a:t>
            </a:r>
            <a:r>
              <a:rPr lang="es-ES" sz="4000" dirty="0"/>
              <a:t> anidados</a:t>
            </a:r>
            <a:endParaRPr lang="es-419" sz="4000" dirty="0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F5C0331B-6184-429F-900B-74AB766EC6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21170" y="2600289"/>
            <a:ext cx="1895510" cy="1913477"/>
          </a:xfrm>
          <a:prstGeom prst="rect">
            <a:avLst/>
          </a:prstGeom>
        </p:spPr>
      </p:pic>
      <p:sp>
        <p:nvSpPr>
          <p:cNvPr id="9" name="CuadroTexto 8">
            <a:extLst>
              <a:ext uri="{FF2B5EF4-FFF2-40B4-BE49-F238E27FC236}">
                <a16:creationId xmlns:a16="http://schemas.microsoft.com/office/drawing/2014/main" id="{973EA282-CE25-48C3-B753-AF1536EA129B}"/>
              </a:ext>
            </a:extLst>
          </p:cNvPr>
          <p:cNvSpPr txBox="1"/>
          <p:nvPr/>
        </p:nvSpPr>
        <p:spPr>
          <a:xfrm>
            <a:off x="4949749" y="1690689"/>
            <a:ext cx="6202680" cy="369331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s-419" dirty="0" err="1"/>
              <a:t>horas_totales</a:t>
            </a:r>
            <a:r>
              <a:rPr lang="es-419" dirty="0"/>
              <a:t> = 3</a:t>
            </a:r>
          </a:p>
          <a:p>
            <a:r>
              <a:rPr lang="es-419" dirty="0" err="1"/>
              <a:t>minutos_por_hora</a:t>
            </a:r>
            <a:r>
              <a:rPr lang="es-419" dirty="0"/>
              <a:t> = 60</a:t>
            </a:r>
          </a:p>
          <a:p>
            <a:r>
              <a:rPr lang="es-419" dirty="0" err="1"/>
              <a:t>segundos_por_minuto</a:t>
            </a:r>
            <a:r>
              <a:rPr lang="es-419" dirty="0"/>
              <a:t> = 60</a:t>
            </a:r>
          </a:p>
          <a:p>
            <a:endParaRPr lang="es-419" dirty="0"/>
          </a:p>
          <a:p>
            <a:r>
              <a:rPr lang="es-419" dirty="0" err="1"/>
              <a:t>print</a:t>
            </a:r>
            <a:r>
              <a:rPr lang="es-419" dirty="0"/>
              <a:t>("🕐 INICIANDO SIMULACIÓN DEL RELOJ...")</a:t>
            </a:r>
          </a:p>
          <a:p>
            <a:r>
              <a:rPr lang="es-419" dirty="0" err="1"/>
              <a:t>print</a:t>
            </a:r>
            <a:r>
              <a:rPr lang="es-419" dirty="0"/>
              <a:t>("─" * 40)</a:t>
            </a:r>
          </a:p>
          <a:p>
            <a:endParaRPr lang="es-419" dirty="0"/>
          </a:p>
          <a:p>
            <a:r>
              <a:rPr lang="es-419" dirty="0" err="1"/>
              <a:t>for</a:t>
            </a:r>
            <a:r>
              <a:rPr lang="es-419" dirty="0"/>
              <a:t> hora in </a:t>
            </a:r>
            <a:r>
              <a:rPr lang="es-419" dirty="0" err="1"/>
              <a:t>range</a:t>
            </a:r>
            <a:r>
              <a:rPr lang="es-419" dirty="0"/>
              <a:t>(</a:t>
            </a:r>
            <a:r>
              <a:rPr lang="es-419" dirty="0" err="1"/>
              <a:t>horas_totales</a:t>
            </a:r>
            <a:r>
              <a:rPr lang="es-419" dirty="0"/>
              <a:t>):</a:t>
            </a:r>
          </a:p>
          <a:p>
            <a:r>
              <a:rPr lang="es-419" dirty="0"/>
              <a:t>    </a:t>
            </a:r>
            <a:r>
              <a:rPr lang="es-419" dirty="0" err="1"/>
              <a:t>for</a:t>
            </a:r>
            <a:r>
              <a:rPr lang="es-419" dirty="0"/>
              <a:t> minuto in </a:t>
            </a:r>
            <a:r>
              <a:rPr lang="es-419" dirty="0" err="1"/>
              <a:t>range</a:t>
            </a:r>
            <a:r>
              <a:rPr lang="es-419" dirty="0"/>
              <a:t>(</a:t>
            </a:r>
            <a:r>
              <a:rPr lang="es-419" dirty="0" err="1"/>
              <a:t>minutos_por_hora</a:t>
            </a:r>
            <a:r>
              <a:rPr lang="es-419" dirty="0"/>
              <a:t>):</a:t>
            </a:r>
          </a:p>
          <a:p>
            <a:r>
              <a:rPr lang="es-419" dirty="0"/>
              <a:t>        </a:t>
            </a:r>
            <a:r>
              <a:rPr lang="es-419" dirty="0" err="1"/>
              <a:t>for</a:t>
            </a:r>
            <a:r>
              <a:rPr lang="es-419" dirty="0"/>
              <a:t> segundo in </a:t>
            </a:r>
            <a:r>
              <a:rPr lang="es-419" dirty="0" err="1"/>
              <a:t>range</a:t>
            </a:r>
            <a:r>
              <a:rPr lang="es-419" dirty="0"/>
              <a:t>(</a:t>
            </a:r>
            <a:r>
              <a:rPr lang="es-419" dirty="0" err="1"/>
              <a:t>segundos_por_minuto</a:t>
            </a:r>
            <a:r>
              <a:rPr lang="es-419" dirty="0"/>
              <a:t>):</a:t>
            </a:r>
          </a:p>
          <a:p>
            <a:r>
              <a:rPr lang="es-419" dirty="0"/>
              <a:t>            # Formato HH:MM:SS</a:t>
            </a:r>
          </a:p>
          <a:p>
            <a:r>
              <a:rPr lang="es-419" dirty="0"/>
              <a:t>            tiempo = f"{hora:02d}:{minuto:02d}:{segundo:02d}"</a:t>
            </a:r>
          </a:p>
          <a:p>
            <a:r>
              <a:rPr lang="es-419" dirty="0"/>
              <a:t>            </a:t>
            </a:r>
            <a:r>
              <a:rPr lang="es-419" dirty="0" err="1"/>
              <a:t>print</a:t>
            </a:r>
            <a:r>
              <a:rPr lang="es-419" dirty="0"/>
              <a:t>(f“ {tiempo}")</a:t>
            </a:r>
          </a:p>
        </p:txBody>
      </p:sp>
      <p:cxnSp>
        <p:nvCxnSpPr>
          <p:cNvPr id="10" name="Conector recto 9">
            <a:extLst>
              <a:ext uri="{FF2B5EF4-FFF2-40B4-BE49-F238E27FC236}">
                <a16:creationId xmlns:a16="http://schemas.microsoft.com/office/drawing/2014/main" id="{31295482-AF64-4DFD-BB51-4257B59290FD}"/>
              </a:ext>
            </a:extLst>
          </p:cNvPr>
          <p:cNvCxnSpPr/>
          <p:nvPr/>
        </p:nvCxnSpPr>
        <p:spPr>
          <a:xfrm>
            <a:off x="5547360" y="4513766"/>
            <a:ext cx="0" cy="870242"/>
          </a:xfrm>
          <a:prstGeom prst="line">
            <a:avLst/>
          </a:prstGeom>
          <a:noFill/>
          <a:ln w="25400" cap="flat">
            <a:solidFill>
              <a:schemeClr val="accent1"/>
            </a:solidFill>
            <a:prstDash val="solid"/>
            <a:round/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2" name="Conector recto 11">
            <a:extLst>
              <a:ext uri="{FF2B5EF4-FFF2-40B4-BE49-F238E27FC236}">
                <a16:creationId xmlns:a16="http://schemas.microsoft.com/office/drawing/2014/main" id="{F93C7966-FB8A-44C7-A46E-52701B58BEB4}"/>
              </a:ext>
            </a:extLst>
          </p:cNvPr>
          <p:cNvCxnSpPr/>
          <p:nvPr/>
        </p:nvCxnSpPr>
        <p:spPr>
          <a:xfrm>
            <a:off x="5318760" y="4282440"/>
            <a:ext cx="0" cy="1101568"/>
          </a:xfrm>
          <a:prstGeom prst="line">
            <a:avLst/>
          </a:prstGeom>
          <a:noFill/>
          <a:ln w="25400" cap="flat">
            <a:solidFill>
              <a:schemeClr val="accent1"/>
            </a:solidFill>
            <a:prstDash val="solid"/>
            <a:round/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3" name="Conector recto 12">
            <a:extLst>
              <a:ext uri="{FF2B5EF4-FFF2-40B4-BE49-F238E27FC236}">
                <a16:creationId xmlns:a16="http://schemas.microsoft.com/office/drawing/2014/main" id="{AA7CA8F0-608B-4CE6-9089-FDC85A02918A}"/>
              </a:ext>
            </a:extLst>
          </p:cNvPr>
          <p:cNvCxnSpPr>
            <a:cxnSpLocks/>
          </p:cNvCxnSpPr>
          <p:nvPr/>
        </p:nvCxnSpPr>
        <p:spPr>
          <a:xfrm>
            <a:off x="5120640" y="3980366"/>
            <a:ext cx="0" cy="1403642"/>
          </a:xfrm>
          <a:prstGeom prst="line">
            <a:avLst/>
          </a:prstGeom>
          <a:noFill/>
          <a:ln w="25400" cap="flat">
            <a:solidFill>
              <a:schemeClr val="accent1"/>
            </a:solidFill>
            <a:prstDash val="solid"/>
            <a:round/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</p:spTree>
    <p:extLst>
      <p:ext uri="{BB962C8B-B14F-4D97-AF65-F5344CB8AC3E}">
        <p14:creationId xmlns:p14="http://schemas.microsoft.com/office/powerpoint/2010/main" val="233122927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 Theme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0000" dir="5400000" rotWithShape="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blurRad="38100" dist="23000" dir="5400000" rotWithShape="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blurRad="38100" dist="20000" dir="5400000" rotWithShape="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 Theme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0000" dir="5400000" rotWithShape="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blurRad="38100" dist="23000" dir="5400000" rotWithShape="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blurRad="38100" dist="20000" dir="5400000" rotWithShape="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d109785b-78df-45a7-bf97-c0338fb98fbc">
      <Terms xmlns="http://schemas.microsoft.com/office/infopath/2007/PartnerControls"/>
    </lcf76f155ced4ddcb4097134ff3c332f>
    <TaxCatchAll xmlns="61e263d9-ae33-42dc-be08-df40088f45ea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A50542B5FEED5D43B123ECE0E1564D05" ma:contentTypeVersion="10" ma:contentTypeDescription="Crear nuevo documento." ma:contentTypeScope="" ma:versionID="f17f6e9a8e1c51da723d957665628102">
  <xsd:schema xmlns:xsd="http://www.w3.org/2001/XMLSchema" xmlns:xs="http://www.w3.org/2001/XMLSchema" xmlns:p="http://schemas.microsoft.com/office/2006/metadata/properties" xmlns:ns2="d109785b-78df-45a7-bf97-c0338fb98fbc" xmlns:ns3="61e263d9-ae33-42dc-be08-df40088f45ea" targetNamespace="http://schemas.microsoft.com/office/2006/metadata/properties" ma:root="true" ma:fieldsID="5346eaf7460e39d36ee75e09adde5b92" ns2:_="" ns3:_="">
    <xsd:import namespace="d109785b-78df-45a7-bf97-c0338fb98fbc"/>
    <xsd:import namespace="61e263d9-ae33-42dc-be08-df40088f45e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109785b-78df-45a7-bf97-c0338fb98fb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Etiquetas de imagen" ma:readOnly="false" ma:fieldId="{5cf76f15-5ced-4ddc-b409-7134ff3c332f}" ma:taxonomyMulti="true" ma:sspId="b9eb28b8-418d-4e4f-834a-21a5a75d3e40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1e263d9-ae33-42dc-be08-df40088f45ea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13460677-d16c-4549-ab67-cb263207d540}" ma:internalName="TaxCatchAll" ma:showField="CatchAllData" ma:web="61e263d9-ae33-42dc-be08-df40088f45e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DD58C4FD-829A-4ADC-BA0E-CFB16ECE1FFF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2DC2334F-5730-47D0-9C79-DD75F42EA37F}">
  <ds:schemaRefs>
    <ds:schemaRef ds:uri="http://schemas.microsoft.com/office/2006/metadata/properties"/>
    <ds:schemaRef ds:uri="http://schemas.microsoft.com/office/infopath/2007/PartnerControls"/>
    <ds:schemaRef ds:uri="d109785b-78df-45a7-bf97-c0338fb98fbc"/>
    <ds:schemaRef ds:uri="61e263d9-ae33-42dc-be08-df40088f45ea"/>
  </ds:schemaRefs>
</ds:datastoreItem>
</file>

<file path=customXml/itemProps3.xml><?xml version="1.0" encoding="utf-8"?>
<ds:datastoreItem xmlns:ds="http://schemas.openxmlformats.org/officeDocument/2006/customXml" ds:itemID="{68CF9EAD-43F9-4D11-846C-C1FCD5547025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d109785b-78df-45a7-bf97-c0338fb98fbc"/>
    <ds:schemaRef ds:uri="61e263d9-ae33-42dc-be08-df40088f45ea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457</TotalTime>
  <Words>739</Words>
  <Application>Microsoft Office PowerPoint</Application>
  <PresentationFormat>Personalizado</PresentationFormat>
  <Paragraphs>113</Paragraphs>
  <Slides>11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11</vt:i4>
      </vt:variant>
    </vt:vector>
  </HeadingPairs>
  <TitlesOfParts>
    <vt:vector size="15" baseType="lpstr">
      <vt:lpstr>Arial</vt:lpstr>
      <vt:lpstr>Calibri</vt:lpstr>
      <vt:lpstr>Helvetica</vt:lpstr>
      <vt:lpstr>Office Theme</vt:lpstr>
      <vt:lpstr>Presentación de PowerPoint</vt:lpstr>
      <vt:lpstr>Presentación de PowerPoint</vt:lpstr>
      <vt:lpstr>Presentación de PowerPoint</vt:lpstr>
      <vt:lpstr>Ciclo -FOR</vt:lpstr>
      <vt:lpstr>For en Python  Aprendiendo Range</vt:lpstr>
      <vt:lpstr>For en Python con listas de datos</vt:lpstr>
      <vt:lpstr>For en Python con Strings</vt:lpstr>
      <vt:lpstr>Ciclos Anidados</vt:lpstr>
      <vt:lpstr>For anidados</vt:lpstr>
      <vt:lpstr>For anidados</vt:lpstr>
      <vt:lpstr>For anidados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Cesar Augusto Lopez Gallego</dc:creator>
  <cp:lastModifiedBy>Cesar Augusto Lopez Gallego</cp:lastModifiedBy>
  <cp:revision>6</cp:revision>
  <dcterms:modified xsi:type="dcterms:W3CDTF">2025-11-18T22:33:51Z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0x010100A50542B5FEED5D43B123ECE0E1564D05</vt:lpwstr>
  </property>
</Properties>
</file>