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43"/>
  </p:notesMasterIdLst>
  <p:sldIdLst>
    <p:sldId id="304" r:id="rId5"/>
    <p:sldId id="306" r:id="rId6"/>
    <p:sldId id="256" r:id="rId7"/>
    <p:sldId id="297" r:id="rId8"/>
    <p:sldId id="295" r:id="rId9"/>
    <p:sldId id="314" r:id="rId10"/>
    <p:sldId id="298" r:id="rId11"/>
    <p:sldId id="299" r:id="rId12"/>
    <p:sldId id="313" r:id="rId13"/>
    <p:sldId id="309" r:id="rId14"/>
    <p:sldId id="310" r:id="rId15"/>
    <p:sldId id="311" r:id="rId16"/>
    <p:sldId id="312" r:id="rId17"/>
    <p:sldId id="307" r:id="rId18"/>
    <p:sldId id="301" r:id="rId19"/>
    <p:sldId id="296" r:id="rId20"/>
    <p:sldId id="282" r:id="rId21"/>
    <p:sldId id="290" r:id="rId22"/>
    <p:sldId id="289" r:id="rId23"/>
    <p:sldId id="257" r:id="rId24"/>
    <p:sldId id="291" r:id="rId25"/>
    <p:sldId id="283" r:id="rId26"/>
    <p:sldId id="258" r:id="rId27"/>
    <p:sldId id="259" r:id="rId28"/>
    <p:sldId id="260" r:id="rId29"/>
    <p:sldId id="261" r:id="rId30"/>
    <p:sldId id="262" r:id="rId31"/>
    <p:sldId id="286" r:id="rId32"/>
    <p:sldId id="265" r:id="rId33"/>
    <p:sldId id="292" r:id="rId34"/>
    <p:sldId id="294" r:id="rId35"/>
    <p:sldId id="293" r:id="rId36"/>
    <p:sldId id="302" r:id="rId37"/>
    <p:sldId id="300" r:id="rId38"/>
    <p:sldId id="275" r:id="rId39"/>
    <p:sldId id="303" r:id="rId40"/>
    <p:sldId id="284" r:id="rId41"/>
    <p:sldId id="277" r:id="rId42"/>
  </p:sldIdLst>
  <p:sldSz cx="13817600" cy="7772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9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Augusto Lopez Gallego" userId="0dfa9112-9251-4882-b472-cf2dfcee09d1" providerId="ADAL" clId="{7E9FF4F1-F153-4A26-AAEE-E4A4354C2A70}"/>
    <pc:docChg chg="addSld modSld">
      <pc:chgData name="Cesar Augusto Lopez Gallego" userId="0dfa9112-9251-4882-b472-cf2dfcee09d1" providerId="ADAL" clId="{7E9FF4F1-F153-4A26-AAEE-E4A4354C2A70}" dt="2025-11-13T22:09:56.299" v="0"/>
      <pc:docMkLst>
        <pc:docMk/>
      </pc:docMkLst>
      <pc:sldChg chg="add">
        <pc:chgData name="Cesar Augusto Lopez Gallego" userId="0dfa9112-9251-4882-b472-cf2dfcee09d1" providerId="ADAL" clId="{7E9FF4F1-F153-4A26-AAEE-E4A4354C2A70}" dt="2025-11-13T22:09:56.299" v="0"/>
        <pc:sldMkLst>
          <pc:docMk/>
          <pc:sldMk cId="652190281" sldId="314"/>
        </pc:sldMkLst>
      </pc:sldChg>
    </pc:docChg>
  </pc:docChgLst>
  <pc:docChgLst>
    <pc:chgData name="Cesar Augusto Lopez Gallego" userId="0dfa9112-9251-4882-b472-cf2dfcee09d1" providerId="ADAL" clId="{9E925E74-D29A-4FF2-BA30-2DCB609A9627}"/>
    <pc:docChg chg="undo custSel addSld delSld modSld sldOrd">
      <pc:chgData name="Cesar Augusto Lopez Gallego" userId="0dfa9112-9251-4882-b472-cf2dfcee09d1" providerId="ADAL" clId="{9E925E74-D29A-4FF2-BA30-2DCB609A9627}" dt="2025-11-13T19:27:56.196" v="4406" actId="20577"/>
      <pc:docMkLst>
        <pc:docMk/>
      </pc:docMkLst>
      <pc:sldChg chg="addSp delSp modSp mod">
        <pc:chgData name="Cesar Augusto Lopez Gallego" userId="0dfa9112-9251-4882-b472-cf2dfcee09d1" providerId="ADAL" clId="{9E925E74-D29A-4FF2-BA30-2DCB609A9627}" dt="2025-11-13T01:35:58.368" v="1287" actId="20577"/>
        <pc:sldMkLst>
          <pc:docMk/>
          <pc:sldMk cId="0" sldId="256"/>
        </pc:sldMkLst>
        <pc:spChg chg="mod">
          <ac:chgData name="Cesar Augusto Lopez Gallego" userId="0dfa9112-9251-4882-b472-cf2dfcee09d1" providerId="ADAL" clId="{9E925E74-D29A-4FF2-BA30-2DCB609A9627}" dt="2025-11-13T01:35:58.368" v="1287" actId="20577"/>
          <ac:spMkLst>
            <pc:docMk/>
            <pc:sldMk cId="0" sldId="256"/>
            <ac:spMk id="183" creationId="{00000000-0000-0000-0000-000000000000}"/>
          </ac:spMkLst>
        </pc:spChg>
        <pc:picChg chg="del">
          <ac:chgData name="Cesar Augusto Lopez Gallego" userId="0dfa9112-9251-4882-b472-cf2dfcee09d1" providerId="ADAL" clId="{9E925E74-D29A-4FF2-BA30-2DCB609A9627}" dt="2025-11-13T00:43:47.778" v="0" actId="478"/>
          <ac:picMkLst>
            <pc:docMk/>
            <pc:sldMk cId="0" sldId="256"/>
            <ac:picMk id="184" creationId="{00000000-0000-0000-0000-000000000000}"/>
          </ac:picMkLst>
        </pc:picChg>
        <pc:picChg chg="add mod">
          <ac:chgData name="Cesar Augusto Lopez Gallego" userId="0dfa9112-9251-4882-b472-cf2dfcee09d1" providerId="ADAL" clId="{9E925E74-D29A-4FF2-BA30-2DCB609A9627}" dt="2025-11-13T01:35:54.531" v="1277" actId="1076"/>
          <ac:picMkLst>
            <pc:docMk/>
            <pc:sldMk cId="0" sldId="256"/>
            <ac:picMk id="2050" creationId="{CA955C63-997B-407D-A836-48E4BA47EEAF}"/>
          </ac:picMkLst>
        </pc:picChg>
      </pc:sldChg>
      <pc:sldChg chg="modSp mod">
        <pc:chgData name="Cesar Augusto Lopez Gallego" userId="0dfa9112-9251-4882-b472-cf2dfcee09d1" providerId="ADAL" clId="{9E925E74-D29A-4FF2-BA30-2DCB609A9627}" dt="2025-11-13T01:15:47.540" v="621" actId="404"/>
        <pc:sldMkLst>
          <pc:docMk/>
          <pc:sldMk cId="0" sldId="257"/>
        </pc:sldMkLst>
        <pc:spChg chg="mod">
          <ac:chgData name="Cesar Augusto Lopez Gallego" userId="0dfa9112-9251-4882-b472-cf2dfcee09d1" providerId="ADAL" clId="{9E925E74-D29A-4FF2-BA30-2DCB609A9627}" dt="2025-11-13T01:15:47.540" v="621" actId="404"/>
          <ac:spMkLst>
            <pc:docMk/>
            <pc:sldMk cId="0" sldId="257"/>
            <ac:spMk id="186" creationId="{00000000-0000-0000-0000-000000000000}"/>
          </ac:spMkLst>
        </pc:spChg>
      </pc:sldChg>
      <pc:sldChg chg="modSp mod">
        <pc:chgData name="Cesar Augusto Lopez Gallego" userId="0dfa9112-9251-4882-b472-cf2dfcee09d1" providerId="ADAL" clId="{9E925E74-D29A-4FF2-BA30-2DCB609A9627}" dt="2025-11-13T12:17:32.118" v="2388" actId="27636"/>
        <pc:sldMkLst>
          <pc:docMk/>
          <pc:sldMk cId="0" sldId="258"/>
        </pc:sldMkLst>
        <pc:spChg chg="mod">
          <ac:chgData name="Cesar Augusto Lopez Gallego" userId="0dfa9112-9251-4882-b472-cf2dfcee09d1" providerId="ADAL" clId="{9E925E74-D29A-4FF2-BA30-2DCB609A9627}" dt="2025-11-13T12:17:32.118" v="2388" actId="27636"/>
          <ac:spMkLst>
            <pc:docMk/>
            <pc:sldMk cId="0" sldId="258"/>
            <ac:spMk id="210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0:58:13.231" v="407" actId="403"/>
          <ac:spMkLst>
            <pc:docMk/>
            <pc:sldMk cId="0" sldId="258"/>
            <ac:spMk id="211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9E925E74-D29A-4FF2-BA30-2DCB609A9627}" dt="2025-11-13T12:17:32.126" v="2389" actId="27636"/>
        <pc:sldMkLst>
          <pc:docMk/>
          <pc:sldMk cId="0" sldId="260"/>
        </pc:sldMkLst>
        <pc:spChg chg="add mod">
          <ac:chgData name="Cesar Augusto Lopez Gallego" userId="0dfa9112-9251-4882-b472-cf2dfcee09d1" providerId="ADAL" clId="{9E925E74-D29A-4FF2-BA30-2DCB609A9627}" dt="2025-11-13T00:58:59.213" v="410" actId="208"/>
          <ac:spMkLst>
            <pc:docMk/>
            <pc:sldMk cId="0" sldId="260"/>
            <ac:spMk id="2" creationId="{09C5971F-1DC8-41F7-B64C-6938E7E03B90}"/>
          </ac:spMkLst>
        </pc:spChg>
        <pc:spChg chg="add mod">
          <ac:chgData name="Cesar Augusto Lopez Gallego" userId="0dfa9112-9251-4882-b472-cf2dfcee09d1" providerId="ADAL" clId="{9E925E74-D29A-4FF2-BA30-2DCB609A9627}" dt="2025-11-13T00:59:09.007" v="453" actId="14100"/>
          <ac:spMkLst>
            <pc:docMk/>
            <pc:sldMk cId="0" sldId="260"/>
            <ac:spMk id="6" creationId="{E9C37BC9-3A1F-45E3-9749-C6CDC1AF2789}"/>
          </ac:spMkLst>
        </pc:spChg>
        <pc:spChg chg="mod">
          <ac:chgData name="Cesar Augusto Lopez Gallego" userId="0dfa9112-9251-4882-b472-cf2dfcee09d1" providerId="ADAL" clId="{9E925E74-D29A-4FF2-BA30-2DCB609A9627}" dt="2025-11-13T12:17:32.126" v="2389" actId="27636"/>
          <ac:spMkLst>
            <pc:docMk/>
            <pc:sldMk cId="0" sldId="260"/>
            <ac:spMk id="245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0:50:40.395" v="100" actId="13926"/>
          <ac:spMkLst>
            <pc:docMk/>
            <pc:sldMk cId="0" sldId="260"/>
            <ac:spMk id="246" creationId="{00000000-0000-0000-0000-000000000000}"/>
          </ac:spMkLst>
        </pc:spChg>
      </pc:sldChg>
      <pc:sldChg chg="addSp delSp modSp mod">
        <pc:chgData name="Cesar Augusto Lopez Gallego" userId="0dfa9112-9251-4882-b472-cf2dfcee09d1" providerId="ADAL" clId="{9E925E74-D29A-4FF2-BA30-2DCB609A9627}" dt="2025-11-13T12:17:32.132" v="2390" actId="27636"/>
        <pc:sldMkLst>
          <pc:docMk/>
          <pc:sldMk cId="0" sldId="261"/>
        </pc:sldMkLst>
        <pc:spChg chg="mod">
          <ac:chgData name="Cesar Augusto Lopez Gallego" userId="0dfa9112-9251-4882-b472-cf2dfcee09d1" providerId="ADAL" clId="{9E925E74-D29A-4FF2-BA30-2DCB609A9627}" dt="2025-11-13T12:17:32.132" v="2390" actId="27636"/>
          <ac:spMkLst>
            <pc:docMk/>
            <pc:sldMk cId="0" sldId="261"/>
            <ac:spMk id="249" creationId="{00000000-0000-0000-0000-000000000000}"/>
          </ac:spMkLst>
        </pc:spChg>
        <pc:spChg chg="del">
          <ac:chgData name="Cesar Augusto Lopez Gallego" userId="0dfa9112-9251-4882-b472-cf2dfcee09d1" providerId="ADAL" clId="{9E925E74-D29A-4FF2-BA30-2DCB609A9627}" dt="2025-11-13T01:00:55.551" v="469" actId="478"/>
          <ac:spMkLst>
            <pc:docMk/>
            <pc:sldMk cId="0" sldId="261"/>
            <ac:spMk id="250" creationId="{00000000-0000-0000-0000-000000000000}"/>
          </ac:spMkLst>
        </pc:spChg>
        <pc:picChg chg="add mod">
          <ac:chgData name="Cesar Augusto Lopez Gallego" userId="0dfa9112-9251-4882-b472-cf2dfcee09d1" providerId="ADAL" clId="{9E925E74-D29A-4FF2-BA30-2DCB609A9627}" dt="2025-11-13T01:02:45.688" v="473" actId="1076"/>
          <ac:picMkLst>
            <pc:docMk/>
            <pc:sldMk cId="0" sldId="261"/>
            <ac:picMk id="3" creationId="{9227BEC0-4725-4776-B65A-EEBCA786CA20}"/>
          </ac:picMkLst>
        </pc:picChg>
        <pc:picChg chg="add mod">
          <ac:chgData name="Cesar Augusto Lopez Gallego" userId="0dfa9112-9251-4882-b472-cf2dfcee09d1" providerId="ADAL" clId="{9E925E74-D29A-4FF2-BA30-2DCB609A9627}" dt="2025-11-13T01:03:17.561" v="479" actId="14100"/>
          <ac:picMkLst>
            <pc:docMk/>
            <pc:sldMk cId="0" sldId="261"/>
            <ac:picMk id="5" creationId="{2474A860-1DC8-4175-B1B9-D2FF97089796}"/>
          </ac:picMkLst>
        </pc:picChg>
        <pc:picChg chg="del mod">
          <ac:chgData name="Cesar Augusto Lopez Gallego" userId="0dfa9112-9251-4882-b472-cf2dfcee09d1" providerId="ADAL" clId="{9E925E74-D29A-4FF2-BA30-2DCB609A9627}" dt="2025-11-13T01:00:55.551" v="469" actId="478"/>
          <ac:picMkLst>
            <pc:docMk/>
            <pc:sldMk cId="0" sldId="261"/>
            <ac:picMk id="252" creationId="{00000000-0000-0000-0000-000000000000}"/>
          </ac:picMkLst>
        </pc:picChg>
      </pc:sldChg>
      <pc:sldChg chg="addSp delSp modSp mod">
        <pc:chgData name="Cesar Augusto Lopez Gallego" userId="0dfa9112-9251-4882-b472-cf2dfcee09d1" providerId="ADAL" clId="{9E925E74-D29A-4FF2-BA30-2DCB609A9627}" dt="2025-11-13T12:17:32.136" v="2391" actId="27636"/>
        <pc:sldMkLst>
          <pc:docMk/>
          <pc:sldMk cId="0" sldId="262"/>
        </pc:sldMkLst>
        <pc:spChg chg="add del">
          <ac:chgData name="Cesar Augusto Lopez Gallego" userId="0dfa9112-9251-4882-b472-cf2dfcee09d1" providerId="ADAL" clId="{9E925E74-D29A-4FF2-BA30-2DCB609A9627}" dt="2025-11-13T01:08:34.663" v="563"/>
          <ac:spMkLst>
            <pc:docMk/>
            <pc:sldMk cId="0" sldId="262"/>
            <ac:spMk id="2" creationId="{4CA40178-B515-46D7-AC15-0ED0A941DF54}"/>
          </ac:spMkLst>
        </pc:spChg>
        <pc:spChg chg="add mod">
          <ac:chgData name="Cesar Augusto Lopez Gallego" userId="0dfa9112-9251-4882-b472-cf2dfcee09d1" providerId="ADAL" clId="{9E925E74-D29A-4FF2-BA30-2DCB609A9627}" dt="2025-11-13T01:11:57.642" v="596" actId="14100"/>
          <ac:spMkLst>
            <pc:docMk/>
            <pc:sldMk cId="0" sldId="262"/>
            <ac:spMk id="9" creationId="{2F246C75-836B-46BC-B327-04753146E8A7}"/>
          </ac:spMkLst>
        </pc:spChg>
        <pc:spChg chg="add del mod">
          <ac:chgData name="Cesar Augusto Lopez Gallego" userId="0dfa9112-9251-4882-b472-cf2dfcee09d1" providerId="ADAL" clId="{9E925E74-D29A-4FF2-BA30-2DCB609A9627}" dt="2025-11-13T01:11:42.645" v="593" actId="478"/>
          <ac:spMkLst>
            <pc:docMk/>
            <pc:sldMk cId="0" sldId="262"/>
            <ac:spMk id="10" creationId="{2F2D104E-F9F3-4C73-AADF-F488000F35C0}"/>
          </ac:spMkLst>
        </pc:spChg>
        <pc:spChg chg="mod">
          <ac:chgData name="Cesar Augusto Lopez Gallego" userId="0dfa9112-9251-4882-b472-cf2dfcee09d1" providerId="ADAL" clId="{9E925E74-D29A-4FF2-BA30-2DCB609A9627}" dt="2025-11-13T12:17:32.136" v="2391" actId="27636"/>
          <ac:spMkLst>
            <pc:docMk/>
            <pc:sldMk cId="0" sldId="262"/>
            <ac:spMk id="254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07:41.574" v="560" actId="20577"/>
          <ac:spMkLst>
            <pc:docMk/>
            <pc:sldMk cId="0" sldId="262"/>
            <ac:spMk id="255" creationId="{00000000-0000-0000-0000-000000000000}"/>
          </ac:spMkLst>
        </pc:spChg>
        <pc:spChg chg="del">
          <ac:chgData name="Cesar Augusto Lopez Gallego" userId="0dfa9112-9251-4882-b472-cf2dfcee09d1" providerId="ADAL" clId="{9E925E74-D29A-4FF2-BA30-2DCB609A9627}" dt="2025-11-13T01:06:57.928" v="545" actId="478"/>
          <ac:spMkLst>
            <pc:docMk/>
            <pc:sldMk cId="0" sldId="262"/>
            <ac:spMk id="257" creationId="{00000000-0000-0000-0000-000000000000}"/>
          </ac:spMkLst>
        </pc:spChg>
        <pc:picChg chg="add mod">
          <ac:chgData name="Cesar Augusto Lopez Gallego" userId="0dfa9112-9251-4882-b472-cf2dfcee09d1" providerId="ADAL" clId="{9E925E74-D29A-4FF2-BA30-2DCB609A9627}" dt="2025-11-13T01:12:56.525" v="603" actId="1076"/>
          <ac:picMkLst>
            <pc:docMk/>
            <pc:sldMk cId="0" sldId="262"/>
            <ac:picMk id="5" creationId="{2E10A321-57F9-4B40-BD4C-9E46AA6C7989}"/>
          </ac:picMkLst>
        </pc:picChg>
        <pc:picChg chg="mod">
          <ac:chgData name="Cesar Augusto Lopez Gallego" userId="0dfa9112-9251-4882-b472-cf2dfcee09d1" providerId="ADAL" clId="{9E925E74-D29A-4FF2-BA30-2DCB609A9627}" dt="2025-11-13T01:12:46.135" v="600" actId="1076"/>
          <ac:picMkLst>
            <pc:docMk/>
            <pc:sldMk cId="0" sldId="262"/>
            <ac:picMk id="256" creationId="{00000000-0000-0000-0000-000000000000}"/>
          </ac:picMkLst>
        </pc:picChg>
        <pc:picChg chg="del mod">
          <ac:chgData name="Cesar Augusto Lopez Gallego" userId="0dfa9112-9251-4882-b472-cf2dfcee09d1" providerId="ADAL" clId="{9E925E74-D29A-4FF2-BA30-2DCB609A9627}" dt="2025-11-13T01:06:57.928" v="545" actId="478"/>
          <ac:picMkLst>
            <pc:docMk/>
            <pc:sldMk cId="0" sldId="262"/>
            <ac:picMk id="258" creationId="{00000000-0000-0000-0000-000000000000}"/>
          </ac:picMkLst>
        </pc:picChg>
      </pc:sldChg>
      <pc:sldChg chg="del">
        <pc:chgData name="Cesar Augusto Lopez Gallego" userId="0dfa9112-9251-4882-b472-cf2dfcee09d1" providerId="ADAL" clId="{9E925E74-D29A-4FF2-BA30-2DCB609A9627}" dt="2025-11-13T01:10:59.629" v="588" actId="47"/>
        <pc:sldMkLst>
          <pc:docMk/>
          <pc:sldMk cId="0" sldId="263"/>
        </pc:sldMkLst>
      </pc:sldChg>
      <pc:sldChg chg="del">
        <pc:chgData name="Cesar Augusto Lopez Gallego" userId="0dfa9112-9251-4882-b472-cf2dfcee09d1" providerId="ADAL" clId="{9E925E74-D29A-4FF2-BA30-2DCB609A9627}" dt="2025-11-13T01:14:42.265" v="604" actId="2696"/>
        <pc:sldMkLst>
          <pc:docMk/>
          <pc:sldMk cId="0" sldId="264"/>
        </pc:sldMkLst>
      </pc:sldChg>
      <pc:sldChg chg="delSp modSp mod ord">
        <pc:chgData name="Cesar Augusto Lopez Gallego" userId="0dfa9112-9251-4882-b472-cf2dfcee09d1" providerId="ADAL" clId="{9E925E74-D29A-4FF2-BA30-2DCB609A9627}" dt="2025-11-13T12:17:32.136" v="2392" actId="27636"/>
        <pc:sldMkLst>
          <pc:docMk/>
          <pc:sldMk cId="0" sldId="265"/>
        </pc:sldMkLst>
        <pc:spChg chg="mod">
          <ac:chgData name="Cesar Augusto Lopez Gallego" userId="0dfa9112-9251-4882-b472-cf2dfcee09d1" providerId="ADAL" clId="{9E925E74-D29A-4FF2-BA30-2DCB609A9627}" dt="2025-11-13T12:17:32.136" v="2392" actId="27636"/>
          <ac:spMkLst>
            <pc:docMk/>
            <pc:sldMk cId="0" sldId="265"/>
            <ac:spMk id="279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1:17:26.578" v="630" actId="1076"/>
          <ac:picMkLst>
            <pc:docMk/>
            <pc:sldMk cId="0" sldId="265"/>
            <ac:picMk id="278" creationId="{00000000-0000-0000-0000-000000000000}"/>
          </ac:picMkLst>
        </pc:picChg>
        <pc:picChg chg="del mod">
          <ac:chgData name="Cesar Augusto Lopez Gallego" userId="0dfa9112-9251-4882-b472-cf2dfcee09d1" providerId="ADAL" clId="{9E925E74-D29A-4FF2-BA30-2DCB609A9627}" dt="2025-11-13T01:14:54.511" v="607" actId="478"/>
          <ac:picMkLst>
            <pc:docMk/>
            <pc:sldMk cId="0" sldId="265"/>
            <ac:picMk id="281" creationId="{00000000-0000-0000-0000-000000000000}"/>
          </ac:picMkLst>
        </pc:picChg>
      </pc:sldChg>
      <pc:sldChg chg="del">
        <pc:chgData name="Cesar Augusto Lopez Gallego" userId="0dfa9112-9251-4882-b472-cf2dfcee09d1" providerId="ADAL" clId="{9E925E74-D29A-4FF2-BA30-2DCB609A9627}" dt="2025-11-13T01:33:40.891" v="1186" actId="47"/>
        <pc:sldMkLst>
          <pc:docMk/>
          <pc:sldMk cId="0" sldId="266"/>
        </pc:sldMkLst>
      </pc:sldChg>
      <pc:sldChg chg="del">
        <pc:chgData name="Cesar Augusto Lopez Gallego" userId="0dfa9112-9251-4882-b472-cf2dfcee09d1" providerId="ADAL" clId="{9E925E74-D29A-4FF2-BA30-2DCB609A9627}" dt="2025-11-13T01:41:59.056" v="1441" actId="47"/>
        <pc:sldMkLst>
          <pc:docMk/>
          <pc:sldMk cId="0" sldId="267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68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1720228046" sldId="268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69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261512028" sldId="269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0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955528196" sldId="270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1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1430938047" sldId="271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2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442137583" sldId="272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3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930403880" sldId="273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4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706736194" sldId="274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2375052096" sldId="275"/>
        </pc:sldMkLst>
        <pc:spChg chg="mod">
          <ac:chgData name="Cesar Augusto Lopez Gallego" userId="0dfa9112-9251-4882-b472-cf2dfcee09d1" providerId="ADAL" clId="{9E925E74-D29A-4FF2-BA30-2DCB609A9627}" dt="2025-11-13T02:02:24.554" v="1571" actId="14100"/>
          <ac:spMkLst>
            <pc:docMk/>
            <pc:sldMk cId="2375052096" sldId="275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2:02:42.732" v="1575" actId="1076"/>
          <ac:spMkLst>
            <pc:docMk/>
            <pc:sldMk cId="2375052096" sldId="275"/>
            <ac:spMk id="3" creationId="{00000000-0000-0000-0000-00000000000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526096086" sldId="275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6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776428265" sldId="276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55511864" sldId="277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3839430595" sldId="277"/>
        </pc:sldMkLst>
        <pc:spChg chg="mod">
          <ac:chgData name="Cesar Augusto Lopez Gallego" userId="0dfa9112-9251-4882-b472-cf2dfcee09d1" providerId="ADAL" clId="{9E925E74-D29A-4FF2-BA30-2DCB609A9627}" dt="2025-11-13T01:57:25.033" v="1508" actId="20577"/>
          <ac:spMkLst>
            <pc:docMk/>
            <pc:sldMk cId="3839430595" sldId="277"/>
            <ac:spMk id="2" creationId="{00000000-0000-0000-0000-000000000000}"/>
          </ac:spMkLst>
        </pc:spChg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8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981496190" sldId="278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9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638958673" sldId="279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80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23510329" sldId="280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81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651586391" sldId="281"/>
        </pc:sldMkLst>
      </pc:sldChg>
      <pc:sldChg chg="addSp modSp add">
        <pc:chgData name="Cesar Augusto Lopez Gallego" userId="0dfa9112-9251-4882-b472-cf2dfcee09d1" providerId="ADAL" clId="{9E925E74-D29A-4FF2-BA30-2DCB609A9627}" dt="2025-11-13T00:44:51.637" v="47" actId="1076"/>
        <pc:sldMkLst>
          <pc:docMk/>
          <pc:sldMk cId="888059508" sldId="282"/>
        </pc:sldMkLst>
        <pc:picChg chg="add mod">
          <ac:chgData name="Cesar Augusto Lopez Gallego" userId="0dfa9112-9251-4882-b472-cf2dfcee09d1" providerId="ADAL" clId="{9E925E74-D29A-4FF2-BA30-2DCB609A9627}" dt="2025-11-13T00:44:51.637" v="47" actId="1076"/>
          <ac:picMkLst>
            <pc:docMk/>
            <pc:sldMk cId="888059508" sldId="282"/>
            <ac:picMk id="1026" creationId="{2D6F7F80-667A-49E2-AA2B-8431F85D4D03}"/>
          </ac:picMkLst>
        </pc:picChg>
      </pc:sldChg>
      <pc:sldChg chg="addSp delSp modSp new mod">
        <pc:chgData name="Cesar Augusto Lopez Gallego" userId="0dfa9112-9251-4882-b472-cf2dfcee09d1" providerId="ADAL" clId="{9E925E74-D29A-4FF2-BA30-2DCB609A9627}" dt="2025-11-13T01:00:20.407" v="468" actId="13926"/>
        <pc:sldMkLst>
          <pc:docMk/>
          <pc:sldMk cId="3781840673" sldId="283"/>
        </pc:sldMkLst>
        <pc:spChg chg="add mod">
          <ac:chgData name="Cesar Augusto Lopez Gallego" userId="0dfa9112-9251-4882-b472-cf2dfcee09d1" providerId="ADAL" clId="{9E925E74-D29A-4FF2-BA30-2DCB609A9627}" dt="2025-11-13T01:00:20.407" v="468" actId="13926"/>
          <ac:spMkLst>
            <pc:docMk/>
            <pc:sldMk cId="3781840673" sldId="283"/>
            <ac:spMk id="3" creationId="{05A34019-A961-41FB-96D0-AC2BAD59E719}"/>
          </ac:spMkLst>
        </pc:spChg>
        <pc:spChg chg="add mod">
          <ac:chgData name="Cesar Augusto Lopez Gallego" userId="0dfa9112-9251-4882-b472-cf2dfcee09d1" providerId="ADAL" clId="{9E925E74-D29A-4FF2-BA30-2DCB609A9627}" dt="2025-11-13T00:54:00.470" v="138" actId="20577"/>
          <ac:spMkLst>
            <pc:docMk/>
            <pc:sldMk cId="3781840673" sldId="283"/>
            <ac:spMk id="4" creationId="{7224553E-C0E7-4B92-93F6-8B77B4BEDF4F}"/>
          </ac:spMkLst>
        </pc:spChg>
        <pc:spChg chg="add del">
          <ac:chgData name="Cesar Augusto Lopez Gallego" userId="0dfa9112-9251-4882-b472-cf2dfcee09d1" providerId="ADAL" clId="{9E925E74-D29A-4FF2-BA30-2DCB609A9627}" dt="2025-11-13T01:00:03.536" v="465"/>
          <ac:spMkLst>
            <pc:docMk/>
            <pc:sldMk cId="3781840673" sldId="283"/>
            <ac:spMk id="5" creationId="{6EE4FEB5-5941-408A-8AA0-6FBCF37A84C9}"/>
          </ac:spMkLst>
        </pc:spChg>
      </pc:sldChg>
      <pc:sldChg chg="modSp mod">
        <pc:chgData name="Cesar Augusto Lopez Gallego" userId="0dfa9112-9251-4882-b472-cf2dfcee09d1" providerId="ADAL" clId="{9E925E74-D29A-4FF2-BA30-2DCB609A9627}" dt="2025-11-13T01:56:17.894" v="1500" actId="20577"/>
        <pc:sldMkLst>
          <pc:docMk/>
          <pc:sldMk cId="3966505" sldId="284"/>
        </pc:sldMkLst>
        <pc:spChg chg="mod">
          <ac:chgData name="Cesar Augusto Lopez Gallego" userId="0dfa9112-9251-4882-b472-cf2dfcee09d1" providerId="ADAL" clId="{9E925E74-D29A-4FF2-BA30-2DCB609A9627}" dt="2025-11-13T01:56:17.894" v="1500" actId="20577"/>
          <ac:spMkLst>
            <pc:docMk/>
            <pc:sldMk cId="3966505" sldId="284"/>
            <ac:spMk id="2" creationId="{00000000-0000-0000-0000-000000000000}"/>
          </ac:spMkLst>
        </pc:spChg>
      </pc:sldChg>
      <pc:sldChg chg="addSp modSp add mod">
        <pc:chgData name="Cesar Augusto Lopez Gallego" userId="0dfa9112-9251-4882-b472-cf2dfcee09d1" providerId="ADAL" clId="{9E925E74-D29A-4FF2-BA30-2DCB609A9627}" dt="2025-11-13T02:01:46.317" v="1560" actId="20577"/>
        <pc:sldMkLst>
          <pc:docMk/>
          <pc:sldMk cId="2733371421" sldId="286"/>
        </pc:sldMkLst>
        <pc:spChg chg="add mod">
          <ac:chgData name="Cesar Augusto Lopez Gallego" userId="0dfa9112-9251-4882-b472-cf2dfcee09d1" providerId="ADAL" clId="{9E925E74-D29A-4FF2-BA30-2DCB609A9627}" dt="2025-11-13T02:01:46.317" v="1560" actId="20577"/>
          <ac:spMkLst>
            <pc:docMk/>
            <pc:sldMk cId="2733371421" sldId="286"/>
            <ac:spMk id="10" creationId="{D77F3553-65DC-474D-92E0-DA18764D374F}"/>
          </ac:spMkLst>
        </pc:spChg>
      </pc:sldChg>
      <pc:sldChg chg="addSp modSp add mod">
        <pc:chgData name="Cesar Augusto Lopez Gallego" userId="0dfa9112-9251-4882-b472-cf2dfcee09d1" providerId="ADAL" clId="{9E925E74-D29A-4FF2-BA30-2DCB609A9627}" dt="2025-11-13T01:15:38.623" v="619" actId="404"/>
        <pc:sldMkLst>
          <pc:docMk/>
          <pc:sldMk cId="0" sldId="290"/>
        </pc:sldMkLst>
        <pc:spChg chg="add mod">
          <ac:chgData name="Cesar Augusto Lopez Gallego" userId="0dfa9112-9251-4882-b472-cf2dfcee09d1" providerId="ADAL" clId="{9E925E74-D29A-4FF2-BA30-2DCB609A9627}" dt="2025-11-13T01:05:09.200" v="540" actId="403"/>
          <ac:spMkLst>
            <pc:docMk/>
            <pc:sldMk cId="0" sldId="290"/>
            <ac:spMk id="2" creationId="{C9728C7B-8098-44AC-BB43-D087AB34F51F}"/>
          </ac:spMkLst>
        </pc:spChg>
        <pc:spChg chg="mod">
          <ac:chgData name="Cesar Augusto Lopez Gallego" userId="0dfa9112-9251-4882-b472-cf2dfcee09d1" providerId="ADAL" clId="{9E925E74-D29A-4FF2-BA30-2DCB609A9627}" dt="2025-11-13T01:15:38.623" v="619" actId="404"/>
          <ac:spMkLst>
            <pc:docMk/>
            <pc:sldMk cId="0" sldId="290"/>
            <ac:spMk id="93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1:04:36.155" v="498" actId="1076"/>
          <ac:picMkLst>
            <pc:docMk/>
            <pc:sldMk cId="0" sldId="290"/>
            <ac:picMk id="92" creationId="{00000000-0000-0000-0000-000000000000}"/>
          </ac:picMkLst>
        </pc:picChg>
      </pc:sldChg>
      <pc:sldChg chg="add">
        <pc:chgData name="Cesar Augusto Lopez Gallego" userId="0dfa9112-9251-4882-b472-cf2dfcee09d1" providerId="ADAL" clId="{9E925E74-D29A-4FF2-BA30-2DCB609A9627}" dt="2025-11-13T01:05:24.493" v="541"/>
        <pc:sldMkLst>
          <pc:docMk/>
          <pc:sldMk cId="3239377858" sldId="291"/>
        </pc:sldMkLst>
      </pc:sldChg>
      <pc:sldChg chg="add del">
        <pc:chgData name="Cesar Augusto Lopez Gallego" userId="0dfa9112-9251-4882-b472-cf2dfcee09d1" providerId="ADAL" clId="{9E925E74-D29A-4FF2-BA30-2DCB609A9627}" dt="2025-11-13T01:06:38.245" v="543" actId="47"/>
        <pc:sldMkLst>
          <pc:docMk/>
          <pc:sldMk cId="2567770254" sldId="292"/>
        </pc:sldMkLst>
      </pc:sldChg>
      <pc:sldChg chg="modSp mod">
        <pc:chgData name="Cesar Augusto Lopez Gallego" userId="0dfa9112-9251-4882-b472-cf2dfcee09d1" providerId="ADAL" clId="{9E925E74-D29A-4FF2-BA30-2DCB609A9627}" dt="2025-11-13T01:20:47.939" v="638" actId="14100"/>
        <pc:sldMkLst>
          <pc:docMk/>
          <pc:sldMk cId="2599519848" sldId="292"/>
        </pc:sldMkLst>
        <pc:spChg chg="mod">
          <ac:chgData name="Cesar Augusto Lopez Gallego" userId="0dfa9112-9251-4882-b472-cf2dfcee09d1" providerId="ADAL" clId="{9E925E74-D29A-4FF2-BA30-2DCB609A9627}" dt="2025-11-13T01:20:47.939" v="638" actId="14100"/>
          <ac:spMkLst>
            <pc:docMk/>
            <pc:sldMk cId="2599519848" sldId="292"/>
            <ac:spMk id="5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9E925E74-D29A-4FF2-BA30-2DCB609A9627}" dt="2025-11-13T01:21:51.405" v="699" actId="1076"/>
        <pc:sldMkLst>
          <pc:docMk/>
          <pc:sldMk cId="3349851114" sldId="293"/>
        </pc:sldMkLst>
        <pc:spChg chg="mod">
          <ac:chgData name="Cesar Augusto Lopez Gallego" userId="0dfa9112-9251-4882-b472-cf2dfcee09d1" providerId="ADAL" clId="{9E925E74-D29A-4FF2-BA30-2DCB609A9627}" dt="2025-11-13T01:19:03.311" v="635" actId="20577"/>
          <ac:spMkLst>
            <pc:docMk/>
            <pc:sldMk cId="3349851114" sldId="293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18:55.807" v="633" actId="14100"/>
          <ac:spMkLst>
            <pc:docMk/>
            <pc:sldMk cId="3349851114" sldId="293"/>
            <ac:spMk id="3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19:19.359" v="637" actId="14100"/>
          <ac:spMkLst>
            <pc:docMk/>
            <pc:sldMk cId="3349851114" sldId="293"/>
            <ac:spMk id="8" creationId="{00000000-0000-0000-0000-000000000000}"/>
          </ac:spMkLst>
        </pc:spChg>
        <pc:spChg chg="add mod">
          <ac:chgData name="Cesar Augusto Lopez Gallego" userId="0dfa9112-9251-4882-b472-cf2dfcee09d1" providerId="ADAL" clId="{9E925E74-D29A-4FF2-BA30-2DCB609A9627}" dt="2025-11-13T01:21:51.405" v="699" actId="1076"/>
          <ac:spMkLst>
            <pc:docMk/>
            <pc:sldMk cId="3349851114" sldId="293"/>
            <ac:spMk id="10" creationId="{9D431806-6FDD-4BAF-8F8A-E6C7E948FA3B}"/>
          </ac:spMkLst>
        </pc:spChg>
        <pc:picChg chg="add mod">
          <ac:chgData name="Cesar Augusto Lopez Gallego" userId="0dfa9112-9251-4882-b472-cf2dfcee09d1" providerId="ADAL" clId="{9E925E74-D29A-4FF2-BA30-2DCB609A9627}" dt="2025-11-13T01:21:51.405" v="699" actId="1076"/>
          <ac:picMkLst>
            <pc:docMk/>
            <pc:sldMk cId="3349851114" sldId="293"/>
            <ac:picMk id="9" creationId="{0D2D7EFB-E468-49C6-A4C9-86A9D410DA2D}"/>
          </ac:picMkLst>
        </pc:picChg>
      </pc:sldChg>
      <pc:sldChg chg="addSp delSp modSp new mod">
        <pc:chgData name="Cesar Augusto Lopez Gallego" userId="0dfa9112-9251-4882-b472-cf2dfcee09d1" providerId="ADAL" clId="{9E925E74-D29A-4FF2-BA30-2DCB609A9627}" dt="2025-11-13T01:33:10.819" v="1185" actId="20577"/>
        <pc:sldMkLst>
          <pc:docMk/>
          <pc:sldMk cId="3609854810" sldId="294"/>
        </pc:sldMkLst>
        <pc:spChg chg="mod">
          <ac:chgData name="Cesar Augusto Lopez Gallego" userId="0dfa9112-9251-4882-b472-cf2dfcee09d1" providerId="ADAL" clId="{9E925E74-D29A-4FF2-BA30-2DCB609A9627}" dt="2025-11-13T01:24:50.145" v="914" actId="20577"/>
          <ac:spMkLst>
            <pc:docMk/>
            <pc:sldMk cId="3609854810" sldId="294"/>
            <ac:spMk id="2" creationId="{13CE9D49-9F2B-4E94-92D6-FFA6635C125B}"/>
          </ac:spMkLst>
        </pc:spChg>
        <pc:spChg chg="del">
          <ac:chgData name="Cesar Augusto Lopez Gallego" userId="0dfa9112-9251-4882-b472-cf2dfcee09d1" providerId="ADAL" clId="{9E925E74-D29A-4FF2-BA30-2DCB609A9627}" dt="2025-11-13T01:22:05.495" v="701" actId="478"/>
          <ac:spMkLst>
            <pc:docMk/>
            <pc:sldMk cId="3609854810" sldId="294"/>
            <ac:spMk id="3" creationId="{A7D496D7-443C-4858-A212-7B18ABCDB9CA}"/>
          </ac:spMkLst>
        </pc:spChg>
        <pc:spChg chg="del">
          <ac:chgData name="Cesar Augusto Lopez Gallego" userId="0dfa9112-9251-4882-b472-cf2dfcee09d1" providerId="ADAL" clId="{9E925E74-D29A-4FF2-BA30-2DCB609A9627}" dt="2025-11-13T01:22:05.495" v="701" actId="478"/>
          <ac:spMkLst>
            <pc:docMk/>
            <pc:sldMk cId="3609854810" sldId="294"/>
            <ac:spMk id="4" creationId="{E0DCC266-3C55-4D8B-9282-05EA786C8DC2}"/>
          </ac:spMkLst>
        </pc:spChg>
        <pc:spChg chg="add del">
          <ac:chgData name="Cesar Augusto Lopez Gallego" userId="0dfa9112-9251-4882-b472-cf2dfcee09d1" providerId="ADAL" clId="{9E925E74-D29A-4FF2-BA30-2DCB609A9627}" dt="2025-11-13T01:28:59.421" v="935"/>
          <ac:spMkLst>
            <pc:docMk/>
            <pc:sldMk cId="3609854810" sldId="294"/>
            <ac:spMk id="15" creationId="{6320F840-A02E-4535-AABD-6FA59EB68540}"/>
          </ac:spMkLst>
        </pc:spChg>
        <pc:spChg chg="add mod">
          <ac:chgData name="Cesar Augusto Lopez Gallego" userId="0dfa9112-9251-4882-b472-cf2dfcee09d1" providerId="ADAL" clId="{9E925E74-D29A-4FF2-BA30-2DCB609A9627}" dt="2025-11-13T01:31:21.662" v="1006" actId="13926"/>
          <ac:spMkLst>
            <pc:docMk/>
            <pc:sldMk cId="3609854810" sldId="294"/>
            <ac:spMk id="17" creationId="{12459343-B74B-45FC-BE6F-45527B8D9277}"/>
          </ac:spMkLst>
        </pc:spChg>
        <pc:spChg chg="add mod">
          <ac:chgData name="Cesar Augusto Lopez Gallego" userId="0dfa9112-9251-4882-b472-cf2dfcee09d1" providerId="ADAL" clId="{9E925E74-D29A-4FF2-BA30-2DCB609A9627}" dt="2025-11-13T01:33:10.819" v="1185" actId="20577"/>
          <ac:spMkLst>
            <pc:docMk/>
            <pc:sldMk cId="3609854810" sldId="294"/>
            <ac:spMk id="18" creationId="{8B9AD1B6-F674-4C88-BEAB-5FB9F6990B21}"/>
          </ac:spMkLst>
        </pc:spChg>
        <pc:picChg chg="add mod">
          <ac:chgData name="Cesar Augusto Lopez Gallego" userId="0dfa9112-9251-4882-b472-cf2dfcee09d1" providerId="ADAL" clId="{9E925E74-D29A-4FF2-BA30-2DCB609A9627}" dt="2025-11-13T01:24:22.609" v="877" actId="1076"/>
          <ac:picMkLst>
            <pc:docMk/>
            <pc:sldMk cId="3609854810" sldId="294"/>
            <ac:picMk id="6" creationId="{36727316-3584-45C7-A693-838CCB737DDA}"/>
          </ac:picMkLst>
        </pc:picChg>
        <pc:picChg chg="add del mod">
          <ac:chgData name="Cesar Augusto Lopez Gallego" userId="0dfa9112-9251-4882-b472-cf2dfcee09d1" providerId="ADAL" clId="{9E925E74-D29A-4FF2-BA30-2DCB609A9627}" dt="2025-11-13T01:25:46.217" v="920" actId="22"/>
          <ac:picMkLst>
            <pc:docMk/>
            <pc:sldMk cId="3609854810" sldId="294"/>
            <ac:picMk id="8" creationId="{DF035019-F0C6-4547-8867-2A1C7E0691D5}"/>
          </ac:picMkLst>
        </pc:picChg>
        <pc:picChg chg="add del mod">
          <ac:chgData name="Cesar Augusto Lopez Gallego" userId="0dfa9112-9251-4882-b472-cf2dfcee09d1" providerId="ADAL" clId="{9E925E74-D29A-4FF2-BA30-2DCB609A9627}" dt="2025-11-13T01:26:52.206" v="930" actId="478"/>
          <ac:picMkLst>
            <pc:docMk/>
            <pc:sldMk cId="3609854810" sldId="294"/>
            <ac:picMk id="10" creationId="{EEEE47F0-3C97-461E-AB6B-9C4BDD2EA100}"/>
          </ac:picMkLst>
        </pc:picChg>
        <pc:picChg chg="add del mod">
          <ac:chgData name="Cesar Augusto Lopez Gallego" userId="0dfa9112-9251-4882-b472-cf2dfcee09d1" providerId="ADAL" clId="{9E925E74-D29A-4FF2-BA30-2DCB609A9627}" dt="2025-11-13T01:26:52.206" v="930" actId="478"/>
          <ac:picMkLst>
            <pc:docMk/>
            <pc:sldMk cId="3609854810" sldId="294"/>
            <ac:picMk id="12" creationId="{CD8E63DB-446B-4B37-8A63-89F7599AA61D}"/>
          </ac:picMkLst>
        </pc:picChg>
        <pc:picChg chg="add mod">
          <ac:chgData name="Cesar Augusto Lopez Gallego" userId="0dfa9112-9251-4882-b472-cf2dfcee09d1" providerId="ADAL" clId="{9E925E74-D29A-4FF2-BA30-2DCB609A9627}" dt="2025-11-13T01:29:35.884" v="943" actId="1076"/>
          <ac:picMkLst>
            <pc:docMk/>
            <pc:sldMk cId="3609854810" sldId="294"/>
            <ac:picMk id="14" creationId="{703D88BB-7BFC-4251-B11C-0852AB9BF5F2}"/>
          </ac:picMkLst>
        </pc:picChg>
      </pc:sldChg>
      <pc:sldChg chg="addSp delSp modSp new add del mod modClrScheme chgLayout">
        <pc:chgData name="Cesar Augusto Lopez Gallego" userId="0dfa9112-9251-4882-b472-cf2dfcee09d1" providerId="ADAL" clId="{9E925E74-D29A-4FF2-BA30-2DCB609A9627}" dt="2025-11-13T12:20:58.115" v="2496" actId="20577"/>
        <pc:sldMkLst>
          <pc:docMk/>
          <pc:sldMk cId="1644695398" sldId="295"/>
        </pc:sldMkLst>
        <pc:spChg chg="add mod">
          <ac:chgData name="Cesar Augusto Lopez Gallego" userId="0dfa9112-9251-4882-b472-cf2dfcee09d1" providerId="ADAL" clId="{9E925E74-D29A-4FF2-BA30-2DCB609A9627}" dt="2025-11-13T12:20:37.913" v="2491" actId="404"/>
          <ac:spMkLst>
            <pc:docMk/>
            <pc:sldMk cId="1644695398" sldId="295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20:58.115" v="2496" actId="20577"/>
          <ac:spMkLst>
            <pc:docMk/>
            <pc:sldMk cId="1644695398" sldId="295"/>
            <ac:spMk id="4" creationId="{C96040AD-4DA1-4AD0-8268-6E13612BA368}"/>
          </ac:spMkLst>
        </pc:spChg>
        <pc:spChg chg="add mod">
          <ac:chgData name="Cesar Augusto Lopez Gallego" userId="0dfa9112-9251-4882-b472-cf2dfcee09d1" providerId="ADAL" clId="{9E925E74-D29A-4FF2-BA30-2DCB609A9627}" dt="2025-11-13T02:26:02.045" v="2027" actId="207"/>
          <ac:spMkLst>
            <pc:docMk/>
            <pc:sldMk cId="1644695398" sldId="295"/>
            <ac:spMk id="6" creationId="{564D2D27-5BC2-4DD3-B416-D2BA19765F5D}"/>
          </ac:spMkLst>
        </pc:spChg>
        <pc:spChg chg="add mod">
          <ac:chgData name="Cesar Augusto Lopez Gallego" userId="0dfa9112-9251-4882-b472-cf2dfcee09d1" providerId="ADAL" clId="{9E925E74-D29A-4FF2-BA30-2DCB609A9627}" dt="2025-11-13T02:28:41.556" v="2087" actId="1076"/>
          <ac:spMkLst>
            <pc:docMk/>
            <pc:sldMk cId="1644695398" sldId="295"/>
            <ac:spMk id="8" creationId="{149677B9-184C-4883-B784-B47E2C83466D}"/>
          </ac:spMkLst>
        </pc:spChg>
        <pc:spChg chg="add del">
          <ac:chgData name="Cesar Augusto Lopez Gallego" userId="0dfa9112-9251-4882-b472-cf2dfcee09d1" providerId="ADAL" clId="{9E925E74-D29A-4FF2-BA30-2DCB609A9627}" dt="2025-11-13T02:28:52.177" v="2089" actId="11529"/>
          <ac:spMkLst>
            <pc:docMk/>
            <pc:sldMk cId="1644695398" sldId="295"/>
            <ac:spMk id="9" creationId="{123B83A6-2409-47B9-A864-D5B3A0420F28}"/>
          </ac:spMkLst>
        </pc:spChg>
        <pc:spChg chg="add del">
          <ac:chgData name="Cesar Augusto Lopez Gallego" userId="0dfa9112-9251-4882-b472-cf2dfcee09d1" providerId="ADAL" clId="{9E925E74-D29A-4FF2-BA30-2DCB609A9627}" dt="2025-11-13T02:29:03.302" v="2091" actId="11529"/>
          <ac:spMkLst>
            <pc:docMk/>
            <pc:sldMk cId="1644695398" sldId="295"/>
            <ac:spMk id="10" creationId="{80F9FEFF-2F0D-4972-8BC1-53A4A657F5B6}"/>
          </ac:spMkLst>
        </pc:spChg>
        <pc:spChg chg="add mod">
          <ac:chgData name="Cesar Augusto Lopez Gallego" userId="0dfa9112-9251-4882-b472-cf2dfcee09d1" providerId="ADAL" clId="{9E925E74-D29A-4FF2-BA30-2DCB609A9627}" dt="2025-11-13T02:31:47.069" v="2168" actId="20577"/>
          <ac:spMkLst>
            <pc:docMk/>
            <pc:sldMk cId="1644695398" sldId="295"/>
            <ac:spMk id="20" creationId="{B4B7379A-92E1-4EBC-97BE-AB7C1A354519}"/>
          </ac:spMkLst>
        </pc:spChg>
        <pc:cxnChg chg="add del mod">
          <ac:chgData name="Cesar Augusto Lopez Gallego" userId="0dfa9112-9251-4882-b472-cf2dfcee09d1" providerId="ADAL" clId="{9E925E74-D29A-4FF2-BA30-2DCB609A9627}" dt="2025-11-13T02:29:14.106" v="2094" actId="478"/>
          <ac:cxnSpMkLst>
            <pc:docMk/>
            <pc:sldMk cId="1644695398" sldId="295"/>
            <ac:cxnSpMk id="12" creationId="{9D5714E4-67F9-4CC5-9573-C108D3930271}"/>
          </ac:cxnSpMkLst>
        </pc:cxnChg>
        <pc:cxnChg chg="add mod">
          <ac:chgData name="Cesar Augusto Lopez Gallego" userId="0dfa9112-9251-4882-b472-cf2dfcee09d1" providerId="ADAL" clId="{9E925E74-D29A-4FF2-BA30-2DCB609A9627}" dt="2025-11-13T02:30:06.356" v="2106" actId="108"/>
          <ac:cxnSpMkLst>
            <pc:docMk/>
            <pc:sldMk cId="1644695398" sldId="295"/>
            <ac:cxnSpMk id="15" creationId="{CF519745-FB09-4104-9081-FAF6CCFEDDC5}"/>
          </ac:cxnSpMkLst>
        </pc:cxnChg>
        <pc:cxnChg chg="add mod">
          <ac:chgData name="Cesar Augusto Lopez Gallego" userId="0dfa9112-9251-4882-b472-cf2dfcee09d1" providerId="ADAL" clId="{9E925E74-D29A-4FF2-BA30-2DCB609A9627}" dt="2025-11-13T02:29:58.742" v="2105" actId="13822"/>
          <ac:cxnSpMkLst>
            <pc:docMk/>
            <pc:sldMk cId="1644695398" sldId="295"/>
            <ac:cxnSpMk id="18" creationId="{29123777-9D08-4D95-A1EA-31F8EAF87339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542087811" sldId="296"/>
        </pc:sldMkLst>
      </pc:sldChg>
      <pc:sldChg chg="add del">
        <pc:chgData name="Cesar Augusto Lopez Gallego" userId="0dfa9112-9251-4882-b472-cf2dfcee09d1" providerId="ADAL" clId="{9E925E74-D29A-4FF2-BA30-2DCB609A9627}" dt="2025-11-13T01:39:19.549" v="1297" actId="2696"/>
        <pc:sldMkLst>
          <pc:docMk/>
          <pc:sldMk cId="1191823291" sldId="296"/>
        </pc:sldMkLst>
      </pc:sldChg>
      <pc:sldChg chg="add">
        <pc:chgData name="Cesar Augusto Lopez Gallego" userId="0dfa9112-9251-4882-b472-cf2dfcee09d1" providerId="ADAL" clId="{9E925E74-D29A-4FF2-BA30-2DCB609A9627}" dt="2025-11-13T01:39:25.120" v="1298"/>
        <pc:sldMkLst>
          <pc:docMk/>
          <pc:sldMk cId="2489369164" sldId="296"/>
        </pc:sldMkLst>
      </pc:sldChg>
      <pc:sldChg chg="addSp delSp modSp add mod ord">
        <pc:chgData name="Cesar Augusto Lopez Gallego" userId="0dfa9112-9251-4882-b472-cf2dfcee09d1" providerId="ADAL" clId="{9E925E74-D29A-4FF2-BA30-2DCB609A9627}" dt="2025-11-13T12:21:30.561" v="2515" actId="313"/>
        <pc:sldMkLst>
          <pc:docMk/>
          <pc:sldMk cId="1042474111" sldId="297"/>
        </pc:sldMkLst>
        <pc:spChg chg="mod">
          <ac:chgData name="Cesar Augusto Lopez Gallego" userId="0dfa9112-9251-4882-b472-cf2dfcee09d1" providerId="ADAL" clId="{9E925E74-D29A-4FF2-BA30-2DCB609A9627}" dt="2025-11-13T02:12:37.734" v="1663" actId="20577"/>
          <ac:spMkLst>
            <pc:docMk/>
            <pc:sldMk cId="1042474111" sldId="297"/>
            <ac:spMk id="2" creationId="{26ACF3C1-8A29-4E0E-971A-1BA8AD797D9C}"/>
          </ac:spMkLst>
        </pc:spChg>
        <pc:spChg chg="add del mod">
          <ac:chgData name="Cesar Augusto Lopez Gallego" userId="0dfa9112-9251-4882-b472-cf2dfcee09d1" providerId="ADAL" clId="{9E925E74-D29A-4FF2-BA30-2DCB609A9627}" dt="2025-11-13T12:17:47.283" v="2395" actId="478"/>
          <ac:spMkLst>
            <pc:docMk/>
            <pc:sldMk cId="1042474111" sldId="297"/>
            <ac:spMk id="3" creationId="{7DD7B3F6-0AF9-42AF-9E33-5D36DA912175}"/>
          </ac:spMkLst>
        </pc:spChg>
        <pc:spChg chg="add mod">
          <ac:chgData name="Cesar Augusto Lopez Gallego" userId="0dfa9112-9251-4882-b472-cf2dfcee09d1" providerId="ADAL" clId="{9E925E74-D29A-4FF2-BA30-2DCB609A9627}" dt="2025-11-13T12:18:34.984" v="2410" actId="20577"/>
          <ac:spMkLst>
            <pc:docMk/>
            <pc:sldMk cId="1042474111" sldId="297"/>
            <ac:spMk id="4" creationId="{4FC4E159-CA84-4A99-9D44-99623C70B512}"/>
          </ac:spMkLst>
        </pc:spChg>
        <pc:spChg chg="add mod">
          <ac:chgData name="Cesar Augusto Lopez Gallego" userId="0dfa9112-9251-4882-b472-cf2dfcee09d1" providerId="ADAL" clId="{9E925E74-D29A-4FF2-BA30-2DCB609A9627}" dt="2025-11-13T12:20:18.822" v="2475" actId="207"/>
          <ac:spMkLst>
            <pc:docMk/>
            <pc:sldMk cId="1042474111" sldId="297"/>
            <ac:spMk id="5" creationId="{37479D86-A5B0-41B3-B4C4-338E6057FD88}"/>
          </ac:spMkLst>
        </pc:spChg>
        <pc:spChg chg="add mod">
          <ac:chgData name="Cesar Augusto Lopez Gallego" userId="0dfa9112-9251-4882-b472-cf2dfcee09d1" providerId="ADAL" clId="{9E925E74-D29A-4FF2-BA30-2DCB609A9627}" dt="2025-11-13T12:19:37.748" v="2464" actId="1076"/>
          <ac:spMkLst>
            <pc:docMk/>
            <pc:sldMk cId="1042474111" sldId="297"/>
            <ac:spMk id="6" creationId="{D1E8C0E4-F4C2-4798-9D99-5795050708D7}"/>
          </ac:spMkLst>
        </pc:spChg>
        <pc:spChg chg="add del">
          <ac:chgData name="Cesar Augusto Lopez Gallego" userId="0dfa9112-9251-4882-b472-cf2dfcee09d1" providerId="ADAL" clId="{9E925E74-D29A-4FF2-BA30-2DCB609A9627}" dt="2025-11-13T02:15:11.567" v="1716"/>
          <ac:spMkLst>
            <pc:docMk/>
            <pc:sldMk cId="1042474111" sldId="297"/>
            <ac:spMk id="7" creationId="{393E6332-94B0-41C4-B7E9-86FB300628EE}"/>
          </ac:spMkLst>
        </pc:spChg>
        <pc:spChg chg="add mod">
          <ac:chgData name="Cesar Augusto Lopez Gallego" userId="0dfa9112-9251-4882-b472-cf2dfcee09d1" providerId="ADAL" clId="{9E925E74-D29A-4FF2-BA30-2DCB609A9627}" dt="2025-11-13T12:21:30.561" v="2515" actId="313"/>
          <ac:spMkLst>
            <pc:docMk/>
            <pc:sldMk cId="1042474111" sldId="297"/>
            <ac:spMk id="9" creationId="{E06D5D6C-6837-42D0-80C0-E1B3F1D58C7A}"/>
          </ac:spMkLst>
        </pc:spChg>
        <pc:spChg chg="add mod">
          <ac:chgData name="Cesar Augusto Lopez Gallego" userId="0dfa9112-9251-4882-b472-cf2dfcee09d1" providerId="ADAL" clId="{9E925E74-D29A-4FF2-BA30-2DCB609A9627}" dt="2025-11-13T12:20:18.822" v="2475" actId="207"/>
          <ac:spMkLst>
            <pc:docMk/>
            <pc:sldMk cId="1042474111" sldId="297"/>
            <ac:spMk id="10" creationId="{158CC07A-41F5-4514-A7AD-92EB1516512C}"/>
          </ac:spMkLst>
        </pc:spChg>
        <pc:spChg chg="add mod">
          <ac:chgData name="Cesar Augusto Lopez Gallego" userId="0dfa9112-9251-4882-b472-cf2dfcee09d1" providerId="ADAL" clId="{9E925E74-D29A-4FF2-BA30-2DCB609A9627}" dt="2025-11-13T12:17:24.627" v="2386" actId="1076"/>
          <ac:spMkLst>
            <pc:docMk/>
            <pc:sldMk cId="1042474111" sldId="297"/>
            <ac:spMk id="11" creationId="{76FD07AF-15E4-42A0-BC22-EB19F89EC68D}"/>
          </ac:spMkLst>
        </pc:spChg>
        <pc:spChg chg="add del">
          <ac:chgData name="Cesar Augusto Lopez Gallego" userId="0dfa9112-9251-4882-b472-cf2dfcee09d1" providerId="ADAL" clId="{9E925E74-D29A-4FF2-BA30-2DCB609A9627}" dt="2025-11-13T02:20:00.637" v="1884"/>
          <ac:spMkLst>
            <pc:docMk/>
            <pc:sldMk cId="1042474111" sldId="297"/>
            <ac:spMk id="12" creationId="{64AD3AA6-503C-474C-BC82-E3FAC2B9DBEF}"/>
          </ac:spMkLst>
        </pc:spChg>
        <pc:picChg chg="add del mod">
          <ac:chgData name="Cesar Augusto Lopez Gallego" userId="0dfa9112-9251-4882-b472-cf2dfcee09d1" providerId="ADAL" clId="{9E925E74-D29A-4FF2-BA30-2DCB609A9627}" dt="2025-11-13T02:15:01.197" v="1714" actId="478"/>
          <ac:picMkLst>
            <pc:docMk/>
            <pc:sldMk cId="1042474111" sldId="297"/>
            <ac:picMk id="6" creationId="{F6E83F03-CB7D-444C-877F-82B1651F7DF6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971829536" sldId="297"/>
        </pc:sldMkLst>
      </pc:sldChg>
      <pc:sldChg chg="addSp delSp modSp add mod">
        <pc:chgData name="Cesar Augusto Lopez Gallego" userId="0dfa9112-9251-4882-b472-cf2dfcee09d1" providerId="ADAL" clId="{9E925E74-D29A-4FF2-BA30-2DCB609A9627}" dt="2025-11-13T12:32:46.741" v="2709" actId="1076"/>
        <pc:sldMkLst>
          <pc:docMk/>
          <pc:sldMk cId="301356762" sldId="298"/>
        </pc:sldMkLst>
        <pc:spChg chg="mod">
          <ac:chgData name="Cesar Augusto Lopez Gallego" userId="0dfa9112-9251-4882-b472-cf2dfcee09d1" providerId="ADAL" clId="{9E925E74-D29A-4FF2-BA30-2DCB609A9627}" dt="2025-11-13T02:39:17.113" v="2385" actId="20577"/>
          <ac:spMkLst>
            <pc:docMk/>
            <pc:sldMk cId="301356762" sldId="298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32:46.741" v="2709" actId="1076"/>
          <ac:spMkLst>
            <pc:docMk/>
            <pc:sldMk cId="301356762" sldId="298"/>
            <ac:spMk id="4" creationId="{FDFDB7E0-9485-4F88-B6B5-29E698E26951}"/>
          </ac:spMkLst>
        </pc:spChg>
        <pc:spChg chg="add del">
          <ac:chgData name="Cesar Augusto Lopez Gallego" userId="0dfa9112-9251-4882-b472-cf2dfcee09d1" providerId="ADAL" clId="{9E925E74-D29A-4FF2-BA30-2DCB609A9627}" dt="2025-11-13T02:36:38.227" v="2265"/>
          <ac:spMkLst>
            <pc:docMk/>
            <pc:sldMk cId="301356762" sldId="298"/>
            <ac:spMk id="5" creationId="{C978C44A-23C2-4A81-8D84-648AD37C679A}"/>
          </ac:spMkLst>
        </pc:spChg>
        <pc:spChg chg="add mod">
          <ac:chgData name="Cesar Augusto Lopez Gallego" userId="0dfa9112-9251-4882-b472-cf2dfcee09d1" providerId="ADAL" clId="{9E925E74-D29A-4FF2-BA30-2DCB609A9627}" dt="2025-11-13T12:32:37.861" v="2707" actId="403"/>
          <ac:spMkLst>
            <pc:docMk/>
            <pc:sldMk cId="301356762" sldId="298"/>
            <ac:spMk id="5" creationId="{CB6E7E87-6AC8-4E93-A8E2-60501C1368DD}"/>
          </ac:spMkLst>
        </pc:spChg>
        <pc:spChg chg="add del">
          <ac:chgData name="Cesar Augusto Lopez Gallego" userId="0dfa9112-9251-4882-b472-cf2dfcee09d1" providerId="ADAL" clId="{9E925E74-D29A-4FF2-BA30-2DCB609A9627}" dt="2025-11-13T02:36:49.445" v="2270"/>
          <ac:spMkLst>
            <pc:docMk/>
            <pc:sldMk cId="301356762" sldId="298"/>
            <ac:spMk id="6" creationId="{EC912387-5809-4B59-BEEB-AD622B5FFF2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192913121" sldId="298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133450754" sldId="299"/>
        </pc:sldMkLst>
      </pc:sldChg>
      <pc:sldChg chg="addSp delSp modSp add mod">
        <pc:chgData name="Cesar Augusto Lopez Gallego" userId="0dfa9112-9251-4882-b472-cf2dfcee09d1" providerId="ADAL" clId="{9E925E74-D29A-4FF2-BA30-2DCB609A9627}" dt="2025-11-13T14:59:37.996" v="4226" actId="403"/>
        <pc:sldMkLst>
          <pc:docMk/>
          <pc:sldMk cId="1854967910" sldId="299"/>
        </pc:sldMkLst>
        <pc:spChg chg="mod">
          <ac:chgData name="Cesar Augusto Lopez Gallego" userId="0dfa9112-9251-4882-b472-cf2dfcee09d1" providerId="ADAL" clId="{9E925E74-D29A-4FF2-BA30-2DCB609A9627}" dt="2025-11-13T12:29:19.550" v="2672" actId="207"/>
          <ac:spMkLst>
            <pc:docMk/>
            <pc:sldMk cId="1854967910" sldId="299"/>
            <ac:spMk id="2" creationId="{26ACF3C1-8A29-4E0E-971A-1BA8AD797D9C}"/>
          </ac:spMkLst>
        </pc:spChg>
        <pc:spChg chg="add del mod">
          <ac:chgData name="Cesar Augusto Lopez Gallego" userId="0dfa9112-9251-4882-b472-cf2dfcee09d1" providerId="ADAL" clId="{9E925E74-D29A-4FF2-BA30-2DCB609A9627}" dt="2025-11-13T13:40:51.059" v="4007" actId="21"/>
          <ac:spMkLst>
            <pc:docMk/>
            <pc:sldMk cId="1854967910" sldId="299"/>
            <ac:spMk id="4" creationId="{46C66AD4-E08C-4741-A238-769B359A71A8}"/>
          </ac:spMkLst>
        </pc:spChg>
        <pc:spChg chg="add mod">
          <ac:chgData name="Cesar Augusto Lopez Gallego" userId="0dfa9112-9251-4882-b472-cf2dfcee09d1" providerId="ADAL" clId="{9E925E74-D29A-4FF2-BA30-2DCB609A9627}" dt="2025-11-13T13:44:54.819" v="4027" actId="1076"/>
          <ac:spMkLst>
            <pc:docMk/>
            <pc:sldMk cId="1854967910" sldId="299"/>
            <ac:spMk id="9" creationId="{5896345F-55DD-4D48-85A9-70FCE48B5785}"/>
          </ac:spMkLst>
        </pc:spChg>
        <pc:spChg chg="add mod">
          <ac:chgData name="Cesar Augusto Lopez Gallego" userId="0dfa9112-9251-4882-b472-cf2dfcee09d1" providerId="ADAL" clId="{9E925E74-D29A-4FF2-BA30-2DCB609A9627}" dt="2025-11-13T14:59:37.996" v="4226" actId="403"/>
          <ac:spMkLst>
            <pc:docMk/>
            <pc:sldMk cId="1854967910" sldId="299"/>
            <ac:spMk id="11" creationId="{DDF60D73-DE3A-491D-9492-9F9E5E07B8FD}"/>
          </ac:spMkLst>
        </pc:spChg>
        <pc:spChg chg="add mod">
          <ac:chgData name="Cesar Augusto Lopez Gallego" userId="0dfa9112-9251-4882-b472-cf2dfcee09d1" providerId="ADAL" clId="{9E925E74-D29A-4FF2-BA30-2DCB609A9627}" dt="2025-11-13T13:50:03.963" v="4174" actId="13822"/>
          <ac:spMkLst>
            <pc:docMk/>
            <pc:sldMk cId="1854967910" sldId="299"/>
            <ac:spMk id="12" creationId="{582F7282-3ED1-453D-958A-BE9D4AC0FD1D}"/>
          </ac:spMkLst>
        </pc:spChg>
        <pc:cxnChg chg="add del mod">
          <ac:chgData name="Cesar Augusto Lopez Gallego" userId="0dfa9112-9251-4882-b472-cf2dfcee09d1" providerId="ADAL" clId="{9E925E74-D29A-4FF2-BA30-2DCB609A9627}" dt="2025-11-13T13:41:01.373" v="4009" actId="21"/>
          <ac:cxnSpMkLst>
            <pc:docMk/>
            <pc:sldMk cId="1854967910" sldId="299"/>
            <ac:cxnSpMk id="6" creationId="{51317FA2-B967-4401-B724-6E3AB19056DE}"/>
          </ac:cxnSpMkLst>
        </pc:cxnChg>
        <pc:cxnChg chg="add del mod">
          <ac:chgData name="Cesar Augusto Lopez Gallego" userId="0dfa9112-9251-4882-b472-cf2dfcee09d1" providerId="ADAL" clId="{9E925E74-D29A-4FF2-BA30-2DCB609A9627}" dt="2025-11-13T13:41:01.373" v="4009" actId="21"/>
          <ac:cxnSpMkLst>
            <pc:docMk/>
            <pc:sldMk cId="1854967910" sldId="299"/>
            <ac:cxnSpMk id="7" creationId="{53B5D499-AE41-40B5-B5A7-5E692A94722A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155857377" sldId="300"/>
        </pc:sldMkLst>
      </pc:sldChg>
      <pc:sldChg chg="add">
        <pc:chgData name="Cesar Augusto Lopez Gallego" userId="0dfa9112-9251-4882-b472-cf2dfcee09d1" providerId="ADAL" clId="{9E925E74-D29A-4FF2-BA30-2DCB609A9627}" dt="2025-11-13T01:42:11.571" v="1442"/>
        <pc:sldMkLst>
          <pc:docMk/>
          <pc:sldMk cId="3973265627" sldId="300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816590344" sldId="301"/>
        </pc:sldMkLst>
      </pc:sldChg>
      <pc:sldChg chg="addSp modSp new mod">
        <pc:chgData name="Cesar Augusto Lopez Gallego" userId="0dfa9112-9251-4882-b472-cf2dfcee09d1" providerId="ADAL" clId="{9E925E74-D29A-4FF2-BA30-2DCB609A9627}" dt="2025-11-13T19:27:56.196" v="4406" actId="20577"/>
        <pc:sldMkLst>
          <pc:docMk/>
          <pc:sldMk cId="2742235312" sldId="301"/>
        </pc:sldMkLst>
        <pc:spChg chg="mod">
          <ac:chgData name="Cesar Augusto Lopez Gallego" userId="0dfa9112-9251-4882-b472-cf2dfcee09d1" providerId="ADAL" clId="{9E925E74-D29A-4FF2-BA30-2DCB609A9627}" dt="2025-11-13T01:50:39.725" v="1462" actId="20577"/>
          <ac:spMkLst>
            <pc:docMk/>
            <pc:sldMk cId="2742235312" sldId="301"/>
            <ac:spMk id="2" creationId="{E1922C95-6092-45E0-A068-F76A914BF660}"/>
          </ac:spMkLst>
        </pc:spChg>
        <pc:spChg chg="add mod">
          <ac:chgData name="Cesar Augusto Lopez Gallego" userId="0dfa9112-9251-4882-b472-cf2dfcee09d1" providerId="ADAL" clId="{9E925E74-D29A-4FF2-BA30-2DCB609A9627}" dt="2025-11-13T19:27:56.196" v="4406" actId="20577"/>
          <ac:spMkLst>
            <pc:docMk/>
            <pc:sldMk cId="2742235312" sldId="301"/>
            <ac:spMk id="4" creationId="{90E4F05C-7C9D-47CF-AE93-9366B0E7F28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742063966" sldId="302"/>
        </pc:sldMkLst>
      </pc:sldChg>
      <pc:sldChg chg="addSp delSp modSp new mod">
        <pc:chgData name="Cesar Augusto Lopez Gallego" userId="0dfa9112-9251-4882-b472-cf2dfcee09d1" providerId="ADAL" clId="{9E925E74-D29A-4FF2-BA30-2DCB609A9627}" dt="2025-11-13T01:56:08.356" v="1497" actId="20577"/>
        <pc:sldMkLst>
          <pc:docMk/>
          <pc:sldMk cId="3178670863" sldId="302"/>
        </pc:sldMkLst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2" creationId="{E4512817-8A3D-4A40-9ABA-7A5A76B57CFE}"/>
          </ac:spMkLst>
        </pc:spChg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3" creationId="{F88E1B38-8E1C-4B16-A686-46119488D4A7}"/>
          </ac:spMkLst>
        </pc:spChg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4" creationId="{3A967384-4094-457E-8281-E40D5E78F9BE}"/>
          </ac:spMkLst>
        </pc:spChg>
        <pc:spChg chg="add del mod">
          <ac:chgData name="Cesar Augusto Lopez Gallego" userId="0dfa9112-9251-4882-b472-cf2dfcee09d1" providerId="ADAL" clId="{9E925E74-D29A-4FF2-BA30-2DCB609A9627}" dt="2025-11-13T01:55:33.520" v="1486" actId="478"/>
          <ac:spMkLst>
            <pc:docMk/>
            <pc:sldMk cId="3178670863" sldId="302"/>
            <ac:spMk id="6" creationId="{92DC22F2-01A0-4065-89F2-DC89D574CA20}"/>
          </ac:spMkLst>
        </pc:spChg>
        <pc:spChg chg="add mod">
          <ac:chgData name="Cesar Augusto Lopez Gallego" userId="0dfa9112-9251-4882-b472-cf2dfcee09d1" providerId="ADAL" clId="{9E925E74-D29A-4FF2-BA30-2DCB609A9627}" dt="2025-11-13T01:56:08.356" v="1497" actId="20577"/>
          <ac:spMkLst>
            <pc:docMk/>
            <pc:sldMk cId="3178670863" sldId="302"/>
            <ac:spMk id="8" creationId="{BADFC316-B570-4384-A413-BB7A59C76E91}"/>
          </ac:spMkLst>
        </pc:spChg>
        <pc:picChg chg="add mod">
          <ac:chgData name="Cesar Augusto Lopez Gallego" userId="0dfa9112-9251-4882-b472-cf2dfcee09d1" providerId="ADAL" clId="{9E925E74-D29A-4FF2-BA30-2DCB609A9627}" dt="2025-11-13T01:55:57.312" v="1493" actId="1076"/>
          <ac:picMkLst>
            <pc:docMk/>
            <pc:sldMk cId="3178670863" sldId="302"/>
            <ac:picMk id="5" creationId="{66DD0300-4755-4A81-A58C-41F0A4080F75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502630661" sldId="303"/>
        </pc:sldMkLst>
      </pc:sldChg>
      <pc:sldChg chg="modSp add mod">
        <pc:chgData name="Cesar Augusto Lopez Gallego" userId="0dfa9112-9251-4882-b472-cf2dfcee09d1" providerId="ADAL" clId="{9E925E74-D29A-4FF2-BA30-2DCB609A9627}" dt="2025-11-13T01:56:57.035" v="1505" actId="20577"/>
        <pc:sldMkLst>
          <pc:docMk/>
          <pc:sldMk cId="2036194262" sldId="303"/>
        </pc:sldMkLst>
        <pc:spChg chg="mod">
          <ac:chgData name="Cesar Augusto Lopez Gallego" userId="0dfa9112-9251-4882-b472-cf2dfcee09d1" providerId="ADAL" clId="{9E925E74-D29A-4FF2-BA30-2DCB609A9627}" dt="2025-11-13T01:56:57.035" v="1505" actId="20577"/>
          <ac:spMkLst>
            <pc:docMk/>
            <pc:sldMk cId="2036194262" sldId="303"/>
            <ac:spMk id="2" creationId="{00000000-0000-0000-0000-000000000000}"/>
          </ac:spMkLst>
        </pc:spChg>
      </pc:sldChg>
      <pc:sldChg chg="modSp add mod ord">
        <pc:chgData name="Cesar Augusto Lopez Gallego" userId="0dfa9112-9251-4882-b472-cf2dfcee09d1" providerId="ADAL" clId="{9E925E74-D29A-4FF2-BA30-2DCB609A9627}" dt="2025-11-13T02:04:49.883" v="1606"/>
        <pc:sldMkLst>
          <pc:docMk/>
          <pc:sldMk cId="1949249143" sldId="304"/>
        </pc:sldMkLst>
        <pc:spChg chg="mod">
          <ac:chgData name="Cesar Augusto Lopez Gallego" userId="0dfa9112-9251-4882-b472-cf2dfcee09d1" providerId="ADAL" clId="{9E925E74-D29A-4FF2-BA30-2DCB609A9627}" dt="2025-11-13T02:04:42.984" v="1603" actId="20577"/>
          <ac:spMkLst>
            <pc:docMk/>
            <pc:sldMk cId="1949249143" sldId="304"/>
            <ac:spMk id="183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2:04:46.825" v="1604" actId="1076"/>
          <ac:picMkLst>
            <pc:docMk/>
            <pc:sldMk cId="1949249143" sldId="304"/>
            <ac:picMk id="2050" creationId="{CA955C63-997B-407D-A836-48E4BA47EEAF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908717957" sldId="304"/>
        </pc:sldMkLst>
      </pc:sldChg>
      <pc:sldChg chg="new del">
        <pc:chgData name="Cesar Augusto Lopez Gallego" userId="0dfa9112-9251-4882-b472-cf2dfcee09d1" providerId="ADAL" clId="{9E925E74-D29A-4FF2-BA30-2DCB609A9627}" dt="2025-11-13T02:11:15.875" v="1650" actId="47"/>
        <pc:sldMkLst>
          <pc:docMk/>
          <pc:sldMk cId="718368790" sldId="305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4097727880" sldId="305"/>
        </pc:sldMkLst>
      </pc:sldChg>
      <pc:sldChg chg="addSp delSp modSp new mod">
        <pc:chgData name="Cesar Augusto Lopez Gallego" userId="0dfa9112-9251-4882-b472-cf2dfcee09d1" providerId="ADAL" clId="{9E925E74-D29A-4FF2-BA30-2DCB609A9627}" dt="2025-11-13T02:11:07.539" v="1649" actId="1076"/>
        <pc:sldMkLst>
          <pc:docMk/>
          <pc:sldMk cId="2065666512" sldId="306"/>
        </pc:sldMkLst>
        <pc:spChg chg="add del">
          <ac:chgData name="Cesar Augusto Lopez Gallego" userId="0dfa9112-9251-4882-b472-cf2dfcee09d1" providerId="ADAL" clId="{9E925E74-D29A-4FF2-BA30-2DCB609A9627}" dt="2025-11-13T02:07:59.978" v="1624" actId="478"/>
          <ac:spMkLst>
            <pc:docMk/>
            <pc:sldMk cId="2065666512" sldId="306"/>
            <ac:spMk id="6" creationId="{2320C5A0-89F4-45B5-97F2-29BAE6D8026B}"/>
          </ac:spMkLst>
        </pc:spChg>
        <pc:spChg chg="add del">
          <ac:chgData name="Cesar Augusto Lopez Gallego" userId="0dfa9112-9251-4882-b472-cf2dfcee09d1" providerId="ADAL" clId="{9E925E74-D29A-4FF2-BA30-2DCB609A9627}" dt="2025-11-13T02:08:08.367" v="1626" actId="478"/>
          <ac:spMkLst>
            <pc:docMk/>
            <pc:sldMk cId="2065666512" sldId="306"/>
            <ac:spMk id="7" creationId="{5EE7494E-223D-4FFA-AAB1-2D664F7FF871}"/>
          </ac:spMkLst>
        </pc:spChg>
        <pc:grpChg chg="add mod ord">
          <ac:chgData name="Cesar Augusto Lopez Gallego" userId="0dfa9112-9251-4882-b472-cf2dfcee09d1" providerId="ADAL" clId="{9E925E74-D29A-4FF2-BA30-2DCB609A9627}" dt="2025-11-13T02:09:42.494" v="1639" actId="1076"/>
          <ac:grpSpMkLst>
            <pc:docMk/>
            <pc:sldMk cId="2065666512" sldId="306"/>
            <ac:grpSpMk id="12" creationId="{EE9AA1A6-AA6E-4FF7-9C07-AEEB50B84CAB}"/>
          </ac:grpSpMkLst>
        </pc:grpChg>
        <pc:picChg chg="add mod">
          <ac:chgData name="Cesar Augusto Lopez Gallego" userId="0dfa9112-9251-4882-b472-cf2dfcee09d1" providerId="ADAL" clId="{9E925E74-D29A-4FF2-BA30-2DCB609A9627}" dt="2025-11-13T02:06:39.089" v="1618" actId="1076"/>
          <ac:picMkLst>
            <pc:docMk/>
            <pc:sldMk cId="2065666512" sldId="306"/>
            <ac:picMk id="3" creationId="{6C5DA03E-2380-4CBB-BE00-6783697F180C}"/>
          </ac:picMkLst>
        </pc:picChg>
        <pc:picChg chg="add mod">
          <ac:chgData name="Cesar Augusto Lopez Gallego" userId="0dfa9112-9251-4882-b472-cf2dfcee09d1" providerId="ADAL" clId="{9E925E74-D29A-4FF2-BA30-2DCB609A9627}" dt="2025-11-13T02:09:25.745" v="1634" actId="164"/>
          <ac:picMkLst>
            <pc:docMk/>
            <pc:sldMk cId="2065666512" sldId="306"/>
            <ac:picMk id="5" creationId="{CDAE3825-9052-483C-8BDF-3E68D51E849C}"/>
          </ac:picMkLst>
        </pc:picChg>
        <pc:picChg chg="add mod">
          <ac:chgData name="Cesar Augusto Lopez Gallego" userId="0dfa9112-9251-4882-b472-cf2dfcee09d1" providerId="ADAL" clId="{9E925E74-D29A-4FF2-BA30-2DCB609A9627}" dt="2025-11-13T02:09:25.745" v="1634" actId="164"/>
          <ac:picMkLst>
            <pc:docMk/>
            <pc:sldMk cId="2065666512" sldId="306"/>
            <ac:picMk id="9" creationId="{A670245E-EBDC-46E4-9A9F-0F873C2B7D67}"/>
          </ac:picMkLst>
        </pc:picChg>
        <pc:picChg chg="add mod">
          <ac:chgData name="Cesar Augusto Lopez Gallego" userId="0dfa9112-9251-4882-b472-cf2dfcee09d1" providerId="ADAL" clId="{9E925E74-D29A-4FF2-BA30-2DCB609A9627}" dt="2025-11-13T02:09:39.817" v="1638" actId="1076"/>
          <ac:picMkLst>
            <pc:docMk/>
            <pc:sldMk cId="2065666512" sldId="306"/>
            <ac:picMk id="11" creationId="{22662286-4FEA-4569-AC69-EABDB54C2922}"/>
          </ac:picMkLst>
        </pc:picChg>
        <pc:picChg chg="add mod">
          <ac:chgData name="Cesar Augusto Lopez Gallego" userId="0dfa9112-9251-4882-b472-cf2dfcee09d1" providerId="ADAL" clId="{9E925E74-D29A-4FF2-BA30-2DCB609A9627}" dt="2025-11-13T02:11:07.539" v="1649" actId="1076"/>
          <ac:picMkLst>
            <pc:docMk/>
            <pc:sldMk cId="2065666512" sldId="306"/>
            <ac:picMk id="14" creationId="{9BAE7B76-E484-4FC5-AF83-5B8A66DEBBAB}"/>
          </ac:picMkLst>
        </pc:picChg>
        <pc:picChg chg="add mod">
          <ac:chgData name="Cesar Augusto Lopez Gallego" userId="0dfa9112-9251-4882-b472-cf2dfcee09d1" providerId="ADAL" clId="{9E925E74-D29A-4FF2-BA30-2DCB609A9627}" dt="2025-11-13T02:10:58.148" v="1647" actId="1076"/>
          <ac:picMkLst>
            <pc:docMk/>
            <pc:sldMk cId="2065666512" sldId="306"/>
            <ac:picMk id="16" creationId="{FBFF55F9-D2D5-4171-A3AA-6065A33A16E6}"/>
          </ac:picMkLst>
        </pc:picChg>
        <pc:picChg chg="add mod">
          <ac:chgData name="Cesar Augusto Lopez Gallego" userId="0dfa9112-9251-4882-b472-cf2dfcee09d1" providerId="ADAL" clId="{9E925E74-D29A-4FF2-BA30-2DCB609A9627}" dt="2025-11-13T02:06:42.524" v="1619" actId="1076"/>
          <ac:picMkLst>
            <pc:docMk/>
            <pc:sldMk cId="2065666512" sldId="306"/>
            <ac:picMk id="7170" creationId="{335A178B-1A32-4E74-A7E9-868747E11263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173398939" sldId="306"/>
        </pc:sldMkLst>
      </pc:sldChg>
      <pc:sldChg chg="addSp delSp modSp add mod">
        <pc:chgData name="Cesar Augusto Lopez Gallego" userId="0dfa9112-9251-4882-b472-cf2dfcee09d1" providerId="ADAL" clId="{9E925E74-D29A-4FF2-BA30-2DCB609A9627}" dt="2025-11-13T15:38:19.321" v="4365" actId="20577"/>
        <pc:sldMkLst>
          <pc:docMk/>
          <pc:sldMk cId="1725343345" sldId="307"/>
        </pc:sldMkLst>
        <pc:spChg chg="mod">
          <ac:chgData name="Cesar Augusto Lopez Gallego" userId="0dfa9112-9251-4882-b472-cf2dfcee09d1" providerId="ADAL" clId="{9E925E74-D29A-4FF2-BA30-2DCB609A9627}" dt="2025-11-13T15:32:26.354" v="4242" actId="20577"/>
          <ac:spMkLst>
            <pc:docMk/>
            <pc:sldMk cId="1725343345" sldId="307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5:38:19.321" v="4365" actId="20577"/>
          <ac:spMkLst>
            <pc:docMk/>
            <pc:sldMk cId="1725343345" sldId="307"/>
            <ac:spMk id="4" creationId="{F8578803-E7A9-4B2C-8CEC-09BC0D156DF4}"/>
          </ac:spMkLst>
        </pc:spChg>
        <pc:spChg chg="add del">
          <ac:chgData name="Cesar Augusto Lopez Gallego" userId="0dfa9112-9251-4882-b472-cf2dfcee09d1" providerId="ADAL" clId="{9E925E74-D29A-4FF2-BA30-2DCB609A9627}" dt="2025-11-13T15:35:57.611" v="4311"/>
          <ac:spMkLst>
            <pc:docMk/>
            <pc:sldMk cId="1725343345" sldId="307"/>
            <ac:spMk id="5" creationId="{C0E1B1F7-072B-43B9-9CBE-2518D0798A4D}"/>
          </ac:spMkLst>
        </pc:spChg>
        <pc:spChg chg="add del">
          <ac:chgData name="Cesar Augusto Lopez Gallego" userId="0dfa9112-9251-4882-b472-cf2dfcee09d1" providerId="ADAL" clId="{9E925E74-D29A-4FF2-BA30-2DCB609A9627}" dt="2025-11-13T15:37:57.697" v="4353"/>
          <ac:spMkLst>
            <pc:docMk/>
            <pc:sldMk cId="1725343345" sldId="307"/>
            <ac:spMk id="6" creationId="{12E93E51-B093-4C45-BE5E-5E3E6A6193D5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753885990" sldId="307"/>
        </pc:sldMkLst>
      </pc:sldChg>
      <pc:sldChg chg="add del">
        <pc:chgData name="Cesar Augusto Lopez Gallego" userId="0dfa9112-9251-4882-b472-cf2dfcee09d1" providerId="ADAL" clId="{9E925E74-D29A-4FF2-BA30-2DCB609A9627}" dt="2025-11-13T13:36:09.654" v="3857" actId="47"/>
        <pc:sldMkLst>
          <pc:docMk/>
          <pc:sldMk cId="1154975300" sldId="308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095022443" sldId="308"/>
        </pc:sldMkLst>
      </pc:sldChg>
      <pc:sldChg chg="addSp delSp modSp add mod">
        <pc:chgData name="Cesar Augusto Lopez Gallego" userId="0dfa9112-9251-4882-b472-cf2dfcee09d1" providerId="ADAL" clId="{9E925E74-D29A-4FF2-BA30-2DCB609A9627}" dt="2025-11-13T12:49:18.908" v="3167" actId="208"/>
        <pc:sldMkLst>
          <pc:docMk/>
          <pc:sldMk cId="2776371047" sldId="309"/>
        </pc:sldMkLst>
        <pc:spChg chg="mod">
          <ac:chgData name="Cesar Augusto Lopez Gallego" userId="0dfa9112-9251-4882-b472-cf2dfcee09d1" providerId="ADAL" clId="{9E925E74-D29A-4FF2-BA30-2DCB609A9627}" dt="2025-11-13T12:33:00.516" v="2710" actId="14100"/>
          <ac:spMkLst>
            <pc:docMk/>
            <pc:sldMk cId="2776371047" sldId="309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47:12.547" v="3055" actId="404"/>
          <ac:spMkLst>
            <pc:docMk/>
            <pc:sldMk cId="2776371047" sldId="309"/>
            <ac:spMk id="4" creationId="{7C6C592B-475B-4B11-9A1A-464695E48DC2}"/>
          </ac:spMkLst>
        </pc:spChg>
        <pc:spChg chg="add del">
          <ac:chgData name="Cesar Augusto Lopez Gallego" userId="0dfa9112-9251-4882-b472-cf2dfcee09d1" providerId="ADAL" clId="{9E925E74-D29A-4FF2-BA30-2DCB609A9627}" dt="2025-11-13T12:34:08.682" v="2764"/>
          <ac:spMkLst>
            <pc:docMk/>
            <pc:sldMk cId="2776371047" sldId="309"/>
            <ac:spMk id="5" creationId="{898CDB90-C6D5-4110-BCF1-36C27BB1C268}"/>
          </ac:spMkLst>
        </pc:spChg>
        <pc:spChg chg="add mod">
          <ac:chgData name="Cesar Augusto Lopez Gallego" userId="0dfa9112-9251-4882-b472-cf2dfcee09d1" providerId="ADAL" clId="{9E925E74-D29A-4FF2-BA30-2DCB609A9627}" dt="2025-11-13T12:47:03.740" v="3054" actId="14100"/>
          <ac:spMkLst>
            <pc:docMk/>
            <pc:sldMk cId="2776371047" sldId="309"/>
            <ac:spMk id="18" creationId="{0A00B067-147E-48BE-A3C0-5F669CB8A6C1}"/>
          </ac:spMkLst>
        </pc:spChg>
        <pc:spChg chg="add mod">
          <ac:chgData name="Cesar Augusto Lopez Gallego" userId="0dfa9112-9251-4882-b472-cf2dfcee09d1" providerId="ADAL" clId="{9E925E74-D29A-4FF2-BA30-2DCB609A9627}" dt="2025-11-13T12:49:18.908" v="3167" actId="208"/>
          <ac:spMkLst>
            <pc:docMk/>
            <pc:sldMk cId="2776371047" sldId="309"/>
            <ac:spMk id="19" creationId="{E8A0E2DA-25F5-4B48-B0B3-FC2DA3A3C2CF}"/>
          </ac:spMkLst>
        </pc:spChg>
        <pc:spChg chg="add del">
          <ac:chgData name="Cesar Augusto Lopez Gallego" userId="0dfa9112-9251-4882-b472-cf2dfcee09d1" providerId="ADAL" clId="{9E925E74-D29A-4FF2-BA30-2DCB609A9627}" dt="2025-11-13T12:48:04.635" v="3104"/>
          <ac:spMkLst>
            <pc:docMk/>
            <pc:sldMk cId="2776371047" sldId="309"/>
            <ac:spMk id="20" creationId="{4A802645-A218-4245-A0BF-504EE9FBA802}"/>
          </ac:spMkLst>
        </pc:spChg>
        <pc:cxnChg chg="add del mod">
          <ac:chgData name="Cesar Augusto Lopez Gallego" userId="0dfa9112-9251-4882-b472-cf2dfcee09d1" providerId="ADAL" clId="{9E925E74-D29A-4FF2-BA30-2DCB609A9627}" dt="2025-11-13T12:38:44.769" v="2798" actId="478"/>
          <ac:cxnSpMkLst>
            <pc:docMk/>
            <pc:sldMk cId="2776371047" sldId="309"/>
            <ac:cxnSpMk id="7" creationId="{F705AB61-5D6C-4C91-A268-6F6856F4AF61}"/>
          </ac:cxnSpMkLst>
        </pc:cxnChg>
        <pc:cxnChg chg="add mod">
          <ac:chgData name="Cesar Augusto Lopez Gallego" userId="0dfa9112-9251-4882-b472-cf2dfcee09d1" providerId="ADAL" clId="{9E925E74-D29A-4FF2-BA30-2DCB609A9627}" dt="2025-11-13T12:38:18.356" v="2791" actId="14100"/>
          <ac:cxnSpMkLst>
            <pc:docMk/>
            <pc:sldMk cId="2776371047" sldId="309"/>
            <ac:cxnSpMk id="10" creationId="{A7554D7F-3357-4C2E-9F94-6535767917ED}"/>
          </ac:cxnSpMkLst>
        </pc:cxnChg>
        <pc:cxnChg chg="add mod">
          <ac:chgData name="Cesar Augusto Lopez Gallego" userId="0dfa9112-9251-4882-b472-cf2dfcee09d1" providerId="ADAL" clId="{9E925E74-D29A-4FF2-BA30-2DCB609A9627}" dt="2025-11-13T12:38:41.764" v="2797" actId="14100"/>
          <ac:cxnSpMkLst>
            <pc:docMk/>
            <pc:sldMk cId="2776371047" sldId="309"/>
            <ac:cxnSpMk id="13" creationId="{A2E943D1-4CB9-4476-9829-7606B7CF4E10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804164235" sldId="309"/>
        </pc:sldMkLst>
      </pc:sldChg>
      <pc:sldChg chg="addSp delSp modSp add mod">
        <pc:chgData name="Cesar Augusto Lopez Gallego" userId="0dfa9112-9251-4882-b472-cf2dfcee09d1" providerId="ADAL" clId="{9E925E74-D29A-4FF2-BA30-2DCB609A9627}" dt="2025-11-13T13:42:06.685" v="4025" actId="1076"/>
        <pc:sldMkLst>
          <pc:docMk/>
          <pc:sldMk cId="2246678428" sldId="310"/>
        </pc:sldMkLst>
        <pc:spChg chg="mod">
          <ac:chgData name="Cesar Augusto Lopez Gallego" userId="0dfa9112-9251-4882-b472-cf2dfcee09d1" providerId="ADAL" clId="{9E925E74-D29A-4FF2-BA30-2DCB609A9627}" dt="2025-11-13T13:41:19.822" v="4013" actId="14100"/>
          <ac:spMkLst>
            <pc:docMk/>
            <pc:sldMk cId="2246678428" sldId="310"/>
            <ac:spMk id="2" creationId="{26ACF3C1-8A29-4E0E-971A-1BA8AD797D9C}"/>
          </ac:spMkLst>
        </pc:spChg>
        <pc:spChg chg="del">
          <ac:chgData name="Cesar Augusto Lopez Gallego" userId="0dfa9112-9251-4882-b472-cf2dfcee09d1" providerId="ADAL" clId="{9E925E74-D29A-4FF2-BA30-2DCB609A9627}" dt="2025-11-13T12:50:01.346" v="3195" actId="478"/>
          <ac:spMkLst>
            <pc:docMk/>
            <pc:sldMk cId="2246678428" sldId="310"/>
            <ac:spMk id="4" creationId="{7C6C592B-475B-4B11-9A1A-464695E48DC2}"/>
          </ac:spMkLst>
        </pc:spChg>
        <pc:spChg chg="add mod">
          <ac:chgData name="Cesar Augusto Lopez Gallego" userId="0dfa9112-9251-4882-b472-cf2dfcee09d1" providerId="ADAL" clId="{9E925E74-D29A-4FF2-BA30-2DCB609A9627}" dt="2025-11-13T13:03:01.776" v="3525" actId="13926"/>
          <ac:spMkLst>
            <pc:docMk/>
            <pc:sldMk cId="2246678428" sldId="310"/>
            <ac:spMk id="8" creationId="{C5C5DD3A-28F3-4DCA-A66C-786E40E59D08}"/>
          </ac:spMkLst>
        </pc:spChg>
        <pc:spChg chg="add mod">
          <ac:chgData name="Cesar Augusto Lopez Gallego" userId="0dfa9112-9251-4882-b472-cf2dfcee09d1" providerId="ADAL" clId="{9E925E74-D29A-4FF2-BA30-2DCB609A9627}" dt="2025-11-13T13:41:51.536" v="4017" actId="1076"/>
          <ac:spMkLst>
            <pc:docMk/>
            <pc:sldMk cId="2246678428" sldId="310"/>
            <ac:spMk id="9" creationId="{1FFF247F-84F1-43A8-9B79-011FCB05DD9D}"/>
          </ac:spMkLst>
        </pc:spChg>
        <pc:spChg chg="add mod">
          <ac:chgData name="Cesar Augusto Lopez Gallego" userId="0dfa9112-9251-4882-b472-cf2dfcee09d1" providerId="ADAL" clId="{9E925E74-D29A-4FF2-BA30-2DCB609A9627}" dt="2025-11-13T13:07:18.815" v="3592" actId="20577"/>
          <ac:spMkLst>
            <pc:docMk/>
            <pc:sldMk cId="2246678428" sldId="310"/>
            <ac:spMk id="11" creationId="{005CDC85-AF9E-4C32-9A9E-C4782E6ABEDA}"/>
          </ac:spMkLst>
        </pc:spChg>
        <pc:spChg chg="add mod">
          <ac:chgData name="Cesar Augusto Lopez Gallego" userId="0dfa9112-9251-4882-b472-cf2dfcee09d1" providerId="ADAL" clId="{9E925E74-D29A-4FF2-BA30-2DCB609A9627}" dt="2025-11-13T13:04:37.322" v="3577" actId="14100"/>
          <ac:spMkLst>
            <pc:docMk/>
            <pc:sldMk cId="2246678428" sldId="310"/>
            <ac:spMk id="12" creationId="{F1720897-AA56-491D-9FF0-C1083F76D533}"/>
          </ac:spMkLst>
        </pc:spChg>
        <pc:spChg chg="add mod">
          <ac:chgData name="Cesar Augusto Lopez Gallego" userId="0dfa9112-9251-4882-b472-cf2dfcee09d1" providerId="ADAL" clId="{9E925E74-D29A-4FF2-BA30-2DCB609A9627}" dt="2025-11-13T13:10:32.579" v="3593" actId="1076"/>
          <ac:spMkLst>
            <pc:docMk/>
            <pc:sldMk cId="2246678428" sldId="310"/>
            <ac:spMk id="16" creationId="{29B87C26-468F-4722-BCA4-399137E76D49}"/>
          </ac:spMkLst>
        </pc:spChg>
        <pc:spChg chg="del">
          <ac:chgData name="Cesar Augusto Lopez Gallego" userId="0dfa9112-9251-4882-b472-cf2dfcee09d1" providerId="ADAL" clId="{9E925E74-D29A-4FF2-BA30-2DCB609A9627}" dt="2025-11-13T12:50:01.346" v="3195" actId="478"/>
          <ac:spMkLst>
            <pc:docMk/>
            <pc:sldMk cId="2246678428" sldId="310"/>
            <ac:spMk id="18" creationId="{0A00B067-147E-48BE-A3C0-5F669CB8A6C1}"/>
          </ac:spMkLst>
        </pc:spChg>
        <pc:spChg chg="del">
          <ac:chgData name="Cesar Augusto Lopez Gallego" userId="0dfa9112-9251-4882-b472-cf2dfcee09d1" providerId="ADAL" clId="{9E925E74-D29A-4FF2-BA30-2DCB609A9627}" dt="2025-11-13T12:50:04.554" v="3196" actId="478"/>
          <ac:spMkLst>
            <pc:docMk/>
            <pc:sldMk cId="2246678428" sldId="310"/>
            <ac:spMk id="19" creationId="{E8A0E2DA-25F5-4B48-B0B3-FC2DA3A3C2CF}"/>
          </ac:spMkLst>
        </pc:spChg>
        <pc:spChg chg="add mod">
          <ac:chgData name="Cesar Augusto Lopez Gallego" userId="0dfa9112-9251-4882-b472-cf2dfcee09d1" providerId="ADAL" clId="{9E925E74-D29A-4FF2-BA30-2DCB609A9627}" dt="2025-11-13T13:11:31.233" v="3633" actId="20577"/>
          <ac:spMkLst>
            <pc:docMk/>
            <pc:sldMk cId="2246678428" sldId="310"/>
            <ac:spMk id="24" creationId="{A571DFA0-61A7-4927-9512-54AD3F41269F}"/>
          </ac:spMkLst>
        </pc:spChg>
        <pc:spChg chg="add mod">
          <ac:chgData name="Cesar Augusto Lopez Gallego" userId="0dfa9112-9251-4882-b472-cf2dfcee09d1" providerId="ADAL" clId="{9E925E74-D29A-4FF2-BA30-2DCB609A9627}" dt="2025-11-13T13:15:25.127" v="3712" actId="20577"/>
          <ac:spMkLst>
            <pc:docMk/>
            <pc:sldMk cId="2246678428" sldId="310"/>
            <ac:spMk id="26" creationId="{F24E3485-FF90-48BB-BF57-C1E30299E8F7}"/>
          </ac:spMkLst>
        </pc:spChg>
        <pc:spChg chg="add mod">
          <ac:chgData name="Cesar Augusto Lopez Gallego" userId="0dfa9112-9251-4882-b472-cf2dfcee09d1" providerId="ADAL" clId="{9E925E74-D29A-4FF2-BA30-2DCB609A9627}" dt="2025-11-13T13:42:06.685" v="4025" actId="1076"/>
          <ac:spMkLst>
            <pc:docMk/>
            <pc:sldMk cId="2246678428" sldId="310"/>
            <ac:spMk id="28" creationId="{275445AC-1048-4306-9BDE-19FFB1C29382}"/>
          </ac:spMkLst>
        </pc:spChg>
        <pc:cxnChg chg="add mod">
          <ac:chgData name="Cesar Augusto Lopez Gallego" userId="0dfa9112-9251-4882-b472-cf2dfcee09d1" providerId="ADAL" clId="{9E925E74-D29A-4FF2-BA30-2DCB609A9627}" dt="2025-11-13T13:02:19.845" v="3435" actId="13822"/>
          <ac:cxnSpMkLst>
            <pc:docMk/>
            <pc:sldMk cId="2246678428" sldId="310"/>
            <ac:cxnSpMk id="7" creationId="{91C90631-501F-41F8-B616-266E3D42F65A}"/>
          </ac:cxnSpMkLst>
        </pc:cxnChg>
        <pc:cxnChg chg="del">
          <ac:chgData name="Cesar Augusto Lopez Gallego" userId="0dfa9112-9251-4882-b472-cf2dfcee09d1" providerId="ADAL" clId="{9E925E74-D29A-4FF2-BA30-2DCB609A9627}" dt="2025-11-13T12:50:04.554" v="3196" actId="478"/>
          <ac:cxnSpMkLst>
            <pc:docMk/>
            <pc:sldMk cId="2246678428" sldId="310"/>
            <ac:cxnSpMk id="10" creationId="{A7554D7F-3357-4C2E-9F94-6535767917ED}"/>
          </ac:cxnSpMkLst>
        </pc:cxnChg>
        <pc:cxnChg chg="del">
          <ac:chgData name="Cesar Augusto Lopez Gallego" userId="0dfa9112-9251-4882-b472-cf2dfcee09d1" providerId="ADAL" clId="{9E925E74-D29A-4FF2-BA30-2DCB609A9627}" dt="2025-11-13T12:50:04.554" v="3196" actId="478"/>
          <ac:cxnSpMkLst>
            <pc:docMk/>
            <pc:sldMk cId="2246678428" sldId="310"/>
            <ac:cxnSpMk id="13" creationId="{A2E943D1-4CB9-4476-9829-7606B7CF4E10}"/>
          </ac:cxnSpMkLst>
        </pc:cxnChg>
        <pc:cxnChg chg="add mod">
          <ac:chgData name="Cesar Augusto Lopez Gallego" userId="0dfa9112-9251-4882-b472-cf2dfcee09d1" providerId="ADAL" clId="{9E925E74-D29A-4FF2-BA30-2DCB609A9627}" dt="2025-11-13T13:10:37.548" v="3595" actId="14100"/>
          <ac:cxnSpMkLst>
            <pc:docMk/>
            <pc:sldMk cId="2246678428" sldId="310"/>
            <ac:cxnSpMk id="15" creationId="{74F6182E-9DEB-4052-A056-C7EE8C02488B}"/>
          </ac:cxnSpMkLst>
        </pc:cxnChg>
        <pc:cxnChg chg="add mod">
          <ac:chgData name="Cesar Augusto Lopez Gallego" userId="0dfa9112-9251-4882-b472-cf2dfcee09d1" providerId="ADAL" clId="{9E925E74-D29A-4FF2-BA30-2DCB609A9627}" dt="2025-11-13T13:11:23.515" v="3620" actId="14100"/>
          <ac:cxnSpMkLst>
            <pc:docMk/>
            <pc:sldMk cId="2246678428" sldId="310"/>
            <ac:cxnSpMk id="21" creationId="{C0FB1203-5723-4AA5-9B6F-463A852B1227}"/>
          </ac:cxnSpMkLst>
        </pc:cxnChg>
      </pc:sldChg>
      <pc:sldChg chg="addSp delSp modSp add mod">
        <pc:chgData name="Cesar Augusto Lopez Gallego" userId="0dfa9112-9251-4882-b472-cf2dfcee09d1" providerId="ADAL" clId="{9E925E74-D29A-4FF2-BA30-2DCB609A9627}" dt="2025-11-13T13:34:44.182" v="3842" actId="1076"/>
        <pc:sldMkLst>
          <pc:docMk/>
          <pc:sldMk cId="3814338106" sldId="311"/>
        </pc:sldMkLst>
        <pc:spChg chg="mod">
          <ac:chgData name="Cesar Augusto Lopez Gallego" userId="0dfa9112-9251-4882-b472-cf2dfcee09d1" providerId="ADAL" clId="{9E925E74-D29A-4FF2-BA30-2DCB609A9627}" dt="2025-11-13T13:34:44.182" v="3842" actId="1076"/>
          <ac:spMkLst>
            <pc:docMk/>
            <pc:sldMk cId="3814338106" sldId="311"/>
            <ac:spMk id="2" creationId="{26ACF3C1-8A29-4E0E-971A-1BA8AD797D9C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8" creationId="{C5C5DD3A-28F3-4DCA-A66C-786E40E59D08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9" creationId="{1FFF247F-84F1-43A8-9B79-011FCB05DD9D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1" creationId="{005CDC85-AF9E-4C32-9A9E-C4782E6ABEDA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2" creationId="{F1720897-AA56-491D-9FF0-C1083F76D533}"/>
          </ac:spMkLst>
        </pc:spChg>
        <pc:spChg chg="add mod">
          <ac:chgData name="Cesar Augusto Lopez Gallego" userId="0dfa9112-9251-4882-b472-cf2dfcee09d1" providerId="ADAL" clId="{9E925E74-D29A-4FF2-BA30-2DCB609A9627}" dt="2025-11-13T13:32:55.901" v="3813" actId="6549"/>
          <ac:spMkLst>
            <pc:docMk/>
            <pc:sldMk cId="3814338106" sldId="311"/>
            <ac:spMk id="14" creationId="{F629167B-376B-47A1-BCAF-38C13ACFB895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6" creationId="{29B87C26-468F-4722-BCA4-399137E76D49}"/>
          </ac:spMkLst>
        </pc:spChg>
        <pc:spChg chg="add mod">
          <ac:chgData name="Cesar Augusto Lopez Gallego" userId="0dfa9112-9251-4882-b472-cf2dfcee09d1" providerId="ADAL" clId="{9E925E74-D29A-4FF2-BA30-2DCB609A9627}" dt="2025-11-13T13:30:14.415" v="3790" actId="1582"/>
          <ac:spMkLst>
            <pc:docMk/>
            <pc:sldMk cId="3814338106" sldId="311"/>
            <ac:spMk id="23" creationId="{12E66ACC-1239-4D4E-9C99-A1AB972C56FC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24" creationId="{A571DFA0-61A7-4927-9512-54AD3F41269F}"/>
          </ac:spMkLst>
        </pc:spChg>
        <pc:spChg chg="add mod">
          <ac:chgData name="Cesar Augusto Lopez Gallego" userId="0dfa9112-9251-4882-b472-cf2dfcee09d1" providerId="ADAL" clId="{9E925E74-D29A-4FF2-BA30-2DCB609A9627}" dt="2025-11-13T13:30:11.126" v="3789" actId="1582"/>
          <ac:spMkLst>
            <pc:docMk/>
            <pc:sldMk cId="3814338106" sldId="311"/>
            <ac:spMk id="25" creationId="{DD71ADE2-0B95-4343-A346-FCCF25484F76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26" creationId="{F24E3485-FF90-48BB-BF57-C1E30299E8F7}"/>
          </ac:spMkLst>
        </pc:spChg>
        <pc:spChg chg="add mod">
          <ac:chgData name="Cesar Augusto Lopez Gallego" userId="0dfa9112-9251-4882-b472-cf2dfcee09d1" providerId="ADAL" clId="{9E925E74-D29A-4FF2-BA30-2DCB609A9627}" dt="2025-11-13T13:32:11.380" v="3803" actId="13926"/>
          <ac:spMkLst>
            <pc:docMk/>
            <pc:sldMk cId="3814338106" sldId="311"/>
            <ac:spMk id="27" creationId="{855F88D9-429C-4CC4-8503-A58C3848A3CB}"/>
          </ac:spMkLst>
        </pc:spChg>
        <pc:spChg chg="add mod">
          <ac:chgData name="Cesar Augusto Lopez Gallego" userId="0dfa9112-9251-4882-b472-cf2dfcee09d1" providerId="ADAL" clId="{9E925E74-D29A-4FF2-BA30-2DCB609A9627}" dt="2025-11-13T13:32:11.380" v="3803" actId="13926"/>
          <ac:spMkLst>
            <pc:docMk/>
            <pc:sldMk cId="3814338106" sldId="311"/>
            <ac:spMk id="28" creationId="{ED96EB07-2E08-4EC1-AC73-7FF4ADA27256}"/>
          </ac:spMkLst>
        </pc:spChg>
        <pc:cxnChg chg="add del mod">
          <ac:chgData name="Cesar Augusto Lopez Gallego" userId="0dfa9112-9251-4882-b472-cf2dfcee09d1" providerId="ADAL" clId="{9E925E74-D29A-4FF2-BA30-2DCB609A9627}" dt="2025-11-13T13:28:53.896" v="3782" actId="478"/>
          <ac:cxnSpMkLst>
            <pc:docMk/>
            <pc:sldMk cId="3814338106" sldId="311"/>
            <ac:cxnSpMk id="5" creationId="{34584E8C-04A0-4892-A9A6-736C50CADC92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7" creationId="{91C90631-501F-41F8-B616-266E3D42F65A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15" creationId="{74F6182E-9DEB-4052-A056-C7EE8C02488B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21" creationId="{C0FB1203-5723-4AA5-9B6F-463A852B1227}"/>
          </ac:cxnSpMkLst>
        </pc:cxnChg>
      </pc:sldChg>
      <pc:sldChg chg="addSp delSp modSp new mod">
        <pc:chgData name="Cesar Augusto Lopez Gallego" userId="0dfa9112-9251-4882-b472-cf2dfcee09d1" providerId="ADAL" clId="{9E925E74-D29A-4FF2-BA30-2DCB609A9627}" dt="2025-11-13T13:41:03.084" v="4010"/>
        <pc:sldMkLst>
          <pc:docMk/>
          <pc:sldMk cId="4290298694" sldId="312"/>
        </pc:sldMkLst>
        <pc:spChg chg="del">
          <ac:chgData name="Cesar Augusto Lopez Gallego" userId="0dfa9112-9251-4882-b472-cf2dfcee09d1" providerId="ADAL" clId="{9E925E74-D29A-4FF2-BA30-2DCB609A9627}" dt="2025-11-13T13:34:49.940" v="3844" actId="478"/>
          <ac:spMkLst>
            <pc:docMk/>
            <pc:sldMk cId="4290298694" sldId="312"/>
            <ac:spMk id="2" creationId="{DB6927D2-D450-4855-82DF-18128C282F6C}"/>
          </ac:spMkLst>
        </pc:spChg>
        <pc:spChg chg="add mod">
          <ac:chgData name="Cesar Augusto Lopez Gallego" userId="0dfa9112-9251-4882-b472-cf2dfcee09d1" providerId="ADAL" clId="{9E925E74-D29A-4FF2-BA30-2DCB609A9627}" dt="2025-11-13T13:35:20.487" v="3856" actId="13926"/>
          <ac:spMkLst>
            <pc:docMk/>
            <pc:sldMk cId="4290298694" sldId="312"/>
            <ac:spMk id="3" creationId="{9C234670-3296-4B77-A4F2-3095D7937641}"/>
          </ac:spMkLst>
        </pc:spChg>
        <pc:spChg chg="add mod">
          <ac:chgData name="Cesar Augusto Lopez Gallego" userId="0dfa9112-9251-4882-b472-cf2dfcee09d1" providerId="ADAL" clId="{9E925E74-D29A-4FF2-BA30-2DCB609A9627}" dt="2025-11-13T13:40:56.770" v="4008"/>
          <ac:spMkLst>
            <pc:docMk/>
            <pc:sldMk cId="4290298694" sldId="312"/>
            <ac:spMk id="4" creationId="{786D31D7-1900-46C4-8E3A-8C3E24D4510B}"/>
          </ac:spMkLst>
        </pc:spChg>
        <pc:cxnChg chg="add mod">
          <ac:chgData name="Cesar Augusto Lopez Gallego" userId="0dfa9112-9251-4882-b472-cf2dfcee09d1" providerId="ADAL" clId="{9E925E74-D29A-4FF2-BA30-2DCB609A9627}" dt="2025-11-13T13:41:03.084" v="4010"/>
          <ac:cxnSpMkLst>
            <pc:docMk/>
            <pc:sldMk cId="4290298694" sldId="312"/>
            <ac:cxnSpMk id="5" creationId="{94B31868-E756-468B-A960-B0656BA169FE}"/>
          </ac:cxnSpMkLst>
        </pc:cxnChg>
        <pc:cxnChg chg="add mod">
          <ac:chgData name="Cesar Augusto Lopez Gallego" userId="0dfa9112-9251-4882-b472-cf2dfcee09d1" providerId="ADAL" clId="{9E925E74-D29A-4FF2-BA30-2DCB609A9627}" dt="2025-11-13T13:41:03.084" v="4010"/>
          <ac:cxnSpMkLst>
            <pc:docMk/>
            <pc:sldMk cId="4290298694" sldId="312"/>
            <ac:cxnSpMk id="6" creationId="{7A5D882F-0634-4CD4-AF4D-FC888F60BF87}"/>
          </ac:cxnSpMkLst>
        </pc:cxnChg>
      </pc:sldChg>
      <pc:sldChg chg="addSp delSp modSp new mod">
        <pc:chgData name="Cesar Augusto Lopez Gallego" userId="0dfa9112-9251-4882-b472-cf2dfcee09d1" providerId="ADAL" clId="{9E925E74-D29A-4FF2-BA30-2DCB609A9627}" dt="2025-11-13T13:52:47.860" v="4223"/>
        <pc:sldMkLst>
          <pc:docMk/>
          <pc:sldMk cId="1388610337" sldId="313"/>
        </pc:sldMkLst>
        <pc:spChg chg="del">
          <ac:chgData name="Cesar Augusto Lopez Gallego" userId="0dfa9112-9251-4882-b472-cf2dfcee09d1" providerId="ADAL" clId="{9E925E74-D29A-4FF2-BA30-2DCB609A9627}" dt="2025-11-13T13:52:47.625" v="4222" actId="478"/>
          <ac:spMkLst>
            <pc:docMk/>
            <pc:sldMk cId="1388610337" sldId="313"/>
            <ac:spMk id="2" creationId="{F7DB003F-554C-4E3C-B71B-B8B16A1AE0CA}"/>
          </ac:spMkLst>
        </pc:spChg>
        <pc:spChg chg="add mod">
          <ac:chgData name="Cesar Augusto Lopez Gallego" userId="0dfa9112-9251-4882-b472-cf2dfcee09d1" providerId="ADAL" clId="{9E925E74-D29A-4FF2-BA30-2DCB609A9627}" dt="2025-11-13T13:52:27.494" v="4219" actId="20577"/>
          <ac:spMkLst>
            <pc:docMk/>
            <pc:sldMk cId="1388610337" sldId="313"/>
            <ac:spMk id="4" creationId="{10539815-A0DF-46A0-9A06-F687A4817E0D}"/>
          </ac:spMkLst>
        </pc:spChg>
        <pc:spChg chg="add del">
          <ac:chgData name="Cesar Augusto Lopez Gallego" userId="0dfa9112-9251-4882-b472-cf2dfcee09d1" providerId="ADAL" clId="{9E925E74-D29A-4FF2-BA30-2DCB609A9627}" dt="2025-11-13T13:52:16.966" v="4215"/>
          <ac:spMkLst>
            <pc:docMk/>
            <pc:sldMk cId="1388610337" sldId="313"/>
            <ac:spMk id="5" creationId="{175B1E82-7298-48A3-9C1A-D87440146569}"/>
          </ac:spMkLst>
        </pc:spChg>
        <pc:spChg chg="add mod">
          <ac:chgData name="Cesar Augusto Lopez Gallego" userId="0dfa9112-9251-4882-b472-cf2dfcee09d1" providerId="ADAL" clId="{9E925E74-D29A-4FF2-BA30-2DCB609A9627}" dt="2025-11-13T13:52:47.860" v="4223"/>
          <ac:spMkLst>
            <pc:docMk/>
            <pc:sldMk cId="1388610337" sldId="313"/>
            <ac:spMk id="8" creationId="{9E4846E4-A211-4ADE-B269-F88088EF63A9}"/>
          </ac:spMkLst>
        </pc:spChg>
        <pc:cxnChg chg="add mod">
          <ac:chgData name="Cesar Augusto Lopez Gallego" userId="0dfa9112-9251-4882-b472-cf2dfcee09d1" providerId="ADAL" clId="{9E925E74-D29A-4FF2-BA30-2DCB609A9627}" dt="2025-11-13T13:52:35.475" v="4221" actId="13822"/>
          <ac:cxnSpMkLst>
            <pc:docMk/>
            <pc:sldMk cId="1388610337" sldId="313"/>
            <ac:cxnSpMk id="7" creationId="{BF5FD18D-15BE-464B-910B-AA57C41E59F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1" name="Shape 18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egi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egio-text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ostgr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M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Bu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M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Text"/>
          <p:cNvSpPr txBox="1">
            <a:spLocks noGrp="1"/>
          </p:cNvSpPr>
          <p:nvPr>
            <p:ph type="title"/>
          </p:nvPr>
        </p:nvSpPr>
        <p:spPr>
          <a:xfrm>
            <a:off x="1727280" y="1271880"/>
            <a:ext cx="10362960" cy="270576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124" name="Body Level One…"/>
          <p:cNvSpPr txBox="1">
            <a:spLocks noGrp="1"/>
          </p:cNvSpPr>
          <p:nvPr>
            <p:ph type="body" idx="1"/>
          </p:nvPr>
        </p:nvSpPr>
        <p:spPr>
          <a:xfrm>
            <a:off x="690840" y="1818719"/>
            <a:ext cx="12435121" cy="450756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1pPr>
            <a:lvl2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2pPr>
            <a:lvl3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3pPr>
            <a:lvl4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4pPr>
            <a:lvl5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0" y="0"/>
            <a:ext cx="244172" cy="241648"/>
          </a:xfrm>
          <a:prstGeom prst="rect">
            <a:avLst/>
          </a:prstGeom>
        </p:spPr>
        <p:txBody>
          <a:bodyPr lIns="0" tIns="0" rIns="0" bIns="0" anchor="t"/>
          <a:lstStyle>
            <a:lvl1pPr algn="l" defTabSz="457200">
              <a:defRPr sz="1800" spc="-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-texto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abla-gráfico-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egio Mar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Solo el título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949960" y="413809"/>
            <a:ext cx="11917680" cy="150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87"/>
              <a:buFont typeface="Calibri"/>
              <a:buNone/>
              <a:defRPr sz="49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949960" y="7203864"/>
            <a:ext cx="3108960" cy="41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4577080" y="7203864"/>
            <a:ext cx="4663440" cy="41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9758680" y="7203864"/>
            <a:ext cx="3108960" cy="41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32763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En blanc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949960" y="7203864"/>
            <a:ext cx="3108960" cy="41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577080" y="7203864"/>
            <a:ext cx="4663440" cy="41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9758680" y="7203864"/>
            <a:ext cx="3108960" cy="41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79122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949960" y="413809"/>
            <a:ext cx="11917680" cy="150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87"/>
              <a:buFont typeface="Calibri"/>
              <a:buNone/>
              <a:defRPr sz="49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949960" y="2069042"/>
            <a:ext cx="5872480" cy="4931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0085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  <a:defRPr sz="31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131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720"/>
              <a:buFont typeface="Arial"/>
              <a:buChar char="•"/>
              <a:defRPr sz="27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2554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267"/>
              <a:buFont typeface="Arial"/>
              <a:buChar char="•"/>
              <a:defRPr sz="22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813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813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813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813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8140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8140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6995160" y="2069042"/>
            <a:ext cx="5872480" cy="4931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0085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  <a:defRPr sz="31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131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720"/>
              <a:buFont typeface="Arial"/>
              <a:buChar char="•"/>
              <a:defRPr sz="27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2554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267"/>
              <a:buFont typeface="Arial"/>
              <a:buChar char="•"/>
              <a:defRPr sz="22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813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813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813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813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8140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8140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949960" y="7203864"/>
            <a:ext cx="3108960" cy="41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6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577080" y="7203864"/>
            <a:ext cx="4663440" cy="41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6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9758680" y="7203864"/>
            <a:ext cx="3108960" cy="41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6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6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6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6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6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6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6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6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6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90471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949960" y="413809"/>
            <a:ext cx="11917680" cy="150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87"/>
              <a:buFont typeface="Calibri"/>
              <a:buNone/>
              <a:defRPr sz="49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949960" y="2069042"/>
            <a:ext cx="11917680" cy="4931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0085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  <a:defRPr sz="31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131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720"/>
              <a:buFont typeface="Arial"/>
              <a:buChar char="•"/>
              <a:defRPr sz="27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2554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267"/>
              <a:buFont typeface="Arial"/>
              <a:buChar char="•"/>
              <a:defRPr sz="22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813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813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813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813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8140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8140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949960" y="7203864"/>
            <a:ext cx="3108960" cy="41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577080" y="7203864"/>
            <a:ext cx="4663440" cy="41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9758680" y="7203864"/>
            <a:ext cx="3108960" cy="41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104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90880" y="104351"/>
            <a:ext cx="12435841" cy="1709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90880" y="1813560"/>
            <a:ext cx="12435841" cy="595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678506" y="6994313"/>
            <a:ext cx="3224108" cy="4191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1pPr>
      <a:lvl2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2pPr>
      <a:lvl3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3pPr>
      <a:lvl4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4pPr>
      <a:lvl5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5pPr>
      <a:lvl6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6pPr>
      <a:lvl7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7pPr>
      <a:lvl8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8pPr>
      <a:lvl9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 2"/>
          <p:cNvSpPr txBox="1"/>
          <p:nvPr/>
        </p:nvSpPr>
        <p:spPr>
          <a:xfrm>
            <a:off x="2453205" y="2027507"/>
            <a:ext cx="9169242" cy="7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400">
                <a:solidFill>
                  <a:srgbClr val="404040"/>
                </a:solidFill>
              </a:defRPr>
            </a:lvl1pPr>
          </a:lstStyle>
          <a:p>
            <a:pPr algn="ctr"/>
            <a:r>
              <a:rPr lang="es-ES" dirty="0"/>
              <a:t>Origen Lenguaje Python</a:t>
            </a:r>
            <a:endParaRPr dirty="0"/>
          </a:p>
        </p:txBody>
      </p:sp>
      <p:pic>
        <p:nvPicPr>
          <p:cNvPr id="2050" name="Picture 2" descr="Python logo - Accredian Blog">
            <a:extLst>
              <a:ext uri="{FF2B5EF4-FFF2-40B4-BE49-F238E27FC236}">
                <a16:creationId xmlns:a16="http://schemas.microsoft.com/office/drawing/2014/main" id="{CA955C63-997B-407D-A836-48E4BA47E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051" y="3456923"/>
            <a:ext cx="17335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924914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Guido van Rossum - Wikipedia, la enciclopedia libre">
            <a:extLst>
              <a:ext uri="{FF2B5EF4-FFF2-40B4-BE49-F238E27FC236}">
                <a16:creationId xmlns:a16="http://schemas.microsoft.com/office/drawing/2014/main" id="{335A178B-1A32-4E74-A7E9-868747E11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626" y="2367419"/>
            <a:ext cx="2659692" cy="398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C5DA03E-2380-4CBB-BE00-6783697F1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20" y="1195263"/>
            <a:ext cx="3696704" cy="105942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2662286-4FEA-4569-AC69-EABDB54C2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178" y="1823292"/>
            <a:ext cx="7133968" cy="2764802"/>
          </a:xfrm>
          <a:prstGeom prst="rect">
            <a:avLst/>
          </a:prstGeom>
        </p:spPr>
      </p:pic>
      <p:grpSp>
        <p:nvGrpSpPr>
          <p:cNvPr id="12" name="Grupo 11">
            <a:extLst>
              <a:ext uri="{FF2B5EF4-FFF2-40B4-BE49-F238E27FC236}">
                <a16:creationId xmlns:a16="http://schemas.microsoft.com/office/drawing/2014/main" id="{EE9AA1A6-AA6E-4FF7-9C07-AEEB50B84CAB}"/>
              </a:ext>
            </a:extLst>
          </p:cNvPr>
          <p:cNvGrpSpPr/>
          <p:nvPr/>
        </p:nvGrpSpPr>
        <p:grpSpPr>
          <a:xfrm>
            <a:off x="10387641" y="2467140"/>
            <a:ext cx="2121009" cy="1895048"/>
            <a:chOff x="5251544" y="4755564"/>
            <a:chExt cx="2121009" cy="1895048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CDAE3825-9052-483C-8BDF-3E68D51E84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50985" y="6057654"/>
              <a:ext cx="1522128" cy="592958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A670245E-EBDC-46E4-9A9F-0F873C2B7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51544" y="4755564"/>
              <a:ext cx="2121009" cy="1225613"/>
            </a:xfrm>
            <a:prstGeom prst="rect">
              <a:avLst/>
            </a:prstGeom>
          </p:spPr>
        </p:pic>
      </p:grpSp>
      <p:pic>
        <p:nvPicPr>
          <p:cNvPr id="14" name="Imagen 13">
            <a:extLst>
              <a:ext uri="{FF2B5EF4-FFF2-40B4-BE49-F238E27FC236}">
                <a16:creationId xmlns:a16="http://schemas.microsoft.com/office/drawing/2014/main" id="{9BAE7B76-E484-4FC5-AF83-5B8A66DEBB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5824" y="5158225"/>
            <a:ext cx="5132854" cy="105942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FBFF55F9-D2D5-4171-A3AA-6065A33A16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5182" y="5158523"/>
            <a:ext cx="4045927" cy="141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66651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 2"/>
          <p:cNvSpPr txBox="1"/>
          <p:nvPr/>
        </p:nvSpPr>
        <p:spPr>
          <a:xfrm>
            <a:off x="2453205" y="2027507"/>
            <a:ext cx="9169242" cy="2123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400">
                <a:solidFill>
                  <a:srgbClr val="404040"/>
                </a:solidFill>
              </a:defRPr>
            </a:lvl1pPr>
          </a:lstStyle>
          <a:p>
            <a:pPr algn="ctr"/>
            <a:r>
              <a:rPr lang="es-ES" dirty="0"/>
              <a:t>Variables, Constantes, Tipos de Datos, Conversiones, manejo de errores y cómo escribir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lang="es-ES" dirty="0"/>
              <a:t>Python</a:t>
            </a:r>
            <a:endParaRPr dirty="0"/>
          </a:p>
        </p:txBody>
      </p:sp>
      <p:pic>
        <p:nvPicPr>
          <p:cNvPr id="2050" name="Picture 2" descr="Python logo - Accredian Blog">
            <a:extLst>
              <a:ext uri="{FF2B5EF4-FFF2-40B4-BE49-F238E27FC236}">
                <a16:creationId xmlns:a16="http://schemas.microsoft.com/office/drawing/2014/main" id="{CA955C63-997B-407D-A836-48E4BA47E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051" y="5022677"/>
            <a:ext cx="17335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ACF3C1-8A29-4E0E-971A-1BA8AD797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Datos - Primitivos</a:t>
            </a:r>
            <a:endParaRPr lang="es-419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FC4E159-CA84-4A99-9D44-99623C70B512}"/>
              </a:ext>
            </a:extLst>
          </p:cNvPr>
          <p:cNvSpPr txBox="1"/>
          <p:nvPr/>
        </p:nvSpPr>
        <p:spPr>
          <a:xfrm>
            <a:off x="1086632" y="1916114"/>
            <a:ext cx="4121064" cy="37856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>
                <a:solidFill>
                  <a:schemeClr val="accent6"/>
                </a:solidFill>
              </a:rPr>
              <a:t># Enteros </a:t>
            </a:r>
            <a:r>
              <a:rPr lang="es-ES" sz="2400" dirty="0">
                <a:highlight>
                  <a:srgbClr val="00FFFF"/>
                </a:highlight>
              </a:rPr>
              <a:t>(</a:t>
            </a:r>
            <a:r>
              <a:rPr lang="es-ES" sz="2400" dirty="0" err="1">
                <a:highlight>
                  <a:srgbClr val="00FFFF"/>
                </a:highlight>
              </a:rPr>
              <a:t>int</a:t>
            </a:r>
            <a:r>
              <a:rPr lang="es-ES" sz="2400" dirty="0">
                <a:highlight>
                  <a:srgbClr val="00FFFF"/>
                </a:highlight>
              </a:rPr>
              <a:t>)</a:t>
            </a:r>
          </a:p>
          <a:p>
            <a:r>
              <a:rPr lang="es-ES" sz="2400" dirty="0"/>
              <a:t>edad = 25</a:t>
            </a:r>
          </a:p>
          <a:p>
            <a:r>
              <a:rPr lang="es-ES" sz="2400" dirty="0"/>
              <a:t>año = 2024</a:t>
            </a:r>
          </a:p>
          <a:p>
            <a:r>
              <a:rPr lang="es-ES" sz="2400" dirty="0"/>
              <a:t>temperatura = -10</a:t>
            </a:r>
          </a:p>
          <a:p>
            <a:r>
              <a:rPr lang="es-ES" sz="2400" dirty="0"/>
              <a:t>ingresos = 76920991</a:t>
            </a:r>
          </a:p>
          <a:p>
            <a:endParaRPr lang="es-ES" sz="2400" dirty="0">
              <a:solidFill>
                <a:schemeClr val="accent6"/>
              </a:solidFill>
            </a:endParaRPr>
          </a:p>
          <a:p>
            <a:r>
              <a:rPr lang="es-ES" sz="2400" dirty="0">
                <a:solidFill>
                  <a:schemeClr val="accent6"/>
                </a:solidFill>
              </a:rPr>
              <a:t># Reales</a:t>
            </a:r>
            <a:r>
              <a:rPr lang="es-ES" sz="2400" dirty="0"/>
              <a:t> </a:t>
            </a:r>
            <a:r>
              <a:rPr lang="es-ES" sz="2400" dirty="0">
                <a:highlight>
                  <a:srgbClr val="00FFFF"/>
                </a:highlight>
              </a:rPr>
              <a:t>(</a:t>
            </a:r>
            <a:r>
              <a:rPr lang="es-ES" sz="2400" dirty="0" err="1">
                <a:highlight>
                  <a:srgbClr val="00FFFF"/>
                </a:highlight>
              </a:rPr>
              <a:t>float</a:t>
            </a:r>
            <a:r>
              <a:rPr lang="es-ES" sz="2400" dirty="0">
                <a:highlight>
                  <a:srgbClr val="00FFFF"/>
                </a:highlight>
              </a:rPr>
              <a:t>)</a:t>
            </a:r>
          </a:p>
          <a:p>
            <a:r>
              <a:rPr lang="es-ES" sz="2400" dirty="0"/>
              <a:t>precio = 19.99</a:t>
            </a:r>
          </a:p>
          <a:p>
            <a:r>
              <a:rPr lang="es-ES" sz="2400" dirty="0"/>
              <a:t>pi = 3.14159</a:t>
            </a:r>
          </a:p>
          <a:p>
            <a:r>
              <a:rPr lang="es-ES" sz="2400" dirty="0" err="1"/>
              <a:t>temperatura_promedio</a:t>
            </a:r>
            <a:r>
              <a:rPr lang="es-ES" sz="2400" dirty="0"/>
              <a:t> = 23.5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06D5D6C-6837-42D0-80C0-E1B3F1D58C7A}"/>
              </a:ext>
            </a:extLst>
          </p:cNvPr>
          <p:cNvSpPr txBox="1"/>
          <p:nvPr/>
        </p:nvSpPr>
        <p:spPr>
          <a:xfrm>
            <a:off x="5034593" y="2028848"/>
            <a:ext cx="4399766" cy="3416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2400"/>
            </a:lvl1pPr>
          </a:lstStyle>
          <a:p>
            <a:r>
              <a:rPr lang="es-419" dirty="0">
                <a:solidFill>
                  <a:schemeClr val="accent6"/>
                </a:solidFill>
              </a:rPr>
              <a:t># Cadenas de Caracteres o </a:t>
            </a:r>
            <a:r>
              <a:rPr lang="es-419" dirty="0" err="1">
                <a:solidFill>
                  <a:schemeClr val="accent6"/>
                </a:solidFill>
              </a:rPr>
              <a:t>Strings</a:t>
            </a:r>
            <a:endParaRPr lang="es-419" dirty="0">
              <a:solidFill>
                <a:schemeClr val="accent6"/>
              </a:solidFill>
            </a:endParaRPr>
          </a:p>
          <a:p>
            <a:r>
              <a:rPr lang="es-419" dirty="0"/>
              <a:t>nombre = "Ana María López“</a:t>
            </a:r>
          </a:p>
          <a:p>
            <a:r>
              <a:rPr lang="es-419" dirty="0" err="1"/>
              <a:t>otro_nombre</a:t>
            </a:r>
            <a:r>
              <a:rPr lang="es-419" dirty="0"/>
              <a:t> = ‘Leo Messi’</a:t>
            </a:r>
          </a:p>
          <a:p>
            <a:r>
              <a:rPr lang="es-419" dirty="0"/>
              <a:t>_</a:t>
            </a:r>
            <a:r>
              <a:rPr lang="es-419" dirty="0" err="1"/>
              <a:t>una_letra</a:t>
            </a:r>
            <a:r>
              <a:rPr lang="es-419" dirty="0"/>
              <a:t> = ‘a’</a:t>
            </a:r>
          </a:p>
          <a:p>
            <a:endParaRPr lang="es-419" dirty="0"/>
          </a:p>
          <a:p>
            <a:r>
              <a:rPr lang="es-419" dirty="0">
                <a:solidFill>
                  <a:schemeClr val="accent6"/>
                </a:solidFill>
              </a:rPr>
              <a:t>#String Multilínea</a:t>
            </a:r>
          </a:p>
          <a:p>
            <a:r>
              <a:rPr lang="es-ES" dirty="0" err="1"/>
              <a:t>direccion</a:t>
            </a:r>
            <a:r>
              <a:rPr lang="es-ES" dirty="0"/>
              <a:t> = ""“Calle 33</a:t>
            </a:r>
          </a:p>
          <a:p>
            <a:r>
              <a:rPr lang="es-ES" dirty="0"/>
              <a:t>Número 71b-26</a:t>
            </a:r>
          </a:p>
          <a:p>
            <a:r>
              <a:rPr lang="es-ES" dirty="0"/>
              <a:t>Medellín, Colombia"""</a:t>
            </a:r>
            <a:endParaRPr lang="es-419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6FD07AF-15E4-42A0-BC22-EB19F89EC68D}"/>
              </a:ext>
            </a:extLst>
          </p:cNvPr>
          <p:cNvSpPr txBox="1"/>
          <p:nvPr/>
        </p:nvSpPr>
        <p:spPr>
          <a:xfrm>
            <a:off x="9829800" y="1916114"/>
            <a:ext cx="3598101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2400"/>
            </a:lvl1pPr>
          </a:lstStyle>
          <a:p>
            <a:r>
              <a:rPr lang="es-ES" dirty="0">
                <a:solidFill>
                  <a:schemeClr val="accent6"/>
                </a:solidFill>
              </a:rPr>
              <a:t># Booleanos</a:t>
            </a:r>
          </a:p>
          <a:p>
            <a:r>
              <a:rPr lang="es-ES" dirty="0"/>
              <a:t>activo = True</a:t>
            </a:r>
          </a:p>
          <a:p>
            <a:r>
              <a:rPr lang="es-ES" dirty="0" err="1"/>
              <a:t>tiene_licencia</a:t>
            </a:r>
            <a:r>
              <a:rPr lang="es-ES" dirty="0"/>
              <a:t> = False</a:t>
            </a:r>
          </a:p>
          <a:p>
            <a:r>
              <a:rPr lang="es-ES" dirty="0"/>
              <a:t>encendido = True</a:t>
            </a:r>
            <a:endParaRPr lang="es-419" dirty="0"/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37479D86-A5B0-41B3-B4C4-338E6057FD88}"/>
              </a:ext>
            </a:extLst>
          </p:cNvPr>
          <p:cNvSpPr/>
          <p:nvPr/>
        </p:nvSpPr>
        <p:spPr>
          <a:xfrm rot="16200000">
            <a:off x="990672" y="5952246"/>
            <a:ext cx="742167" cy="550247"/>
          </a:xfrm>
          <a:prstGeom prst="rightArrow">
            <a:avLst/>
          </a:prstGeom>
          <a:solidFill>
            <a:schemeClr val="accent6"/>
          </a:solidFill>
          <a:ln w="12700" cap="flat">
            <a:solidFill>
              <a:schemeClr val="accent6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419" sz="18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1E8C0E4-F4C2-4798-9D99-5795050708D7}"/>
              </a:ext>
            </a:extLst>
          </p:cNvPr>
          <p:cNvSpPr txBox="1"/>
          <p:nvPr/>
        </p:nvSpPr>
        <p:spPr>
          <a:xfrm>
            <a:off x="1728592" y="6182025"/>
            <a:ext cx="5876609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800" b="1" i="0" u="none" strike="noStrike" cap="none" spc="0" normalizeH="0" baseline="0" dirty="0">
                <a:ln>
                  <a:noFill/>
                </a:ln>
                <a:solidFill>
                  <a:schemeClr val="accent6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Las variables se adaptan al tipo de dato</a:t>
            </a:r>
            <a:endParaRPr kumimoji="0" lang="es-419" sz="2800" b="1" i="0" u="none" strike="noStrike" cap="none" spc="0" normalizeH="0" baseline="0" dirty="0">
              <a:ln>
                <a:noFill/>
              </a:ln>
              <a:solidFill>
                <a:schemeClr val="accent6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158CC07A-41F5-4514-A7AD-92EB1516512C}"/>
              </a:ext>
            </a:extLst>
          </p:cNvPr>
          <p:cNvSpPr/>
          <p:nvPr/>
        </p:nvSpPr>
        <p:spPr>
          <a:xfrm rot="18674430">
            <a:off x="7174715" y="4735577"/>
            <a:ext cx="3740639" cy="550247"/>
          </a:xfrm>
          <a:prstGeom prst="rightArrow">
            <a:avLst/>
          </a:prstGeom>
          <a:solidFill>
            <a:schemeClr val="accent6"/>
          </a:solidFill>
          <a:ln w="12700" cap="flat">
            <a:solidFill>
              <a:schemeClr val="accent6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419" sz="18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247411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ACF3C1-8A29-4E0E-971A-1BA8AD797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Variables y Constantes</a:t>
            </a:r>
            <a:br>
              <a:rPr lang="es-ES" dirty="0"/>
            </a:br>
            <a:r>
              <a:rPr lang="es-ES" dirty="0"/>
              <a:t>							</a:t>
            </a:r>
            <a:r>
              <a:rPr lang="es-ES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Operador clave asignación</a:t>
            </a:r>
            <a:r>
              <a:rPr lang="es-ES" sz="3200" dirty="0"/>
              <a:t> </a:t>
            </a:r>
            <a:r>
              <a:rPr lang="es-ES" sz="3200" b="1" dirty="0"/>
              <a:t>=</a:t>
            </a:r>
            <a:endParaRPr lang="es-419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96040AD-4DA1-4AD0-8268-6E13612BA368}"/>
              </a:ext>
            </a:extLst>
          </p:cNvPr>
          <p:cNvSpPr txBox="1"/>
          <p:nvPr/>
        </p:nvSpPr>
        <p:spPr>
          <a:xfrm>
            <a:off x="843070" y="2470821"/>
            <a:ext cx="4749382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>
                <a:solidFill>
                  <a:schemeClr val="accent6"/>
                </a:solidFill>
              </a:rPr>
              <a:t>#Básica</a:t>
            </a:r>
          </a:p>
          <a:p>
            <a:r>
              <a:rPr lang="es-ES" sz="2400" dirty="0"/>
              <a:t>nombre = “María"</a:t>
            </a:r>
          </a:p>
          <a:p>
            <a:r>
              <a:rPr lang="es-ES" sz="2400" dirty="0"/>
              <a:t>edad = 35</a:t>
            </a:r>
          </a:p>
          <a:p>
            <a:r>
              <a:rPr lang="es-ES" sz="2400" dirty="0"/>
              <a:t>altura = 1.65</a:t>
            </a:r>
          </a:p>
          <a:p>
            <a:r>
              <a:rPr lang="es-ES" sz="2400" dirty="0"/>
              <a:t>_</a:t>
            </a:r>
            <a:r>
              <a:rPr lang="es-ES" sz="2400" dirty="0" err="1"/>
              <a:t>estudiante_bigdata</a:t>
            </a:r>
            <a:r>
              <a:rPr lang="es-ES" sz="2400" dirty="0"/>
              <a:t> = True</a:t>
            </a:r>
            <a:endParaRPr lang="es-419" sz="24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64D2D27-5BC2-4DD3-B416-D2BA19765F5D}"/>
              </a:ext>
            </a:extLst>
          </p:cNvPr>
          <p:cNvSpPr txBox="1"/>
          <p:nvPr/>
        </p:nvSpPr>
        <p:spPr>
          <a:xfrm>
            <a:off x="843070" y="4442274"/>
            <a:ext cx="6065730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>
                <a:solidFill>
                  <a:schemeClr val="accent6"/>
                </a:solidFill>
              </a:rPr>
              <a:t># Múltiples variables en una línea</a:t>
            </a:r>
          </a:p>
          <a:p>
            <a:r>
              <a:rPr lang="es-ES" sz="2400" dirty="0"/>
              <a:t>x, y, z = 10, 20, 30</a:t>
            </a:r>
          </a:p>
          <a:p>
            <a:r>
              <a:rPr lang="es-ES" sz="2400" dirty="0"/>
              <a:t>nombre, edad, ciudad = "Carlos", 30, "Madrid“</a:t>
            </a:r>
          </a:p>
          <a:p>
            <a:endParaRPr lang="es-ES" sz="2400" dirty="0"/>
          </a:p>
          <a:p>
            <a:r>
              <a:rPr lang="es-ES" sz="2400" dirty="0">
                <a:solidFill>
                  <a:schemeClr val="accent6"/>
                </a:solidFill>
              </a:rPr>
              <a:t># Múltiples variables con mismo valor</a:t>
            </a:r>
          </a:p>
          <a:p>
            <a:r>
              <a:rPr lang="es-ES" sz="2400" dirty="0"/>
              <a:t>x = y = z = 0</a:t>
            </a:r>
            <a:endParaRPr lang="es-419" sz="2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49677B9-184C-4883-B784-B47E2C83466D}"/>
              </a:ext>
            </a:extLst>
          </p:cNvPr>
          <p:cNvSpPr txBox="1"/>
          <p:nvPr/>
        </p:nvSpPr>
        <p:spPr>
          <a:xfrm>
            <a:off x="7685412" y="2503282"/>
            <a:ext cx="5958840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>
                <a:solidFill>
                  <a:schemeClr val="accent6"/>
                </a:solidFill>
              </a:rPr>
              <a:t># Por convención, las constantes se escriben en</a:t>
            </a:r>
            <a:r>
              <a:rPr lang="es-ES" sz="2400" dirty="0"/>
              <a:t> </a:t>
            </a:r>
            <a:r>
              <a:rPr lang="es-ES" sz="2400" b="1" dirty="0">
                <a:highlight>
                  <a:srgbClr val="FFFF00"/>
                </a:highlight>
              </a:rPr>
              <a:t>MAYÚSCULAS</a:t>
            </a:r>
          </a:p>
          <a:p>
            <a:r>
              <a:rPr lang="es-ES" sz="2400" dirty="0"/>
              <a:t>PI = 3.14159</a:t>
            </a:r>
          </a:p>
          <a:p>
            <a:r>
              <a:rPr lang="es-ES" sz="2400" dirty="0"/>
              <a:t>CANTIDAD_PLAZAS = 450</a:t>
            </a:r>
          </a:p>
          <a:p>
            <a:r>
              <a:rPr lang="es-ES" sz="2400" dirty="0"/>
              <a:t>VELOCIDAD_MAX = 80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CF519745-FB09-4104-9081-FAF6CCFEDDC5}"/>
              </a:ext>
            </a:extLst>
          </p:cNvPr>
          <p:cNvCxnSpPr>
            <a:cxnSpLocks/>
          </p:cNvCxnSpPr>
          <p:nvPr/>
        </p:nvCxnSpPr>
        <p:spPr>
          <a:xfrm>
            <a:off x="5323562" y="1315233"/>
            <a:ext cx="2141950" cy="13277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29123777-9D08-4D95-A1EA-31F8EAF87339}"/>
              </a:ext>
            </a:extLst>
          </p:cNvPr>
          <p:cNvCxnSpPr>
            <a:cxnSpLocks/>
          </p:cNvCxnSpPr>
          <p:nvPr/>
        </p:nvCxnSpPr>
        <p:spPr>
          <a:xfrm flipH="1">
            <a:off x="2192055" y="1315233"/>
            <a:ext cx="1025706" cy="9487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4B7379A-92E1-4EBC-97BE-AB7C1A354519}"/>
              </a:ext>
            </a:extLst>
          </p:cNvPr>
          <p:cNvSpPr txBox="1"/>
          <p:nvPr/>
        </p:nvSpPr>
        <p:spPr>
          <a:xfrm>
            <a:off x="8016658" y="4772417"/>
            <a:ext cx="4296427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* Son una convención más que una restricción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469539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EB27E-C9F6-41DB-AC01-EAF55F559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Palabras Reservadas Python</a:t>
            </a:r>
            <a:endParaRPr lang="es-419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3BDA199-148E-4087-B9E8-491295BE6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270" y="2343106"/>
            <a:ext cx="8126811" cy="451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190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ACF3C1-8A29-4E0E-971A-1BA8AD797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Conversiones entre datos, clave para operar</a:t>
            </a:r>
            <a:endParaRPr lang="es-419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DFDB7E0-9485-4F88-B6B5-29E698E26951}"/>
              </a:ext>
            </a:extLst>
          </p:cNvPr>
          <p:cNvSpPr txBox="1"/>
          <p:nvPr/>
        </p:nvSpPr>
        <p:spPr>
          <a:xfrm>
            <a:off x="1613839" y="2216739"/>
            <a:ext cx="4373602" cy="48936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b="1" dirty="0">
                <a:solidFill>
                  <a:schemeClr val="accent6"/>
                </a:solidFill>
              </a:rPr>
              <a:t># </a:t>
            </a:r>
            <a:r>
              <a:rPr lang="es-419" sz="2400" b="1" dirty="0" err="1">
                <a:solidFill>
                  <a:schemeClr val="accent6"/>
                </a:solidFill>
              </a:rPr>
              <a:t>String</a:t>
            </a:r>
            <a:r>
              <a:rPr lang="es-419" sz="2400" b="1" dirty="0">
                <a:solidFill>
                  <a:schemeClr val="accent6"/>
                </a:solidFill>
              </a:rPr>
              <a:t> a Entero</a:t>
            </a:r>
          </a:p>
          <a:p>
            <a:r>
              <a:rPr lang="es-419" sz="2400" dirty="0" err="1"/>
              <a:t>numero_str</a:t>
            </a:r>
            <a:r>
              <a:rPr lang="es-419" sz="2400" dirty="0"/>
              <a:t> = “98976"</a:t>
            </a:r>
          </a:p>
          <a:p>
            <a:r>
              <a:rPr lang="es-419" sz="2400" dirty="0" err="1"/>
              <a:t>numero_entero</a:t>
            </a:r>
            <a:r>
              <a:rPr lang="es-419" sz="2400" dirty="0"/>
              <a:t> = </a:t>
            </a:r>
            <a:r>
              <a:rPr lang="es-419" sz="2400" dirty="0" err="1">
                <a:highlight>
                  <a:srgbClr val="FFFF00"/>
                </a:highlight>
              </a:rPr>
              <a:t>int</a:t>
            </a:r>
            <a:r>
              <a:rPr lang="es-419" sz="2400" dirty="0">
                <a:highlight>
                  <a:srgbClr val="FFFF00"/>
                </a:highlight>
              </a:rPr>
              <a:t>(</a:t>
            </a:r>
            <a:r>
              <a:rPr lang="es-419" sz="2400" dirty="0" err="1"/>
              <a:t>numero_texto</a:t>
            </a:r>
            <a:r>
              <a:rPr lang="es-419" sz="2400" dirty="0">
                <a:highlight>
                  <a:srgbClr val="FFFF00"/>
                </a:highlight>
              </a:rPr>
              <a:t>)</a:t>
            </a:r>
          </a:p>
          <a:p>
            <a:endParaRPr lang="es-419" sz="2400" b="1" dirty="0">
              <a:solidFill>
                <a:schemeClr val="accent6"/>
              </a:solidFill>
            </a:endParaRPr>
          </a:p>
          <a:p>
            <a:r>
              <a:rPr lang="es-419" sz="2400" b="1" dirty="0">
                <a:solidFill>
                  <a:schemeClr val="accent6"/>
                </a:solidFill>
              </a:rPr>
              <a:t># </a:t>
            </a:r>
            <a:r>
              <a:rPr lang="es-419" sz="2400" b="1" dirty="0" err="1">
                <a:solidFill>
                  <a:schemeClr val="accent6"/>
                </a:solidFill>
              </a:rPr>
              <a:t>String</a:t>
            </a:r>
            <a:r>
              <a:rPr lang="es-419" sz="2400" b="1" dirty="0">
                <a:solidFill>
                  <a:schemeClr val="accent6"/>
                </a:solidFill>
              </a:rPr>
              <a:t> a real</a:t>
            </a:r>
            <a:endParaRPr lang="es-419" sz="2400" dirty="0"/>
          </a:p>
          <a:p>
            <a:r>
              <a:rPr lang="es-419" sz="2400" dirty="0" err="1"/>
              <a:t>numero_real</a:t>
            </a:r>
            <a:r>
              <a:rPr lang="es-419" sz="2400" dirty="0"/>
              <a:t> = </a:t>
            </a:r>
            <a:r>
              <a:rPr lang="es-419" sz="2400" dirty="0" err="1">
                <a:highlight>
                  <a:srgbClr val="FFFF00"/>
                </a:highlight>
              </a:rPr>
              <a:t>float</a:t>
            </a:r>
            <a:r>
              <a:rPr lang="es-419" sz="2400" dirty="0">
                <a:highlight>
                  <a:srgbClr val="FFFF00"/>
                </a:highlight>
              </a:rPr>
              <a:t>(</a:t>
            </a:r>
            <a:r>
              <a:rPr lang="es-419" sz="2400" dirty="0" err="1"/>
              <a:t>numero_texto</a:t>
            </a:r>
            <a:r>
              <a:rPr lang="es-419" sz="2400" dirty="0">
                <a:highlight>
                  <a:srgbClr val="FFFF00"/>
                </a:highlight>
              </a:rPr>
              <a:t>)</a:t>
            </a:r>
          </a:p>
          <a:p>
            <a:endParaRPr lang="es-ES" sz="2400" dirty="0">
              <a:solidFill>
                <a:schemeClr val="accent6"/>
              </a:solidFill>
            </a:endParaRPr>
          </a:p>
          <a:p>
            <a:r>
              <a:rPr lang="es-ES" sz="2400" dirty="0">
                <a:solidFill>
                  <a:schemeClr val="accent6"/>
                </a:solidFill>
              </a:rPr>
              <a:t># </a:t>
            </a:r>
            <a:r>
              <a:rPr lang="es-ES" sz="2400" dirty="0" err="1">
                <a:solidFill>
                  <a:schemeClr val="accent6"/>
                </a:solidFill>
              </a:rPr>
              <a:t>Boolean</a:t>
            </a:r>
            <a:r>
              <a:rPr lang="es-ES" sz="2400" dirty="0">
                <a:solidFill>
                  <a:schemeClr val="accent6"/>
                </a:solidFill>
              </a:rPr>
              <a:t> a </a:t>
            </a:r>
            <a:r>
              <a:rPr lang="es-ES" sz="2400" dirty="0" err="1">
                <a:solidFill>
                  <a:schemeClr val="accent6"/>
                </a:solidFill>
              </a:rPr>
              <a:t>String</a:t>
            </a:r>
            <a:endParaRPr lang="es-ES" sz="2400" dirty="0">
              <a:solidFill>
                <a:schemeClr val="accent6"/>
              </a:solidFill>
            </a:endParaRPr>
          </a:p>
          <a:p>
            <a:r>
              <a:rPr lang="es-ES" sz="2400" dirty="0" err="1"/>
              <a:t>luz_roja_on</a:t>
            </a:r>
            <a:r>
              <a:rPr lang="es-ES" sz="2400" dirty="0"/>
              <a:t> = True</a:t>
            </a:r>
          </a:p>
          <a:p>
            <a:r>
              <a:rPr lang="es-ES" sz="2400" dirty="0" err="1"/>
              <a:t>texto_bool</a:t>
            </a:r>
            <a:r>
              <a:rPr lang="es-ES" sz="2400" dirty="0"/>
              <a:t> = </a:t>
            </a:r>
            <a:r>
              <a:rPr lang="es-ES" sz="2400" dirty="0" err="1">
                <a:highlight>
                  <a:srgbClr val="FFFF00"/>
                </a:highlight>
              </a:rPr>
              <a:t>str</a:t>
            </a:r>
            <a:r>
              <a:rPr lang="es-ES" sz="2400" dirty="0">
                <a:highlight>
                  <a:srgbClr val="FFFF00"/>
                </a:highlight>
              </a:rPr>
              <a:t>(</a:t>
            </a:r>
            <a:r>
              <a:rPr lang="es-ES" sz="2400" dirty="0" err="1"/>
              <a:t>luz_roja_on</a:t>
            </a:r>
            <a:r>
              <a:rPr lang="es-ES" sz="2400" dirty="0">
                <a:highlight>
                  <a:srgbClr val="FFFF00"/>
                </a:highlight>
              </a:rPr>
              <a:t>)</a:t>
            </a:r>
            <a:endParaRPr lang="es-ES" sz="2400" dirty="0">
              <a:solidFill>
                <a:schemeClr val="accent6"/>
              </a:solidFill>
            </a:endParaRPr>
          </a:p>
          <a:p>
            <a:endParaRPr lang="es-419" sz="24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B6E7E87-6AC8-4E93-A8E2-60501C1368DD}"/>
              </a:ext>
            </a:extLst>
          </p:cNvPr>
          <p:cNvSpPr txBox="1"/>
          <p:nvPr/>
        </p:nvSpPr>
        <p:spPr>
          <a:xfrm>
            <a:off x="7403161" y="3147536"/>
            <a:ext cx="5464479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>
                <a:solidFill>
                  <a:schemeClr val="accent6"/>
                </a:solidFill>
              </a:rPr>
              <a:t># Numéricos y </a:t>
            </a:r>
            <a:r>
              <a:rPr lang="es-ES" sz="2400" dirty="0" err="1">
                <a:solidFill>
                  <a:schemeClr val="accent6"/>
                </a:solidFill>
              </a:rPr>
              <a:t>String</a:t>
            </a:r>
            <a:r>
              <a:rPr lang="es-ES" sz="2400" dirty="0">
                <a:solidFill>
                  <a:schemeClr val="accent6"/>
                </a:solidFill>
              </a:rPr>
              <a:t>  a </a:t>
            </a:r>
            <a:r>
              <a:rPr lang="es-ES" sz="2400" dirty="0" err="1">
                <a:solidFill>
                  <a:schemeClr val="accent6"/>
                </a:solidFill>
              </a:rPr>
              <a:t>Boolean</a:t>
            </a:r>
            <a:endParaRPr lang="es-ES" sz="2400" dirty="0">
              <a:highlight>
                <a:srgbClr val="FFFF00"/>
              </a:highlight>
            </a:endParaRPr>
          </a:p>
          <a:p>
            <a:r>
              <a:rPr lang="es-419" sz="2400" dirty="0" err="1"/>
              <a:t>bool</a:t>
            </a:r>
            <a:r>
              <a:rPr lang="es-419" sz="2400" dirty="0"/>
              <a:t>(0) </a:t>
            </a:r>
            <a:r>
              <a:rPr lang="es-419" sz="2400" dirty="0">
                <a:sym typeface="Wingdings" panose="05000000000000000000" pitchFamily="2" charset="2"/>
              </a:rPr>
              <a:t> False</a:t>
            </a:r>
            <a:endParaRPr lang="es-419" sz="2400" dirty="0"/>
          </a:p>
          <a:p>
            <a:r>
              <a:rPr lang="es-419" sz="2400" dirty="0" err="1"/>
              <a:t>bool</a:t>
            </a:r>
            <a:r>
              <a:rPr lang="es-419" sz="2400" dirty="0"/>
              <a:t>(1) </a:t>
            </a:r>
            <a:r>
              <a:rPr lang="es-419" sz="2400" dirty="0">
                <a:sym typeface="Wingdings" panose="05000000000000000000" pitchFamily="2" charset="2"/>
              </a:rPr>
              <a:t> True</a:t>
            </a:r>
          </a:p>
          <a:p>
            <a:r>
              <a:rPr lang="es-419" sz="2400" dirty="0" err="1"/>
              <a:t>bool</a:t>
            </a:r>
            <a:r>
              <a:rPr lang="es-419" sz="2400" dirty="0"/>
              <a:t>(10.6) </a:t>
            </a:r>
            <a:r>
              <a:rPr lang="es-419" sz="2400" dirty="0">
                <a:sym typeface="Wingdings" panose="05000000000000000000" pitchFamily="2" charset="2"/>
              </a:rPr>
              <a:t> True</a:t>
            </a:r>
          </a:p>
          <a:p>
            <a:r>
              <a:rPr lang="es-419" sz="2400" dirty="0" err="1">
                <a:sym typeface="Wingdings" panose="05000000000000000000" pitchFamily="2" charset="2"/>
              </a:rPr>
              <a:t>bool</a:t>
            </a:r>
            <a:r>
              <a:rPr lang="es-419" sz="2400" dirty="0">
                <a:sym typeface="Wingdings" panose="05000000000000000000" pitchFamily="2" charset="2"/>
              </a:rPr>
              <a:t>(“True”)</a:t>
            </a:r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30135676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ACF3C1-8A29-4E0E-971A-1BA8AD797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960" y="413809"/>
            <a:ext cx="9885054" cy="1502305"/>
          </a:xfrm>
        </p:spPr>
        <p:txBody>
          <a:bodyPr/>
          <a:lstStyle/>
          <a:p>
            <a:r>
              <a:rPr lang="es-ES" dirty="0"/>
              <a:t>Instrucciones de Entrada </a:t>
            </a:r>
            <a:r>
              <a:rPr lang="es-ES" sz="3600" dirty="0">
                <a:solidFill>
                  <a:schemeClr val="accent3">
                    <a:lumMod val="75000"/>
                  </a:schemeClr>
                </a:solidFill>
              </a:rPr>
              <a:t>(Input o Lectura)</a:t>
            </a:r>
            <a:endParaRPr lang="es-419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896345F-55DD-4D48-85A9-70FCE48B5785}"/>
              </a:ext>
            </a:extLst>
          </p:cNvPr>
          <p:cNvSpPr txBox="1"/>
          <p:nvPr/>
        </p:nvSpPr>
        <p:spPr>
          <a:xfrm>
            <a:off x="1046305" y="1440460"/>
            <a:ext cx="9403132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3600" b="1" dirty="0">
                <a:solidFill>
                  <a:schemeClr val="accent2"/>
                </a:solidFill>
              </a:rPr>
              <a:t>f-</a:t>
            </a:r>
            <a:r>
              <a:rPr lang="es-ES" sz="3600" b="1" dirty="0" err="1">
                <a:solidFill>
                  <a:schemeClr val="accent2"/>
                </a:solidFill>
              </a:rPr>
              <a:t>strings</a:t>
            </a:r>
            <a:r>
              <a:rPr lang="es-ES" sz="2800" b="1" dirty="0">
                <a:solidFill>
                  <a:schemeClr val="accent2"/>
                </a:solidFill>
              </a:rPr>
              <a:t>, a partir de la versión 3.6 del lenguaje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DF60D73-DE3A-491D-9492-9F9E5E07B8FD}"/>
              </a:ext>
            </a:extLst>
          </p:cNvPr>
          <p:cNvSpPr txBox="1"/>
          <p:nvPr/>
        </p:nvSpPr>
        <p:spPr>
          <a:xfrm>
            <a:off x="601249" y="2651777"/>
            <a:ext cx="12789074" cy="40626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dirty="0"/>
              <a:t>nombre = </a:t>
            </a:r>
            <a:r>
              <a:rPr lang="es-419" sz="2400" dirty="0">
                <a:highlight>
                  <a:srgbClr val="FFFF00"/>
                </a:highlight>
              </a:rPr>
              <a:t>input(</a:t>
            </a:r>
            <a:r>
              <a:rPr lang="es-419" sz="2400" dirty="0"/>
              <a:t>"¿Cuál es tu nombre? "</a:t>
            </a:r>
            <a:r>
              <a:rPr lang="es-419" sz="2400" dirty="0">
                <a:highlight>
                  <a:srgbClr val="FFFF00"/>
                </a:highlight>
              </a:rPr>
              <a:t>)</a:t>
            </a:r>
          </a:p>
          <a:p>
            <a:r>
              <a:rPr lang="es-419" sz="2400" dirty="0" err="1"/>
              <a:t>print</a:t>
            </a:r>
            <a:r>
              <a:rPr lang="es-419" sz="2400" dirty="0"/>
              <a:t>(</a:t>
            </a:r>
            <a:r>
              <a:rPr lang="es-419" sz="2400" dirty="0" err="1">
                <a:highlight>
                  <a:srgbClr val="00FF00"/>
                </a:highlight>
              </a:rPr>
              <a:t>f</a:t>
            </a:r>
            <a:r>
              <a:rPr lang="es-419" sz="2400" dirty="0" err="1"/>
              <a:t>"Hola</a:t>
            </a:r>
            <a:r>
              <a:rPr lang="es-419" sz="2400" dirty="0"/>
              <a:t> </a:t>
            </a:r>
            <a:r>
              <a:rPr lang="es-419" sz="2400" dirty="0">
                <a:highlight>
                  <a:srgbClr val="00FF00"/>
                </a:highlight>
              </a:rPr>
              <a:t>{</a:t>
            </a:r>
            <a:r>
              <a:rPr lang="es-419" sz="2400" dirty="0"/>
              <a:t>nombre</a:t>
            </a:r>
            <a:r>
              <a:rPr lang="es-419" sz="2400" dirty="0">
                <a:highlight>
                  <a:srgbClr val="00FF00"/>
                </a:highlight>
              </a:rPr>
              <a:t>}</a:t>
            </a:r>
            <a:r>
              <a:rPr lang="es-419" sz="2400" dirty="0"/>
              <a:t>!")</a:t>
            </a:r>
          </a:p>
          <a:p>
            <a:endParaRPr lang="es-419" sz="2400" dirty="0"/>
          </a:p>
          <a:p>
            <a:endParaRPr lang="es-419" sz="2400" dirty="0"/>
          </a:p>
          <a:p>
            <a:r>
              <a:rPr lang="es-419" sz="2400" b="1" dirty="0"/>
              <a:t>input() siempre devuelve un </a:t>
            </a:r>
            <a:r>
              <a:rPr lang="es-419" sz="2400" b="1" dirty="0" err="1"/>
              <a:t>string</a:t>
            </a:r>
            <a:r>
              <a:rPr lang="es-419" sz="2400" b="1" dirty="0"/>
              <a:t>, si vas a capturar un dato para operarlo, lo debes convertir</a:t>
            </a:r>
          </a:p>
          <a:p>
            <a:r>
              <a:rPr lang="es-419" sz="2000" dirty="0"/>
              <a:t># Convertir a número</a:t>
            </a:r>
          </a:p>
          <a:p>
            <a:r>
              <a:rPr lang="es-419" sz="2000" dirty="0"/>
              <a:t>edad = </a:t>
            </a:r>
            <a:r>
              <a:rPr lang="es-419" sz="2000" dirty="0" err="1"/>
              <a:t>int</a:t>
            </a:r>
            <a:r>
              <a:rPr lang="es-419" sz="2000" dirty="0"/>
              <a:t>(input("¿Cuántos años tienes? "))</a:t>
            </a:r>
          </a:p>
          <a:p>
            <a:r>
              <a:rPr lang="es-419" sz="2000" dirty="0"/>
              <a:t>altura = </a:t>
            </a:r>
            <a:r>
              <a:rPr lang="es-419" sz="2000" dirty="0" err="1"/>
              <a:t>float</a:t>
            </a:r>
            <a:r>
              <a:rPr lang="es-419" sz="2000" dirty="0"/>
              <a:t>(input("¿Cuál es tu altura en metros? "))</a:t>
            </a:r>
          </a:p>
          <a:p>
            <a:endParaRPr lang="es-419" sz="2000" dirty="0"/>
          </a:p>
          <a:p>
            <a:r>
              <a:rPr lang="es-419" sz="2000" dirty="0"/>
              <a:t># Convertir a booleano</a:t>
            </a:r>
          </a:p>
          <a:p>
            <a:r>
              <a:rPr lang="es-419" sz="2000" dirty="0"/>
              <a:t>respuesta = input("¿Estás activo? (s/n) ")</a:t>
            </a:r>
          </a:p>
          <a:p>
            <a:r>
              <a:rPr lang="es-419" sz="2000" dirty="0"/>
              <a:t>activo = respuesta == "s"</a:t>
            </a:r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582F7282-3ED1-453D-958A-BE9D4AC0FD1D}"/>
              </a:ext>
            </a:extLst>
          </p:cNvPr>
          <p:cNvSpPr/>
          <p:nvPr/>
        </p:nvSpPr>
        <p:spPr>
          <a:xfrm>
            <a:off x="1139868" y="2167003"/>
            <a:ext cx="1265129" cy="563671"/>
          </a:xfrm>
          <a:custGeom>
            <a:avLst/>
            <a:gdLst>
              <a:gd name="connsiteX0" fmla="*/ 1265129 w 1265129"/>
              <a:gd name="connsiteY0" fmla="*/ 438411 h 563671"/>
              <a:gd name="connsiteX1" fmla="*/ 1189973 w 1265129"/>
              <a:gd name="connsiteY1" fmla="*/ 313150 h 563671"/>
              <a:gd name="connsiteX2" fmla="*/ 1152395 w 1265129"/>
              <a:gd name="connsiteY2" fmla="*/ 263046 h 563671"/>
              <a:gd name="connsiteX3" fmla="*/ 1114817 w 1265129"/>
              <a:gd name="connsiteY3" fmla="*/ 200416 h 563671"/>
              <a:gd name="connsiteX4" fmla="*/ 1089765 w 1265129"/>
              <a:gd name="connsiteY4" fmla="*/ 150312 h 563671"/>
              <a:gd name="connsiteX5" fmla="*/ 1014609 w 1265129"/>
              <a:gd name="connsiteY5" fmla="*/ 62630 h 563671"/>
              <a:gd name="connsiteX6" fmla="*/ 964505 w 1265129"/>
              <a:gd name="connsiteY6" fmla="*/ 37578 h 563671"/>
              <a:gd name="connsiteX7" fmla="*/ 789140 w 1265129"/>
              <a:gd name="connsiteY7" fmla="*/ 12526 h 563671"/>
              <a:gd name="connsiteX8" fmla="*/ 538620 w 1265129"/>
              <a:gd name="connsiteY8" fmla="*/ 0 h 563671"/>
              <a:gd name="connsiteX9" fmla="*/ 250521 w 1265129"/>
              <a:gd name="connsiteY9" fmla="*/ 25052 h 563671"/>
              <a:gd name="connsiteX10" fmla="*/ 187891 w 1265129"/>
              <a:gd name="connsiteY10" fmla="*/ 137786 h 563671"/>
              <a:gd name="connsiteX11" fmla="*/ 137787 w 1265129"/>
              <a:gd name="connsiteY11" fmla="*/ 225468 h 563671"/>
              <a:gd name="connsiteX12" fmla="*/ 125261 w 1265129"/>
              <a:gd name="connsiteY12" fmla="*/ 275572 h 563671"/>
              <a:gd name="connsiteX13" fmla="*/ 87683 w 1265129"/>
              <a:gd name="connsiteY13" fmla="*/ 338202 h 563671"/>
              <a:gd name="connsiteX14" fmla="*/ 50105 w 1265129"/>
              <a:gd name="connsiteY14" fmla="*/ 425885 h 563671"/>
              <a:gd name="connsiteX15" fmla="*/ 25053 w 1265129"/>
              <a:gd name="connsiteY15" fmla="*/ 526093 h 563671"/>
              <a:gd name="connsiteX16" fmla="*/ 0 w 1265129"/>
              <a:gd name="connsiteY16" fmla="*/ 563671 h 563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65129" h="563671">
                <a:moveTo>
                  <a:pt x="1265129" y="438411"/>
                </a:moveTo>
                <a:cubicBezTo>
                  <a:pt x="1094706" y="233903"/>
                  <a:pt x="1261496" y="456197"/>
                  <a:pt x="1189973" y="313150"/>
                </a:cubicBezTo>
                <a:cubicBezTo>
                  <a:pt x="1180637" y="294477"/>
                  <a:pt x="1163975" y="280416"/>
                  <a:pt x="1152395" y="263046"/>
                </a:cubicBezTo>
                <a:cubicBezTo>
                  <a:pt x="1138890" y="242789"/>
                  <a:pt x="1126641" y="221698"/>
                  <a:pt x="1114817" y="200416"/>
                </a:cubicBezTo>
                <a:cubicBezTo>
                  <a:pt x="1105749" y="184093"/>
                  <a:pt x="1099029" y="166524"/>
                  <a:pt x="1089765" y="150312"/>
                </a:cubicBezTo>
                <a:cubicBezTo>
                  <a:pt x="1070830" y="117175"/>
                  <a:pt x="1045206" y="85578"/>
                  <a:pt x="1014609" y="62630"/>
                </a:cubicBezTo>
                <a:cubicBezTo>
                  <a:pt x="999671" y="51426"/>
                  <a:pt x="981989" y="44134"/>
                  <a:pt x="964505" y="37578"/>
                </a:cubicBezTo>
                <a:cubicBezTo>
                  <a:pt x="916824" y="19698"/>
                  <a:pt x="826398" y="15010"/>
                  <a:pt x="789140" y="12526"/>
                </a:cubicBezTo>
                <a:cubicBezTo>
                  <a:pt x="705714" y="6964"/>
                  <a:pt x="622127" y="4175"/>
                  <a:pt x="538620" y="0"/>
                </a:cubicBezTo>
                <a:cubicBezTo>
                  <a:pt x="442587" y="8351"/>
                  <a:pt x="344448" y="3377"/>
                  <a:pt x="250521" y="25052"/>
                </a:cubicBezTo>
                <a:cubicBezTo>
                  <a:pt x="222670" y="31479"/>
                  <a:pt x="195690" y="122187"/>
                  <a:pt x="187891" y="137786"/>
                </a:cubicBezTo>
                <a:cubicBezTo>
                  <a:pt x="151549" y="210469"/>
                  <a:pt x="170727" y="137627"/>
                  <a:pt x="137787" y="225468"/>
                </a:cubicBezTo>
                <a:cubicBezTo>
                  <a:pt x="131742" y="241587"/>
                  <a:pt x="132253" y="259840"/>
                  <a:pt x="125261" y="275572"/>
                </a:cubicBezTo>
                <a:cubicBezTo>
                  <a:pt x="115373" y="297820"/>
                  <a:pt x="98571" y="316426"/>
                  <a:pt x="87683" y="338202"/>
                </a:cubicBezTo>
                <a:cubicBezTo>
                  <a:pt x="73462" y="366644"/>
                  <a:pt x="62631" y="396657"/>
                  <a:pt x="50105" y="425885"/>
                </a:cubicBezTo>
                <a:cubicBezTo>
                  <a:pt x="45341" y="449705"/>
                  <a:pt x="37892" y="500416"/>
                  <a:pt x="25053" y="526093"/>
                </a:cubicBezTo>
                <a:cubicBezTo>
                  <a:pt x="18320" y="539558"/>
                  <a:pt x="0" y="563671"/>
                  <a:pt x="0" y="563671"/>
                </a:cubicBezTo>
              </a:path>
            </a:pathLst>
          </a:cu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419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5496791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0539815-A0DF-46A0-9A06-F687A4817E0D}"/>
              </a:ext>
            </a:extLst>
          </p:cNvPr>
          <p:cNvSpPr txBox="1"/>
          <p:nvPr/>
        </p:nvSpPr>
        <p:spPr>
          <a:xfrm>
            <a:off x="949960" y="2413771"/>
            <a:ext cx="11917680" cy="22467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800" dirty="0"/>
              <a:t>datos = input("Ingresa nombre, ciudad, edad (separados por coma): ")</a:t>
            </a:r>
          </a:p>
          <a:p>
            <a:endParaRPr lang="es-ES" sz="2800" dirty="0"/>
          </a:p>
          <a:p>
            <a:r>
              <a:rPr lang="es-ES" sz="2800" dirty="0"/>
              <a:t>nombre, ciudad, </a:t>
            </a:r>
            <a:r>
              <a:rPr lang="es-ES" sz="2800" dirty="0" err="1"/>
              <a:t>edad_str</a:t>
            </a:r>
            <a:r>
              <a:rPr lang="es-ES" sz="2800" dirty="0"/>
              <a:t> = </a:t>
            </a:r>
            <a:r>
              <a:rPr lang="es-ES" sz="2800" dirty="0" err="1"/>
              <a:t>datos.split</a:t>
            </a:r>
            <a:r>
              <a:rPr lang="es-ES" sz="2800" dirty="0"/>
              <a:t>(",") </a:t>
            </a:r>
            <a:r>
              <a:rPr lang="es-ES" sz="2800" i="1" dirty="0">
                <a:solidFill>
                  <a:schemeClr val="accent6"/>
                </a:solidFill>
              </a:rPr>
              <a:t>#Acá siguen siendo </a:t>
            </a:r>
            <a:r>
              <a:rPr lang="es-ES" sz="2800" i="1" dirty="0" err="1">
                <a:solidFill>
                  <a:schemeClr val="accent6"/>
                </a:solidFill>
              </a:rPr>
              <a:t>string</a:t>
            </a:r>
            <a:endParaRPr lang="es-ES" sz="2800" i="1" dirty="0">
              <a:solidFill>
                <a:schemeClr val="accent6"/>
              </a:solidFill>
            </a:endParaRPr>
          </a:p>
          <a:p>
            <a:endParaRPr lang="es-ES" sz="2800" i="1" dirty="0">
              <a:solidFill>
                <a:schemeClr val="accent6"/>
              </a:solidFill>
            </a:endParaRPr>
          </a:p>
          <a:p>
            <a:r>
              <a:rPr lang="es-419" sz="2800" i="1" dirty="0">
                <a:solidFill>
                  <a:schemeClr val="tx1"/>
                </a:solidFill>
              </a:rPr>
              <a:t>edad = </a:t>
            </a:r>
            <a:r>
              <a:rPr lang="es-419" sz="2800" i="1" dirty="0" err="1">
                <a:solidFill>
                  <a:schemeClr val="tx1"/>
                </a:solidFill>
              </a:rPr>
              <a:t>int</a:t>
            </a:r>
            <a:r>
              <a:rPr lang="es-419" sz="2800" i="1" dirty="0">
                <a:solidFill>
                  <a:schemeClr val="tx1"/>
                </a:solidFill>
              </a:rPr>
              <a:t>(</a:t>
            </a:r>
            <a:r>
              <a:rPr lang="es-419" sz="2800" i="1" dirty="0" err="1">
                <a:solidFill>
                  <a:schemeClr val="tx1"/>
                </a:solidFill>
              </a:rPr>
              <a:t>edad_str</a:t>
            </a:r>
            <a:r>
              <a:rPr lang="es-419" sz="2800" i="1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F5FD18D-15BE-464B-910B-AA57C41E59F1}"/>
              </a:ext>
            </a:extLst>
          </p:cNvPr>
          <p:cNvCxnSpPr/>
          <p:nvPr/>
        </p:nvCxnSpPr>
        <p:spPr>
          <a:xfrm flipH="1">
            <a:off x="3532340" y="3757808"/>
            <a:ext cx="688931" cy="400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ítulo 1">
            <a:extLst>
              <a:ext uri="{FF2B5EF4-FFF2-40B4-BE49-F238E27FC236}">
                <a16:creationId xmlns:a16="http://schemas.microsoft.com/office/drawing/2014/main" id="{9E4846E4-A211-4ADE-B269-F88088EF6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960" y="413809"/>
            <a:ext cx="9885054" cy="1502305"/>
          </a:xfrm>
        </p:spPr>
        <p:txBody>
          <a:bodyPr/>
          <a:lstStyle/>
          <a:p>
            <a:r>
              <a:rPr lang="es-ES" dirty="0"/>
              <a:t>Instrucciones de Entrada </a:t>
            </a:r>
            <a:r>
              <a:rPr lang="es-ES" sz="3600" dirty="0">
                <a:solidFill>
                  <a:schemeClr val="accent3">
                    <a:lumMod val="75000"/>
                  </a:schemeClr>
                </a:solidFill>
              </a:rPr>
              <a:t>(Input o Lectura)</a:t>
            </a:r>
            <a:endParaRPr lang="es-419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610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ACF3C1-8A29-4E0E-971A-1BA8AD797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959" y="413809"/>
            <a:ext cx="10310939" cy="1502305"/>
          </a:xfrm>
        </p:spPr>
        <p:txBody>
          <a:bodyPr/>
          <a:lstStyle/>
          <a:p>
            <a:r>
              <a:rPr lang="es-ES" dirty="0"/>
              <a:t>Instrucciones de Salida </a:t>
            </a:r>
            <a:r>
              <a:rPr lang="es-ES" sz="3600" dirty="0">
                <a:solidFill>
                  <a:schemeClr val="accent3">
                    <a:lumMod val="75000"/>
                  </a:schemeClr>
                </a:solidFill>
              </a:rPr>
              <a:t>(Output o Escritura)</a:t>
            </a:r>
            <a:endParaRPr lang="es-419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C6C592B-475B-4B11-9A1A-464695E48DC2}"/>
              </a:ext>
            </a:extLst>
          </p:cNvPr>
          <p:cNvSpPr txBox="1"/>
          <p:nvPr/>
        </p:nvSpPr>
        <p:spPr>
          <a:xfrm>
            <a:off x="650344" y="2316539"/>
            <a:ext cx="5499935" cy="34778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000" dirty="0">
                <a:highlight>
                  <a:srgbClr val="00FF00"/>
                </a:highlight>
              </a:rPr>
              <a:t>#Sencillas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("Hola mundo") 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(42)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(3.14)</a:t>
            </a:r>
          </a:p>
          <a:p>
            <a:endParaRPr lang="es-419" sz="2000" dirty="0"/>
          </a:p>
          <a:p>
            <a:r>
              <a:rPr lang="es-419" sz="2000" dirty="0">
                <a:highlight>
                  <a:srgbClr val="00FF00"/>
                </a:highlight>
              </a:rPr>
              <a:t>#Con valores de variables</a:t>
            </a:r>
          </a:p>
          <a:p>
            <a:r>
              <a:rPr lang="es-ES" sz="2000" dirty="0"/>
              <a:t>nombre = "Ana"</a:t>
            </a:r>
          </a:p>
          <a:p>
            <a:r>
              <a:rPr lang="es-ES" sz="2000" dirty="0"/>
              <a:t>edad = 25</a:t>
            </a:r>
          </a:p>
          <a:p>
            <a:r>
              <a:rPr lang="es-ES" sz="2000" dirty="0" err="1"/>
              <a:t>print</a:t>
            </a:r>
            <a:r>
              <a:rPr lang="es-ES" sz="2000" dirty="0"/>
              <a:t>("Nombre:", nombre, "Edad:", edad)</a:t>
            </a:r>
          </a:p>
          <a:p>
            <a:endParaRPr lang="es-ES" sz="2000" dirty="0"/>
          </a:p>
          <a:p>
            <a:endParaRPr lang="es-419" sz="2000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A7554D7F-3357-4C2E-9F94-6535767917ED}"/>
              </a:ext>
            </a:extLst>
          </p:cNvPr>
          <p:cNvCxnSpPr>
            <a:cxnSpLocks/>
          </p:cNvCxnSpPr>
          <p:nvPr/>
        </p:nvCxnSpPr>
        <p:spPr>
          <a:xfrm flipH="1" flipV="1">
            <a:off x="2743200" y="4797060"/>
            <a:ext cx="726510" cy="451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A2E943D1-4CB9-4476-9829-7606B7CF4E10}"/>
              </a:ext>
            </a:extLst>
          </p:cNvPr>
          <p:cNvCxnSpPr>
            <a:cxnSpLocks/>
          </p:cNvCxnSpPr>
          <p:nvPr/>
        </p:nvCxnSpPr>
        <p:spPr>
          <a:xfrm flipH="1" flipV="1">
            <a:off x="2229633" y="5110619"/>
            <a:ext cx="2981194" cy="237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A00B067-147E-48BE-A3C0-5F669CB8A6C1}"/>
              </a:ext>
            </a:extLst>
          </p:cNvPr>
          <p:cNvSpPr txBox="1"/>
          <p:nvPr/>
        </p:nvSpPr>
        <p:spPr>
          <a:xfrm>
            <a:off x="6425852" y="2316539"/>
            <a:ext cx="7277621" cy="37856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000" dirty="0">
                <a:highlight>
                  <a:srgbClr val="00FF00"/>
                </a:highlight>
              </a:rPr>
              <a:t>#Con Separador</a:t>
            </a:r>
            <a:endParaRPr lang="es-419" sz="2000" dirty="0"/>
          </a:p>
          <a:p>
            <a:r>
              <a:rPr lang="es-419" sz="2000" dirty="0" err="1"/>
              <a:t>print</a:t>
            </a:r>
            <a:r>
              <a:rPr lang="es-419" sz="2000" dirty="0"/>
              <a:t>(“Medellín", “campeón", “2025") 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(“Medellín", “campeón", “2025", </a:t>
            </a:r>
            <a:r>
              <a:rPr lang="es-419" sz="2000" dirty="0" err="1">
                <a:highlight>
                  <a:srgbClr val="FFFF00"/>
                </a:highlight>
              </a:rPr>
              <a:t>sep</a:t>
            </a:r>
            <a:r>
              <a:rPr lang="es-419" sz="2000" dirty="0">
                <a:highlight>
                  <a:srgbClr val="FFFF00"/>
                </a:highlight>
              </a:rPr>
              <a:t>="-"</a:t>
            </a:r>
            <a:r>
              <a:rPr lang="es-419" sz="2000" dirty="0"/>
              <a:t>)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(“1973", “05", “23", </a:t>
            </a:r>
            <a:r>
              <a:rPr lang="es-419" sz="2000" dirty="0" err="1">
                <a:highlight>
                  <a:srgbClr val="FFFF00"/>
                </a:highlight>
              </a:rPr>
              <a:t>sep</a:t>
            </a:r>
            <a:r>
              <a:rPr lang="es-419" sz="2000" dirty="0">
                <a:highlight>
                  <a:srgbClr val="FFFF00"/>
                </a:highlight>
              </a:rPr>
              <a:t>="/"</a:t>
            </a:r>
            <a:r>
              <a:rPr lang="es-419" sz="2000" dirty="0"/>
              <a:t>) 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("A", "B", "C", </a:t>
            </a:r>
            <a:r>
              <a:rPr lang="es-419" sz="2000" dirty="0" err="1"/>
              <a:t>sep</a:t>
            </a:r>
            <a:r>
              <a:rPr lang="es-419" sz="2000" dirty="0"/>
              <a:t>=</a:t>
            </a:r>
            <a:r>
              <a:rPr lang="es-419" sz="2000" dirty="0">
                <a:highlight>
                  <a:srgbClr val="FFFF00"/>
                </a:highlight>
              </a:rPr>
              <a:t>" @ "</a:t>
            </a:r>
            <a:r>
              <a:rPr lang="es-419" sz="2000" dirty="0"/>
              <a:t>)</a:t>
            </a:r>
          </a:p>
          <a:p>
            <a:endParaRPr lang="es-419" sz="2000" dirty="0">
              <a:highlight>
                <a:srgbClr val="00FF00"/>
              </a:highlight>
            </a:endParaRPr>
          </a:p>
          <a:p>
            <a:r>
              <a:rPr lang="es-419" sz="2000" dirty="0">
                <a:highlight>
                  <a:srgbClr val="00FF00"/>
                </a:highlight>
              </a:rPr>
              <a:t>#Con Terminador</a:t>
            </a:r>
            <a:endParaRPr lang="es-419" sz="2000" dirty="0"/>
          </a:p>
          <a:p>
            <a:r>
              <a:rPr lang="es-419" sz="2000" dirty="0" err="1"/>
              <a:t>print</a:t>
            </a:r>
            <a:r>
              <a:rPr lang="es-419" sz="2000" dirty="0"/>
              <a:t>(“Proceso", </a:t>
            </a:r>
            <a:r>
              <a:rPr lang="es-419" sz="2000" dirty="0" err="1"/>
              <a:t>end</a:t>
            </a:r>
            <a:r>
              <a:rPr lang="es-419" sz="2000" dirty="0"/>
              <a:t>="... ")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(“Finalizado")</a:t>
            </a:r>
          </a:p>
          <a:p>
            <a:endParaRPr lang="es-419" sz="2000" dirty="0"/>
          </a:p>
          <a:p>
            <a:r>
              <a:rPr lang="es-419" sz="2000" dirty="0">
                <a:highlight>
                  <a:srgbClr val="00FF00"/>
                </a:highlight>
              </a:rPr>
              <a:t>#Con Terminador y Separador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(“Oro”,”Plata”,”Bronce”,</a:t>
            </a:r>
            <a:r>
              <a:rPr lang="es-419" sz="2000" dirty="0" err="1"/>
              <a:t>sep</a:t>
            </a:r>
            <a:r>
              <a:rPr lang="es-419" sz="2000" dirty="0"/>
              <a:t>=“ | ”, </a:t>
            </a:r>
            <a:r>
              <a:rPr lang="es-419" sz="2000" dirty="0" err="1"/>
              <a:t>end</a:t>
            </a:r>
            <a:r>
              <a:rPr lang="es-419" sz="2000" dirty="0"/>
              <a:t> = ” Cuadro Medallas ”)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8A0E2DA-25F5-4B48-B0B3-FC2DA3A3C2CF}"/>
              </a:ext>
            </a:extLst>
          </p:cNvPr>
          <p:cNvSpPr txBox="1"/>
          <p:nvPr/>
        </p:nvSpPr>
        <p:spPr>
          <a:xfrm>
            <a:off x="650344" y="5894622"/>
            <a:ext cx="4780317" cy="923330"/>
          </a:xfrm>
          <a:prstGeom prst="rect">
            <a:avLst/>
          </a:prstGeom>
          <a:noFill/>
          <a:ln w="12700" cap="flat">
            <a:solidFill>
              <a:schemeClr val="accent3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Caracteres de impresión no visibles: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b="1" dirty="0">
                <a:solidFill>
                  <a:schemeClr val="accent2"/>
                </a:solidFill>
              </a:rPr>
              <a:t>\n</a:t>
            </a:r>
            <a:r>
              <a:rPr lang="es-ES" dirty="0"/>
              <a:t> → </a:t>
            </a:r>
            <a:r>
              <a:rPr lang="es-ES" dirty="0" err="1"/>
              <a:t>enter</a:t>
            </a:r>
            <a:r>
              <a:rPr lang="es-ES" dirty="0"/>
              <a:t> o salto de línea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b="1" dirty="0">
                <a:solidFill>
                  <a:schemeClr val="accent2"/>
                </a:solidFill>
              </a:rPr>
              <a:t>\t</a:t>
            </a:r>
            <a:r>
              <a:rPr lang="es-ES" dirty="0"/>
              <a:t> →  </a:t>
            </a:r>
            <a:r>
              <a:rPr lang="es-ES" dirty="0" err="1"/>
              <a:t>tab</a:t>
            </a:r>
            <a:r>
              <a:rPr lang="es-ES" dirty="0"/>
              <a:t> o tabulador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637104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ACF3C1-8A29-4E0E-971A-1BA8AD797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233" y="393585"/>
            <a:ext cx="10310939" cy="689372"/>
          </a:xfrm>
        </p:spPr>
        <p:txBody>
          <a:bodyPr/>
          <a:lstStyle/>
          <a:p>
            <a:r>
              <a:rPr lang="es-ES" dirty="0"/>
              <a:t>Instrucciones de Salida Formateadas</a:t>
            </a:r>
            <a:endParaRPr lang="es-419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FFF247F-84F1-43A8-9B79-011FCB05DD9D}"/>
              </a:ext>
            </a:extLst>
          </p:cNvPr>
          <p:cNvSpPr txBox="1"/>
          <p:nvPr/>
        </p:nvSpPr>
        <p:spPr>
          <a:xfrm>
            <a:off x="731823" y="2164651"/>
            <a:ext cx="5993324" cy="44627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>
                <a:highlight>
                  <a:srgbClr val="00FFFF"/>
                </a:highlight>
              </a:rPr>
              <a:t>#Ejemplo Simple</a:t>
            </a:r>
          </a:p>
          <a:p>
            <a:r>
              <a:rPr lang="es-ES" sz="2400" dirty="0"/>
              <a:t>nombre = “Mario Mendoza"</a:t>
            </a:r>
          </a:p>
          <a:p>
            <a:r>
              <a:rPr lang="es-ES" sz="2400" dirty="0"/>
              <a:t>edad = 56</a:t>
            </a:r>
          </a:p>
          <a:p>
            <a:r>
              <a:rPr lang="es-ES" sz="2400" dirty="0"/>
              <a:t>altura = 1.75</a:t>
            </a:r>
          </a:p>
          <a:p>
            <a:endParaRPr lang="es-ES" sz="2400" dirty="0"/>
          </a:p>
          <a:p>
            <a:r>
              <a:rPr lang="es-ES" sz="2400" dirty="0" err="1"/>
              <a:t>print</a:t>
            </a:r>
            <a:r>
              <a:rPr lang="es-ES" sz="2400" dirty="0"/>
              <a:t>(</a:t>
            </a:r>
            <a:r>
              <a:rPr lang="es-ES" sz="2400" dirty="0" err="1">
                <a:highlight>
                  <a:srgbClr val="FFFF00"/>
                </a:highlight>
              </a:rPr>
              <a:t>f</a:t>
            </a:r>
            <a:r>
              <a:rPr lang="es-ES" sz="2400" dirty="0" err="1"/>
              <a:t>"Nombre</a:t>
            </a:r>
            <a:r>
              <a:rPr lang="es-ES" sz="2400" dirty="0"/>
              <a:t>: </a:t>
            </a:r>
            <a:r>
              <a:rPr lang="es-ES" sz="2400" dirty="0">
                <a:highlight>
                  <a:srgbClr val="FFFF00"/>
                </a:highlight>
              </a:rPr>
              <a:t>{</a:t>
            </a:r>
            <a:r>
              <a:rPr lang="es-ES" sz="2400" dirty="0"/>
              <a:t>nombre</a:t>
            </a:r>
            <a:r>
              <a:rPr lang="es-ES" sz="2400" dirty="0">
                <a:highlight>
                  <a:srgbClr val="FFFF00"/>
                </a:highlight>
              </a:rPr>
              <a:t>}</a:t>
            </a:r>
            <a:r>
              <a:rPr lang="es-ES" sz="2400" dirty="0"/>
              <a:t>") </a:t>
            </a:r>
          </a:p>
          <a:p>
            <a:r>
              <a:rPr lang="es-ES" sz="2400" dirty="0" err="1"/>
              <a:t>print</a:t>
            </a:r>
            <a:r>
              <a:rPr lang="es-ES" sz="2400" dirty="0"/>
              <a:t>(</a:t>
            </a:r>
            <a:r>
              <a:rPr lang="es-ES" sz="2400" dirty="0" err="1">
                <a:highlight>
                  <a:srgbClr val="FFFF00"/>
                </a:highlight>
              </a:rPr>
              <a:t>f</a:t>
            </a:r>
            <a:r>
              <a:rPr lang="es-ES" sz="2400" dirty="0" err="1"/>
              <a:t>"Edad</a:t>
            </a:r>
            <a:r>
              <a:rPr lang="es-ES" sz="2400" dirty="0"/>
              <a:t>: </a:t>
            </a:r>
            <a:r>
              <a:rPr lang="es-ES" sz="2400" dirty="0">
                <a:highlight>
                  <a:srgbClr val="FFFF00"/>
                </a:highlight>
              </a:rPr>
              <a:t>{</a:t>
            </a:r>
            <a:r>
              <a:rPr lang="es-ES" sz="2400" dirty="0"/>
              <a:t>edad</a:t>
            </a:r>
            <a:r>
              <a:rPr lang="es-ES" sz="2400" dirty="0">
                <a:highlight>
                  <a:srgbClr val="FFFF00"/>
                </a:highlight>
              </a:rPr>
              <a:t>}</a:t>
            </a:r>
            <a:r>
              <a:rPr lang="es-ES" sz="2400" dirty="0"/>
              <a:t> años") </a:t>
            </a:r>
          </a:p>
          <a:p>
            <a:r>
              <a:rPr lang="es-ES" sz="2000" i="1" dirty="0">
                <a:solidFill>
                  <a:srgbClr val="FF0000"/>
                </a:solidFill>
              </a:rPr>
              <a:t>Las variables van dentro del </a:t>
            </a:r>
            <a:r>
              <a:rPr lang="es-ES" sz="2000" i="1" dirty="0" err="1">
                <a:solidFill>
                  <a:srgbClr val="FF0000"/>
                </a:solidFill>
              </a:rPr>
              <a:t>string</a:t>
            </a:r>
            <a:r>
              <a:rPr lang="es-ES" sz="2000" i="1" dirty="0">
                <a:solidFill>
                  <a:srgbClr val="FF0000"/>
                </a:solidFill>
              </a:rPr>
              <a:t> de salida entre {}</a:t>
            </a:r>
          </a:p>
          <a:p>
            <a:endParaRPr lang="es-ES" sz="2400" dirty="0"/>
          </a:p>
          <a:p>
            <a:r>
              <a:rPr lang="es-ES" sz="2400" dirty="0">
                <a:highlight>
                  <a:srgbClr val="00FFFF"/>
                </a:highlight>
              </a:rPr>
              <a:t>#Ejemplo con formato</a:t>
            </a:r>
          </a:p>
          <a:p>
            <a:r>
              <a:rPr lang="es-ES" sz="2400" dirty="0" err="1"/>
              <a:t>print</a:t>
            </a:r>
            <a:r>
              <a:rPr lang="es-ES" sz="2400" dirty="0"/>
              <a:t>(</a:t>
            </a:r>
            <a:r>
              <a:rPr lang="es-ES" sz="2400" dirty="0" err="1">
                <a:highlight>
                  <a:srgbClr val="FFFF00"/>
                </a:highlight>
              </a:rPr>
              <a:t>f</a:t>
            </a:r>
            <a:r>
              <a:rPr lang="es-ES" sz="2400" dirty="0" err="1"/>
              <a:t>"Altura</a:t>
            </a:r>
            <a:r>
              <a:rPr lang="es-ES" sz="2400" dirty="0"/>
              <a:t>: </a:t>
            </a:r>
            <a:r>
              <a:rPr lang="es-ES" sz="2400" dirty="0">
                <a:highlight>
                  <a:srgbClr val="FFFF00"/>
                </a:highlight>
              </a:rPr>
              <a:t>{</a:t>
            </a:r>
            <a:r>
              <a:rPr lang="es-ES" sz="2400" dirty="0"/>
              <a:t>altura:</a:t>
            </a:r>
            <a:r>
              <a:rPr lang="es-ES" sz="2400" dirty="0">
                <a:highlight>
                  <a:srgbClr val="00FF00"/>
                </a:highlight>
              </a:rPr>
              <a:t>.2f</a:t>
            </a:r>
            <a:r>
              <a:rPr lang="es-ES" sz="2400" dirty="0">
                <a:highlight>
                  <a:srgbClr val="FFFF00"/>
                </a:highlight>
              </a:rPr>
              <a:t>}</a:t>
            </a:r>
            <a:r>
              <a:rPr lang="es-ES" sz="2400" dirty="0"/>
              <a:t> metros") </a:t>
            </a:r>
          </a:p>
          <a:p>
            <a:endParaRPr lang="es-ES" sz="24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05CDC85-AF9E-4C32-9A9E-C4782E6ABEDA}"/>
              </a:ext>
            </a:extLst>
          </p:cNvPr>
          <p:cNvSpPr txBox="1"/>
          <p:nvPr/>
        </p:nvSpPr>
        <p:spPr>
          <a:xfrm>
            <a:off x="7211127" y="2316540"/>
            <a:ext cx="5993324" cy="1569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>
                <a:highlight>
                  <a:srgbClr val="00FFFF"/>
                </a:highlight>
              </a:rPr>
              <a:t>#Ejemplo combinado</a:t>
            </a:r>
          </a:p>
          <a:p>
            <a:r>
              <a:rPr lang="es-ES" sz="2400" dirty="0"/>
              <a:t>precio = 1250845.99</a:t>
            </a:r>
          </a:p>
          <a:p>
            <a:r>
              <a:rPr lang="es-ES" sz="2400" dirty="0" err="1"/>
              <a:t>iva</a:t>
            </a:r>
            <a:r>
              <a:rPr lang="es-ES" sz="2400" dirty="0"/>
              <a:t> = 0.21</a:t>
            </a:r>
          </a:p>
          <a:p>
            <a:r>
              <a:rPr lang="es-ES" sz="2400" dirty="0" err="1"/>
              <a:t>print</a:t>
            </a:r>
            <a:r>
              <a:rPr lang="es-ES" sz="2400" dirty="0"/>
              <a:t>(</a:t>
            </a:r>
            <a:r>
              <a:rPr lang="es-ES" sz="2400" dirty="0" err="1">
                <a:highlight>
                  <a:srgbClr val="FFFF00"/>
                </a:highlight>
              </a:rPr>
              <a:t>f</a:t>
            </a:r>
            <a:r>
              <a:rPr lang="es-ES" sz="2400" dirty="0" err="1"/>
              <a:t>"Total</a:t>
            </a:r>
            <a:r>
              <a:rPr lang="es-ES" sz="2400" dirty="0"/>
              <a:t> $ </a:t>
            </a:r>
            <a:r>
              <a:rPr lang="es-ES" sz="2400" dirty="0">
                <a:highlight>
                  <a:srgbClr val="FFFF00"/>
                </a:highlight>
              </a:rPr>
              <a:t>{</a:t>
            </a:r>
            <a:r>
              <a:rPr lang="es-ES" sz="2400" dirty="0"/>
              <a:t>precio * (1 + </a:t>
            </a:r>
            <a:r>
              <a:rPr lang="es-ES" sz="2400" dirty="0" err="1"/>
              <a:t>iva</a:t>
            </a:r>
            <a:r>
              <a:rPr lang="es-ES" sz="2400" dirty="0"/>
              <a:t>):,</a:t>
            </a:r>
            <a:r>
              <a:rPr lang="es-ES" sz="2400" dirty="0">
                <a:highlight>
                  <a:srgbClr val="00FF00"/>
                </a:highlight>
              </a:rPr>
              <a:t>.2f</a:t>
            </a:r>
            <a:r>
              <a:rPr lang="es-ES" sz="2400" dirty="0">
                <a:highlight>
                  <a:srgbClr val="FFFF00"/>
                </a:highlight>
              </a:rPr>
              <a:t>}  </a:t>
            </a:r>
            <a:r>
              <a:rPr lang="es-ES" sz="2400" dirty="0" err="1"/>
              <a:t>COPs</a:t>
            </a:r>
            <a:r>
              <a:rPr lang="es-ES" sz="2400" dirty="0"/>
              <a:t>") 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91C90631-501F-41F8-B616-266E3D42F65A}"/>
              </a:ext>
            </a:extLst>
          </p:cNvPr>
          <p:cNvCxnSpPr/>
          <p:nvPr/>
        </p:nvCxnSpPr>
        <p:spPr>
          <a:xfrm>
            <a:off x="4070959" y="6526060"/>
            <a:ext cx="0" cy="363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C5C5DD3A-28F3-4DCA-A66C-786E40E59D08}"/>
              </a:ext>
            </a:extLst>
          </p:cNvPr>
          <p:cNvSpPr txBox="1"/>
          <p:nvPr/>
        </p:nvSpPr>
        <p:spPr>
          <a:xfrm>
            <a:off x="949959" y="6889315"/>
            <a:ext cx="7465185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Calibri"/>
                <a:ea typeface="Calibri"/>
                <a:cs typeface="Calibri"/>
                <a:sym typeface="Calibri"/>
              </a:rPr>
              <a:t>.2f </a:t>
            </a:r>
            <a:r>
              <a:rPr kumimoji="0" lang="es-ES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es un formato que significa dos representar el real con dos cifras decimales</a:t>
            </a:r>
            <a:endParaRPr kumimoji="0" lang="es-419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Cerrar llave 11">
            <a:extLst>
              <a:ext uri="{FF2B5EF4-FFF2-40B4-BE49-F238E27FC236}">
                <a16:creationId xmlns:a16="http://schemas.microsoft.com/office/drawing/2014/main" id="{F1720897-AA56-491D-9FF0-C1083F76D533}"/>
              </a:ext>
            </a:extLst>
          </p:cNvPr>
          <p:cNvSpPr/>
          <p:nvPr/>
        </p:nvSpPr>
        <p:spPr>
          <a:xfrm rot="5400000">
            <a:off x="9978548" y="3001554"/>
            <a:ext cx="170806" cy="1940103"/>
          </a:xfrm>
          <a:prstGeom prst="rightBrac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419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74F6182E-9DEB-4052-A056-C7EE8C02488B}"/>
              </a:ext>
            </a:extLst>
          </p:cNvPr>
          <p:cNvCxnSpPr>
            <a:cxnSpLocks/>
          </p:cNvCxnSpPr>
          <p:nvPr/>
        </p:nvCxnSpPr>
        <p:spPr>
          <a:xfrm flipH="1">
            <a:off x="9093899" y="4110102"/>
            <a:ext cx="701454" cy="336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9B87C26-468F-4722-BCA4-399137E76D49}"/>
              </a:ext>
            </a:extLst>
          </p:cNvPr>
          <p:cNvSpPr txBox="1"/>
          <p:nvPr/>
        </p:nvSpPr>
        <p:spPr>
          <a:xfrm>
            <a:off x="7416766" y="4447034"/>
            <a:ext cx="2864567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Se pueden incluir operaciones</a:t>
            </a:r>
            <a:endParaRPr kumimoji="0" lang="es-419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C0FB1203-5723-4AA5-9B6F-463A852B1227}"/>
              </a:ext>
            </a:extLst>
          </p:cNvPr>
          <p:cNvCxnSpPr>
            <a:cxnSpLocks/>
          </p:cNvCxnSpPr>
          <p:nvPr/>
        </p:nvCxnSpPr>
        <p:spPr>
          <a:xfrm flipH="1">
            <a:off x="10910172" y="3899564"/>
            <a:ext cx="350726" cy="992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571DFA0-61A7-4927-9512-54AD3F41269F}"/>
              </a:ext>
            </a:extLst>
          </p:cNvPr>
          <p:cNvSpPr txBox="1"/>
          <p:nvPr/>
        </p:nvSpPr>
        <p:spPr>
          <a:xfrm>
            <a:off x="9884269" y="4987507"/>
            <a:ext cx="2931893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La coma (,) Separador de miles</a:t>
            </a:r>
            <a:endParaRPr kumimoji="0" lang="es-419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24E3485-FF90-48BB-BF57-C1E30299E8F7}"/>
              </a:ext>
            </a:extLst>
          </p:cNvPr>
          <p:cNvSpPr txBox="1"/>
          <p:nvPr/>
        </p:nvSpPr>
        <p:spPr>
          <a:xfrm>
            <a:off x="7881684" y="5627761"/>
            <a:ext cx="436453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>
                <a:highlight>
                  <a:srgbClr val="00FFFF"/>
                </a:highlight>
              </a:rPr>
              <a:t>#Ejemplo usando Métodos</a:t>
            </a:r>
          </a:p>
          <a:p>
            <a:r>
              <a:rPr lang="es-ES" sz="2400" dirty="0"/>
              <a:t>texto = “Llegó diciembre"</a:t>
            </a:r>
          </a:p>
          <a:p>
            <a:r>
              <a:rPr lang="es-ES" sz="2400" dirty="0" err="1"/>
              <a:t>print</a:t>
            </a:r>
            <a:r>
              <a:rPr lang="es-ES" sz="2400" dirty="0"/>
              <a:t>(</a:t>
            </a:r>
            <a:r>
              <a:rPr lang="es-ES" sz="2400" dirty="0" err="1"/>
              <a:t>f"Texto</a:t>
            </a:r>
            <a:r>
              <a:rPr lang="es-ES" sz="2400" dirty="0"/>
              <a:t>: {</a:t>
            </a:r>
            <a:r>
              <a:rPr lang="es-ES" sz="2400" dirty="0" err="1"/>
              <a:t>texto.</a:t>
            </a:r>
            <a:r>
              <a:rPr lang="es-ES" sz="2400" dirty="0" err="1">
                <a:highlight>
                  <a:srgbClr val="FFFF00"/>
                </a:highlight>
              </a:rPr>
              <a:t>upper</a:t>
            </a:r>
            <a:r>
              <a:rPr lang="es-ES" sz="2400" dirty="0">
                <a:highlight>
                  <a:srgbClr val="FFFF00"/>
                </a:highlight>
              </a:rPr>
              <a:t>()</a:t>
            </a:r>
            <a:r>
              <a:rPr lang="es-ES" sz="2400" dirty="0"/>
              <a:t>}")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75445AC-1048-4306-9BDE-19FFB1C29382}"/>
              </a:ext>
            </a:extLst>
          </p:cNvPr>
          <p:cNvSpPr txBox="1"/>
          <p:nvPr/>
        </p:nvSpPr>
        <p:spPr>
          <a:xfrm>
            <a:off x="595368" y="1077205"/>
            <a:ext cx="9403132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3600" b="1" dirty="0">
                <a:solidFill>
                  <a:schemeClr val="accent2"/>
                </a:solidFill>
              </a:rPr>
              <a:t>f-</a:t>
            </a:r>
            <a:r>
              <a:rPr lang="es-ES" sz="3600" b="1" dirty="0" err="1">
                <a:solidFill>
                  <a:schemeClr val="accent2"/>
                </a:solidFill>
              </a:rPr>
              <a:t>strings</a:t>
            </a:r>
            <a:r>
              <a:rPr lang="es-ES" sz="2800" b="1" dirty="0">
                <a:solidFill>
                  <a:schemeClr val="accent2"/>
                </a:solidFill>
              </a:rPr>
              <a:t>, a partir de la versión 3.6 del lenguaje</a:t>
            </a:r>
          </a:p>
        </p:txBody>
      </p:sp>
    </p:spTree>
    <p:extLst>
      <p:ext uri="{BB962C8B-B14F-4D97-AF65-F5344CB8AC3E}">
        <p14:creationId xmlns:p14="http://schemas.microsoft.com/office/powerpoint/2010/main" val="224667842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ACF3C1-8A29-4E0E-971A-1BA8AD797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283" y="526319"/>
            <a:ext cx="12189844" cy="1502305"/>
          </a:xfrm>
        </p:spPr>
        <p:txBody>
          <a:bodyPr/>
          <a:lstStyle/>
          <a:p>
            <a:r>
              <a:rPr lang="es-ES" dirty="0"/>
              <a:t>Instrucciones de Salida Especiales con </a:t>
            </a:r>
            <a:r>
              <a:rPr lang="es-ES" dirty="0">
                <a:highlight>
                  <a:srgbClr val="C0C0C0"/>
                </a:highlight>
              </a:rPr>
              <a:t>.</a:t>
            </a:r>
            <a:r>
              <a:rPr lang="es-ES" dirty="0" err="1">
                <a:highlight>
                  <a:srgbClr val="C0C0C0"/>
                </a:highlight>
              </a:rPr>
              <a:t>format</a:t>
            </a:r>
            <a:endParaRPr lang="es-419" dirty="0">
              <a:solidFill>
                <a:schemeClr val="accent3">
                  <a:lumMod val="75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629167B-376B-47A1-BCAF-38C13ACFB895}"/>
              </a:ext>
            </a:extLst>
          </p:cNvPr>
          <p:cNvSpPr txBox="1"/>
          <p:nvPr/>
        </p:nvSpPr>
        <p:spPr>
          <a:xfrm>
            <a:off x="1352811" y="2116531"/>
            <a:ext cx="11338316" cy="4524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dirty="0">
                <a:highlight>
                  <a:srgbClr val="00FF00"/>
                </a:highlight>
              </a:rPr>
              <a:t># Por posición</a:t>
            </a:r>
          </a:p>
          <a:p>
            <a:r>
              <a:rPr lang="es-419" sz="2400" dirty="0" err="1"/>
              <a:t>print</a:t>
            </a:r>
            <a:r>
              <a:rPr lang="es-419" sz="2400" dirty="0"/>
              <a:t>("Hola {}, tienes {} años"</a:t>
            </a:r>
            <a:r>
              <a:rPr lang="es-419" sz="2400" dirty="0">
                <a:highlight>
                  <a:srgbClr val="FFFF00"/>
                </a:highlight>
              </a:rPr>
              <a:t>.</a:t>
            </a:r>
            <a:r>
              <a:rPr lang="es-419" sz="2400" dirty="0" err="1">
                <a:highlight>
                  <a:srgbClr val="FFFF00"/>
                </a:highlight>
              </a:rPr>
              <a:t>format</a:t>
            </a:r>
            <a:r>
              <a:rPr lang="es-419" sz="2400" dirty="0"/>
              <a:t>("Ana", 25))</a:t>
            </a:r>
          </a:p>
          <a:p>
            <a:endParaRPr lang="es-419" sz="2400" dirty="0"/>
          </a:p>
          <a:p>
            <a:r>
              <a:rPr lang="es-419" sz="2400" dirty="0">
                <a:highlight>
                  <a:srgbClr val="00FF00"/>
                </a:highlight>
              </a:rPr>
              <a:t># Por índice</a:t>
            </a:r>
          </a:p>
          <a:p>
            <a:r>
              <a:rPr lang="es-419" sz="2400" dirty="0" err="1"/>
              <a:t>print</a:t>
            </a:r>
            <a:r>
              <a:rPr lang="es-419" sz="2400" dirty="0"/>
              <a:t>("Hola </a:t>
            </a:r>
            <a:r>
              <a:rPr lang="es-419" sz="2400" dirty="0">
                <a:highlight>
                  <a:srgbClr val="00FFFF"/>
                </a:highlight>
              </a:rPr>
              <a:t>{0}</a:t>
            </a:r>
            <a:r>
              <a:rPr lang="es-419" sz="2400" dirty="0"/>
              <a:t>, tienes </a:t>
            </a:r>
            <a:r>
              <a:rPr lang="es-419" sz="2400" dirty="0">
                <a:highlight>
                  <a:srgbClr val="00FFFF"/>
                </a:highlight>
              </a:rPr>
              <a:t>{1}</a:t>
            </a:r>
            <a:r>
              <a:rPr lang="es-419" sz="2400" dirty="0"/>
              <a:t> años. ¡Hola </a:t>
            </a:r>
            <a:r>
              <a:rPr lang="es-419" sz="2400" dirty="0">
                <a:highlight>
                  <a:srgbClr val="00FFFF"/>
                </a:highlight>
              </a:rPr>
              <a:t>{0}</a:t>
            </a:r>
            <a:r>
              <a:rPr lang="es-419" sz="2400" dirty="0"/>
              <a:t>!"</a:t>
            </a:r>
            <a:r>
              <a:rPr lang="es-419" sz="2400" dirty="0">
                <a:highlight>
                  <a:srgbClr val="FFFF00"/>
                </a:highlight>
              </a:rPr>
              <a:t>.</a:t>
            </a:r>
            <a:r>
              <a:rPr lang="es-419" sz="2400" dirty="0" err="1">
                <a:highlight>
                  <a:srgbClr val="FFFF00"/>
                </a:highlight>
              </a:rPr>
              <a:t>format</a:t>
            </a:r>
            <a:r>
              <a:rPr lang="es-419" sz="2400" dirty="0"/>
              <a:t>("Ana", 25))</a:t>
            </a:r>
          </a:p>
          <a:p>
            <a:endParaRPr lang="es-419" sz="2400" dirty="0"/>
          </a:p>
          <a:p>
            <a:r>
              <a:rPr lang="es-419" sz="2400" dirty="0">
                <a:highlight>
                  <a:srgbClr val="00FF00"/>
                </a:highlight>
              </a:rPr>
              <a:t># Por nombre</a:t>
            </a:r>
          </a:p>
          <a:p>
            <a:r>
              <a:rPr lang="es-419" sz="2400" dirty="0" err="1"/>
              <a:t>print</a:t>
            </a:r>
            <a:r>
              <a:rPr lang="es-419" sz="2400" dirty="0"/>
              <a:t>("Hola {</a:t>
            </a:r>
            <a:r>
              <a:rPr lang="es-419" sz="2400" dirty="0">
                <a:highlight>
                  <a:srgbClr val="00FFFF"/>
                </a:highlight>
              </a:rPr>
              <a:t>nombre</a:t>
            </a:r>
            <a:r>
              <a:rPr lang="es-419" sz="2400" dirty="0"/>
              <a:t>}, tienes {</a:t>
            </a:r>
            <a:r>
              <a:rPr lang="es-419" sz="2400" dirty="0">
                <a:highlight>
                  <a:srgbClr val="00FFFF"/>
                </a:highlight>
              </a:rPr>
              <a:t>edad</a:t>
            </a:r>
            <a:r>
              <a:rPr lang="es-419" sz="2400" dirty="0"/>
              <a:t>} años"</a:t>
            </a:r>
            <a:r>
              <a:rPr lang="es-419" sz="2400" dirty="0">
                <a:highlight>
                  <a:srgbClr val="FFFF00"/>
                </a:highlight>
              </a:rPr>
              <a:t>.</a:t>
            </a:r>
            <a:r>
              <a:rPr lang="es-419" sz="2400" dirty="0" err="1">
                <a:highlight>
                  <a:srgbClr val="FFFF00"/>
                </a:highlight>
              </a:rPr>
              <a:t>format</a:t>
            </a:r>
            <a:r>
              <a:rPr lang="es-419" sz="2400" dirty="0"/>
              <a:t>(</a:t>
            </a:r>
            <a:r>
              <a:rPr lang="es-419" sz="2400" dirty="0">
                <a:highlight>
                  <a:srgbClr val="00FFFF"/>
                </a:highlight>
              </a:rPr>
              <a:t>nombre</a:t>
            </a:r>
            <a:r>
              <a:rPr lang="es-419" sz="2400" dirty="0"/>
              <a:t>="Ana", </a:t>
            </a:r>
            <a:r>
              <a:rPr lang="es-419" sz="2400" dirty="0">
                <a:highlight>
                  <a:srgbClr val="00FFFF"/>
                </a:highlight>
              </a:rPr>
              <a:t>edad</a:t>
            </a:r>
            <a:r>
              <a:rPr lang="es-419" sz="2400" dirty="0"/>
              <a:t>=25))</a:t>
            </a:r>
          </a:p>
          <a:p>
            <a:endParaRPr lang="es-419" sz="2400" dirty="0"/>
          </a:p>
          <a:p>
            <a:r>
              <a:rPr lang="es-419" sz="2400" dirty="0">
                <a:highlight>
                  <a:srgbClr val="00FF00"/>
                </a:highlight>
              </a:rPr>
              <a:t># Con formato numérico</a:t>
            </a:r>
          </a:p>
          <a:p>
            <a:r>
              <a:rPr lang="es-419" sz="2400" dirty="0" err="1"/>
              <a:t>print</a:t>
            </a:r>
            <a:r>
              <a:rPr lang="es-419" sz="2400" dirty="0"/>
              <a:t>("Pi: {:.4f}"</a:t>
            </a:r>
            <a:r>
              <a:rPr lang="es-419" sz="2400" dirty="0">
                <a:highlight>
                  <a:srgbClr val="FFFF00"/>
                </a:highlight>
              </a:rPr>
              <a:t>.</a:t>
            </a:r>
            <a:r>
              <a:rPr lang="es-419" sz="2400" dirty="0" err="1">
                <a:highlight>
                  <a:srgbClr val="FFFF00"/>
                </a:highlight>
              </a:rPr>
              <a:t>format</a:t>
            </a:r>
            <a:r>
              <a:rPr lang="es-419" sz="2400" dirty="0"/>
              <a:t>(3.1415926535)) </a:t>
            </a:r>
          </a:p>
          <a:p>
            <a:r>
              <a:rPr lang="es-419" sz="2400" dirty="0" err="1"/>
              <a:t>print</a:t>
            </a:r>
            <a:r>
              <a:rPr lang="es-419" sz="2400" dirty="0"/>
              <a:t>("Porcentaje: {:.1%}"</a:t>
            </a:r>
            <a:r>
              <a:rPr lang="es-419" sz="2400" dirty="0">
                <a:highlight>
                  <a:srgbClr val="FFFF00"/>
                </a:highlight>
              </a:rPr>
              <a:t>.</a:t>
            </a:r>
            <a:r>
              <a:rPr lang="es-419" sz="2400" dirty="0" err="1">
                <a:highlight>
                  <a:srgbClr val="FFFF00"/>
                </a:highlight>
              </a:rPr>
              <a:t>format</a:t>
            </a:r>
            <a:r>
              <a:rPr lang="es-419" sz="2400" dirty="0"/>
              <a:t>(0.756))</a:t>
            </a:r>
          </a:p>
        </p:txBody>
      </p:sp>
      <p:sp>
        <p:nvSpPr>
          <p:cNvPr id="23" name="Forma libre: forma 22">
            <a:extLst>
              <a:ext uri="{FF2B5EF4-FFF2-40B4-BE49-F238E27FC236}">
                <a16:creationId xmlns:a16="http://schemas.microsoft.com/office/drawing/2014/main" id="{12E66ACC-1239-4D4E-9C99-A1AB972C56FC}"/>
              </a:ext>
            </a:extLst>
          </p:cNvPr>
          <p:cNvSpPr/>
          <p:nvPr/>
        </p:nvSpPr>
        <p:spPr>
          <a:xfrm>
            <a:off x="3031299" y="1703540"/>
            <a:ext cx="3269293" cy="989556"/>
          </a:xfrm>
          <a:custGeom>
            <a:avLst/>
            <a:gdLst>
              <a:gd name="connsiteX0" fmla="*/ 3344449 w 3344449"/>
              <a:gd name="connsiteY0" fmla="*/ 588723 h 801666"/>
              <a:gd name="connsiteX1" fmla="*/ 3231715 w 3344449"/>
              <a:gd name="connsiteY1" fmla="*/ 388307 h 801666"/>
              <a:gd name="connsiteX2" fmla="*/ 3219189 w 3344449"/>
              <a:gd name="connsiteY2" fmla="*/ 338203 h 801666"/>
              <a:gd name="connsiteX3" fmla="*/ 3131506 w 3344449"/>
              <a:gd name="connsiteY3" fmla="*/ 237995 h 801666"/>
              <a:gd name="connsiteX4" fmla="*/ 3106454 w 3344449"/>
              <a:gd name="connsiteY4" fmla="*/ 200416 h 801666"/>
              <a:gd name="connsiteX5" fmla="*/ 2906038 w 3344449"/>
              <a:gd name="connsiteY5" fmla="*/ 87682 h 801666"/>
              <a:gd name="connsiteX6" fmla="*/ 2793304 w 3344449"/>
              <a:gd name="connsiteY6" fmla="*/ 62630 h 801666"/>
              <a:gd name="connsiteX7" fmla="*/ 2718148 w 3344449"/>
              <a:gd name="connsiteY7" fmla="*/ 25052 h 801666"/>
              <a:gd name="connsiteX8" fmla="*/ 2567835 w 3344449"/>
              <a:gd name="connsiteY8" fmla="*/ 12526 h 801666"/>
              <a:gd name="connsiteX9" fmla="*/ 2492679 w 3344449"/>
              <a:gd name="connsiteY9" fmla="*/ 0 h 801666"/>
              <a:gd name="connsiteX10" fmla="*/ 1728591 w 3344449"/>
              <a:gd name="connsiteY10" fmla="*/ 25052 h 801666"/>
              <a:gd name="connsiteX11" fmla="*/ 1465545 w 3344449"/>
              <a:gd name="connsiteY11" fmla="*/ 75156 h 801666"/>
              <a:gd name="connsiteX12" fmla="*/ 1277654 w 3344449"/>
              <a:gd name="connsiteY12" fmla="*/ 100208 h 801666"/>
              <a:gd name="connsiteX13" fmla="*/ 1227550 w 3344449"/>
              <a:gd name="connsiteY13" fmla="*/ 125260 h 801666"/>
              <a:gd name="connsiteX14" fmla="*/ 1139868 w 3344449"/>
              <a:gd name="connsiteY14" fmla="*/ 175364 h 801666"/>
              <a:gd name="connsiteX15" fmla="*/ 989556 w 3344449"/>
              <a:gd name="connsiteY15" fmla="*/ 212942 h 801666"/>
              <a:gd name="connsiteX16" fmla="*/ 789139 w 3344449"/>
              <a:gd name="connsiteY16" fmla="*/ 300625 h 801666"/>
              <a:gd name="connsiteX17" fmla="*/ 726509 w 3344449"/>
              <a:gd name="connsiteY17" fmla="*/ 325677 h 801666"/>
              <a:gd name="connsiteX18" fmla="*/ 663879 w 3344449"/>
              <a:gd name="connsiteY18" fmla="*/ 350729 h 801666"/>
              <a:gd name="connsiteX19" fmla="*/ 588723 w 3344449"/>
              <a:gd name="connsiteY19" fmla="*/ 388307 h 801666"/>
              <a:gd name="connsiteX20" fmla="*/ 438411 w 3344449"/>
              <a:gd name="connsiteY20" fmla="*/ 450937 h 801666"/>
              <a:gd name="connsiteX21" fmla="*/ 350728 w 3344449"/>
              <a:gd name="connsiteY21" fmla="*/ 501041 h 801666"/>
              <a:gd name="connsiteX22" fmla="*/ 275572 w 3344449"/>
              <a:gd name="connsiteY22" fmla="*/ 538619 h 801666"/>
              <a:gd name="connsiteX23" fmla="*/ 125260 w 3344449"/>
              <a:gd name="connsiteY23" fmla="*/ 663879 h 801666"/>
              <a:gd name="connsiteX24" fmla="*/ 37578 w 3344449"/>
              <a:gd name="connsiteY24" fmla="*/ 739036 h 801666"/>
              <a:gd name="connsiteX25" fmla="*/ 0 w 3344449"/>
              <a:gd name="connsiteY25" fmla="*/ 801666 h 8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344449" h="801666">
                <a:moveTo>
                  <a:pt x="3344449" y="588723"/>
                </a:moveTo>
                <a:cubicBezTo>
                  <a:pt x="3307715" y="533621"/>
                  <a:pt x="3246934" y="449183"/>
                  <a:pt x="3231715" y="388307"/>
                </a:cubicBezTo>
                <a:cubicBezTo>
                  <a:pt x="3227540" y="371606"/>
                  <a:pt x="3227550" y="353252"/>
                  <a:pt x="3219189" y="338203"/>
                </a:cubicBezTo>
                <a:cubicBezTo>
                  <a:pt x="3185673" y="277874"/>
                  <a:pt x="3169666" y="283787"/>
                  <a:pt x="3131506" y="237995"/>
                </a:cubicBezTo>
                <a:cubicBezTo>
                  <a:pt x="3121868" y="226430"/>
                  <a:pt x="3118387" y="209595"/>
                  <a:pt x="3106454" y="200416"/>
                </a:cubicBezTo>
                <a:cubicBezTo>
                  <a:pt x="3057542" y="162791"/>
                  <a:pt x="2974672" y="107292"/>
                  <a:pt x="2906038" y="87682"/>
                </a:cubicBezTo>
                <a:cubicBezTo>
                  <a:pt x="2869024" y="77107"/>
                  <a:pt x="2830882" y="70981"/>
                  <a:pt x="2793304" y="62630"/>
                </a:cubicBezTo>
                <a:cubicBezTo>
                  <a:pt x="2768252" y="50104"/>
                  <a:pt x="2745490" y="31128"/>
                  <a:pt x="2718148" y="25052"/>
                </a:cubicBezTo>
                <a:cubicBezTo>
                  <a:pt x="2669067" y="14145"/>
                  <a:pt x="2617805" y="18078"/>
                  <a:pt x="2567835" y="12526"/>
                </a:cubicBezTo>
                <a:cubicBezTo>
                  <a:pt x="2542593" y="9721"/>
                  <a:pt x="2517731" y="4175"/>
                  <a:pt x="2492679" y="0"/>
                </a:cubicBezTo>
                <a:cubicBezTo>
                  <a:pt x="2237983" y="8351"/>
                  <a:pt x="1982744" y="6455"/>
                  <a:pt x="1728591" y="25052"/>
                </a:cubicBezTo>
                <a:cubicBezTo>
                  <a:pt x="1639571" y="31566"/>
                  <a:pt x="1553311" y="58903"/>
                  <a:pt x="1465545" y="75156"/>
                </a:cubicBezTo>
                <a:cubicBezTo>
                  <a:pt x="1381206" y="90774"/>
                  <a:pt x="1373780" y="89527"/>
                  <a:pt x="1277654" y="100208"/>
                </a:cubicBezTo>
                <a:cubicBezTo>
                  <a:pt x="1260953" y="108559"/>
                  <a:pt x="1243943" y="116319"/>
                  <a:pt x="1227550" y="125260"/>
                </a:cubicBezTo>
                <a:cubicBezTo>
                  <a:pt x="1197998" y="141379"/>
                  <a:pt x="1171455" y="163727"/>
                  <a:pt x="1139868" y="175364"/>
                </a:cubicBezTo>
                <a:cubicBezTo>
                  <a:pt x="1091406" y="193218"/>
                  <a:pt x="1039660" y="200416"/>
                  <a:pt x="989556" y="212942"/>
                </a:cubicBezTo>
                <a:cubicBezTo>
                  <a:pt x="874177" y="270633"/>
                  <a:pt x="940407" y="240118"/>
                  <a:pt x="789139" y="300625"/>
                </a:cubicBezTo>
                <a:lnTo>
                  <a:pt x="726509" y="325677"/>
                </a:lnTo>
                <a:cubicBezTo>
                  <a:pt x="705632" y="334028"/>
                  <a:pt x="683990" y="340673"/>
                  <a:pt x="663879" y="350729"/>
                </a:cubicBezTo>
                <a:cubicBezTo>
                  <a:pt x="638827" y="363255"/>
                  <a:pt x="614318" y="376931"/>
                  <a:pt x="588723" y="388307"/>
                </a:cubicBezTo>
                <a:cubicBezTo>
                  <a:pt x="539122" y="410352"/>
                  <a:pt x="486960" y="426663"/>
                  <a:pt x="438411" y="450937"/>
                </a:cubicBezTo>
                <a:cubicBezTo>
                  <a:pt x="243101" y="548590"/>
                  <a:pt x="510053" y="412527"/>
                  <a:pt x="350728" y="501041"/>
                </a:cubicBezTo>
                <a:cubicBezTo>
                  <a:pt x="326244" y="514643"/>
                  <a:pt x="299426" y="523940"/>
                  <a:pt x="275572" y="538619"/>
                </a:cubicBezTo>
                <a:cubicBezTo>
                  <a:pt x="160757" y="609274"/>
                  <a:pt x="215842" y="583361"/>
                  <a:pt x="125260" y="663879"/>
                </a:cubicBezTo>
                <a:cubicBezTo>
                  <a:pt x="91795" y="693626"/>
                  <a:pt x="63775" y="702360"/>
                  <a:pt x="37578" y="739036"/>
                </a:cubicBezTo>
                <a:cubicBezTo>
                  <a:pt x="-31654" y="835960"/>
                  <a:pt x="38865" y="762801"/>
                  <a:pt x="0" y="801666"/>
                </a:cubicBezTo>
              </a:path>
            </a:pathLst>
          </a:cu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419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DD71ADE2-0B95-4343-A346-FCCF25484F76}"/>
              </a:ext>
            </a:extLst>
          </p:cNvPr>
          <p:cNvSpPr/>
          <p:nvPr/>
        </p:nvSpPr>
        <p:spPr>
          <a:xfrm>
            <a:off x="4183693" y="2968668"/>
            <a:ext cx="2956143" cy="388307"/>
          </a:xfrm>
          <a:custGeom>
            <a:avLst/>
            <a:gdLst>
              <a:gd name="connsiteX0" fmla="*/ 2956143 w 2956143"/>
              <a:gd name="connsiteY0" fmla="*/ 0 h 388307"/>
              <a:gd name="connsiteX1" fmla="*/ 2906039 w 2956143"/>
              <a:gd name="connsiteY1" fmla="*/ 137787 h 388307"/>
              <a:gd name="connsiteX2" fmla="*/ 2843408 w 2956143"/>
              <a:gd name="connsiteY2" fmla="*/ 187891 h 388307"/>
              <a:gd name="connsiteX3" fmla="*/ 2780778 w 2956143"/>
              <a:gd name="connsiteY3" fmla="*/ 237995 h 388307"/>
              <a:gd name="connsiteX4" fmla="*/ 2730674 w 2956143"/>
              <a:gd name="connsiteY4" fmla="*/ 275573 h 388307"/>
              <a:gd name="connsiteX5" fmla="*/ 2455102 w 2956143"/>
              <a:gd name="connsiteY5" fmla="*/ 325677 h 388307"/>
              <a:gd name="connsiteX6" fmla="*/ 1753644 w 2956143"/>
              <a:gd name="connsiteY6" fmla="*/ 388307 h 388307"/>
              <a:gd name="connsiteX7" fmla="*/ 977030 w 2956143"/>
              <a:gd name="connsiteY7" fmla="*/ 375781 h 388307"/>
              <a:gd name="connsiteX8" fmla="*/ 926926 w 2956143"/>
              <a:gd name="connsiteY8" fmla="*/ 363255 h 388307"/>
              <a:gd name="connsiteX9" fmla="*/ 826718 w 2956143"/>
              <a:gd name="connsiteY9" fmla="*/ 350729 h 388307"/>
              <a:gd name="connsiteX10" fmla="*/ 676406 w 2956143"/>
              <a:gd name="connsiteY10" fmla="*/ 325677 h 388307"/>
              <a:gd name="connsiteX11" fmla="*/ 538619 w 2956143"/>
              <a:gd name="connsiteY11" fmla="*/ 288099 h 388307"/>
              <a:gd name="connsiteX12" fmla="*/ 300625 w 2956143"/>
              <a:gd name="connsiteY12" fmla="*/ 212943 h 388307"/>
              <a:gd name="connsiteX13" fmla="*/ 212943 w 2956143"/>
              <a:gd name="connsiteY13" fmla="*/ 150313 h 388307"/>
              <a:gd name="connsiteX14" fmla="*/ 112734 w 2956143"/>
              <a:gd name="connsiteY14" fmla="*/ 100209 h 388307"/>
              <a:gd name="connsiteX15" fmla="*/ 0 w 2956143"/>
              <a:gd name="connsiteY15" fmla="*/ 0 h 388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56143" h="388307">
                <a:moveTo>
                  <a:pt x="2956143" y="0"/>
                </a:moveTo>
                <a:cubicBezTo>
                  <a:pt x="2945284" y="54294"/>
                  <a:pt x="2943719" y="90688"/>
                  <a:pt x="2906039" y="137787"/>
                </a:cubicBezTo>
                <a:cubicBezTo>
                  <a:pt x="2889337" y="158664"/>
                  <a:pt x="2862313" y="168986"/>
                  <a:pt x="2843408" y="187891"/>
                </a:cubicBezTo>
                <a:cubicBezTo>
                  <a:pt x="2786749" y="244549"/>
                  <a:pt x="2853935" y="213609"/>
                  <a:pt x="2780778" y="237995"/>
                </a:cubicBezTo>
                <a:cubicBezTo>
                  <a:pt x="2764077" y="250521"/>
                  <a:pt x="2750159" y="268079"/>
                  <a:pt x="2730674" y="275573"/>
                </a:cubicBezTo>
                <a:cubicBezTo>
                  <a:pt x="2684026" y="293515"/>
                  <a:pt x="2485224" y="321912"/>
                  <a:pt x="2455102" y="325677"/>
                </a:cubicBezTo>
                <a:cubicBezTo>
                  <a:pt x="2002256" y="382283"/>
                  <a:pt x="2120178" y="370853"/>
                  <a:pt x="1753644" y="388307"/>
                </a:cubicBezTo>
                <a:lnTo>
                  <a:pt x="977030" y="375781"/>
                </a:lnTo>
                <a:cubicBezTo>
                  <a:pt x="959823" y="375260"/>
                  <a:pt x="943907" y="366085"/>
                  <a:pt x="926926" y="363255"/>
                </a:cubicBezTo>
                <a:cubicBezTo>
                  <a:pt x="893721" y="357721"/>
                  <a:pt x="860008" y="355723"/>
                  <a:pt x="826718" y="350729"/>
                </a:cubicBezTo>
                <a:cubicBezTo>
                  <a:pt x="776485" y="343194"/>
                  <a:pt x="725411" y="339042"/>
                  <a:pt x="676406" y="325677"/>
                </a:cubicBezTo>
                <a:cubicBezTo>
                  <a:pt x="630477" y="313151"/>
                  <a:pt x="584804" y="299645"/>
                  <a:pt x="538619" y="288099"/>
                </a:cubicBezTo>
                <a:cubicBezTo>
                  <a:pt x="419711" y="258372"/>
                  <a:pt x="417556" y="271409"/>
                  <a:pt x="300625" y="212943"/>
                </a:cubicBezTo>
                <a:cubicBezTo>
                  <a:pt x="91927" y="108594"/>
                  <a:pt x="399148" y="268806"/>
                  <a:pt x="212943" y="150313"/>
                </a:cubicBezTo>
                <a:cubicBezTo>
                  <a:pt x="181436" y="130263"/>
                  <a:pt x="112734" y="100209"/>
                  <a:pt x="112734" y="100209"/>
                </a:cubicBezTo>
                <a:cubicBezTo>
                  <a:pt x="18450" y="5925"/>
                  <a:pt x="62021" y="31013"/>
                  <a:pt x="0" y="0"/>
                </a:cubicBezTo>
              </a:path>
            </a:pathLst>
          </a:cu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419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55F88D9-429C-4CC4-8503-A58C3848A3CB}"/>
              </a:ext>
            </a:extLst>
          </p:cNvPr>
          <p:cNvSpPr txBox="1"/>
          <p:nvPr/>
        </p:nvSpPr>
        <p:spPr>
          <a:xfrm>
            <a:off x="7903923" y="3995802"/>
            <a:ext cx="27732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FillTx/>
                <a:latin typeface="Calibri"/>
                <a:ea typeface="Calibri"/>
                <a:cs typeface="Calibri"/>
                <a:sym typeface="Calibri"/>
              </a:rPr>
              <a:t>{0}</a:t>
            </a:r>
            <a:endParaRPr kumimoji="0" lang="es-419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00FFFF"/>
              </a:highlight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D96EB07-2E08-4EC1-AC73-7FF4ADA27256}"/>
              </a:ext>
            </a:extLst>
          </p:cNvPr>
          <p:cNvSpPr txBox="1"/>
          <p:nvPr/>
        </p:nvSpPr>
        <p:spPr>
          <a:xfrm>
            <a:off x="8582416" y="3995801"/>
            <a:ext cx="27732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FillTx/>
                <a:latin typeface="Calibri"/>
                <a:ea typeface="Calibri"/>
                <a:cs typeface="Calibri"/>
                <a:sym typeface="Calibri"/>
              </a:rPr>
              <a:t>{1}</a:t>
            </a:r>
            <a:endParaRPr kumimoji="0" lang="es-419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00FFFF"/>
              </a:highlight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433810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9C234670-3296-4B77-A4F2-3095D7937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283" y="526319"/>
            <a:ext cx="12189844" cy="1502305"/>
          </a:xfrm>
        </p:spPr>
        <p:txBody>
          <a:bodyPr/>
          <a:lstStyle/>
          <a:p>
            <a:r>
              <a:rPr lang="es-ES" dirty="0"/>
              <a:t>Instrucciones de Salida Especiales con </a:t>
            </a:r>
            <a:r>
              <a:rPr lang="es-ES" dirty="0">
                <a:highlight>
                  <a:srgbClr val="C0C0C0"/>
                </a:highlight>
              </a:rPr>
              <a:t>.%</a:t>
            </a:r>
            <a:br>
              <a:rPr lang="es-ES" dirty="0">
                <a:highlight>
                  <a:srgbClr val="C0C0C0"/>
                </a:highlight>
              </a:rPr>
            </a:br>
            <a:r>
              <a:rPr lang="es-ES" dirty="0"/>
              <a:t>(</a:t>
            </a:r>
            <a:r>
              <a:rPr lang="es-ES" dirty="0" err="1"/>
              <a:t>legacy</a:t>
            </a:r>
            <a:r>
              <a:rPr lang="es-ES" dirty="0"/>
              <a:t>)</a:t>
            </a:r>
            <a:endParaRPr lang="es-419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86D31D7-1900-46C4-8E3A-8C3E24D4510B}"/>
              </a:ext>
            </a:extLst>
          </p:cNvPr>
          <p:cNvSpPr txBox="1"/>
          <p:nvPr/>
        </p:nvSpPr>
        <p:spPr>
          <a:xfrm>
            <a:off x="949960" y="2447070"/>
            <a:ext cx="12413293" cy="44012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800" dirty="0"/>
              <a:t>nombre = “Juanita"</a:t>
            </a:r>
          </a:p>
          <a:p>
            <a:r>
              <a:rPr lang="es-ES" sz="2800" dirty="0"/>
              <a:t>edad = 46</a:t>
            </a:r>
          </a:p>
          <a:p>
            <a:r>
              <a:rPr lang="es-ES" sz="2800" dirty="0" err="1"/>
              <a:t>print</a:t>
            </a:r>
            <a:r>
              <a:rPr lang="es-ES" sz="2800" dirty="0"/>
              <a:t>("Hola </a:t>
            </a:r>
            <a:r>
              <a:rPr lang="es-ES" sz="2800" dirty="0">
                <a:highlight>
                  <a:srgbClr val="00FF00"/>
                </a:highlight>
              </a:rPr>
              <a:t>%s</a:t>
            </a:r>
            <a:r>
              <a:rPr lang="es-ES" sz="2800" dirty="0"/>
              <a:t>, tienes </a:t>
            </a:r>
            <a:r>
              <a:rPr lang="es-ES" sz="2800" dirty="0">
                <a:highlight>
                  <a:srgbClr val="00FF00"/>
                </a:highlight>
              </a:rPr>
              <a:t>%d</a:t>
            </a:r>
            <a:r>
              <a:rPr lang="es-ES" sz="2800" dirty="0"/>
              <a:t> años" </a:t>
            </a:r>
            <a:r>
              <a:rPr lang="es-ES" sz="2800" dirty="0">
                <a:highlight>
                  <a:srgbClr val="00FF00"/>
                </a:highlight>
              </a:rPr>
              <a:t>%</a:t>
            </a:r>
            <a:r>
              <a:rPr lang="es-ES" sz="2800" dirty="0"/>
              <a:t> (nombre, edad))</a:t>
            </a:r>
          </a:p>
          <a:p>
            <a:endParaRPr lang="es-ES" sz="2800" dirty="0"/>
          </a:p>
          <a:p>
            <a:r>
              <a:rPr lang="es-ES" sz="2800" dirty="0">
                <a:highlight>
                  <a:srgbClr val="00FF00"/>
                </a:highlight>
              </a:rPr>
              <a:t>%s</a:t>
            </a:r>
            <a:r>
              <a:rPr lang="es-ES" sz="2800" dirty="0"/>
              <a:t> es para </a:t>
            </a:r>
            <a:r>
              <a:rPr lang="es-ES" sz="2800" dirty="0" err="1"/>
              <a:t>string</a:t>
            </a:r>
            <a:r>
              <a:rPr lang="es-ES" sz="2800" dirty="0"/>
              <a:t> y </a:t>
            </a:r>
            <a:r>
              <a:rPr lang="es-ES" sz="2800" dirty="0">
                <a:highlight>
                  <a:srgbClr val="00FF00"/>
                </a:highlight>
              </a:rPr>
              <a:t>%d</a:t>
            </a:r>
            <a:r>
              <a:rPr lang="es-ES" sz="2800" dirty="0"/>
              <a:t> es para enteros</a:t>
            </a:r>
          </a:p>
          <a:p>
            <a:endParaRPr lang="es-ES" sz="2800" dirty="0"/>
          </a:p>
          <a:p>
            <a:r>
              <a:rPr lang="es-ES" sz="2800" dirty="0"/>
              <a:t># Formatos numéricos</a:t>
            </a:r>
          </a:p>
          <a:p>
            <a:r>
              <a:rPr lang="es-ES" sz="2800" dirty="0" err="1"/>
              <a:t>print</a:t>
            </a:r>
            <a:r>
              <a:rPr lang="es-ES" sz="2800" dirty="0"/>
              <a:t>(“Entero: %d" % 42) </a:t>
            </a:r>
          </a:p>
          <a:p>
            <a:r>
              <a:rPr lang="es-ES" sz="2800" dirty="0" err="1"/>
              <a:t>print</a:t>
            </a:r>
            <a:r>
              <a:rPr lang="es-ES" sz="2800" dirty="0"/>
              <a:t>("</a:t>
            </a:r>
            <a:r>
              <a:rPr lang="es-ES" sz="2800" dirty="0" err="1"/>
              <a:t>Float</a:t>
            </a:r>
            <a:r>
              <a:rPr lang="es-ES" sz="2800" dirty="0"/>
              <a:t>: </a:t>
            </a:r>
            <a:r>
              <a:rPr lang="es-ES" sz="2800" dirty="0">
                <a:highlight>
                  <a:srgbClr val="C0C0C0"/>
                </a:highlight>
              </a:rPr>
              <a:t>%.2f</a:t>
            </a:r>
            <a:r>
              <a:rPr lang="es-ES" sz="2800" dirty="0"/>
              <a:t>" % 3.14159)</a:t>
            </a:r>
          </a:p>
          <a:p>
            <a:r>
              <a:rPr lang="es-ES" sz="2800" dirty="0">
                <a:highlight>
                  <a:srgbClr val="C0C0C0"/>
                </a:highlight>
              </a:rPr>
              <a:t>%.2f es para </a:t>
            </a:r>
            <a:r>
              <a:rPr lang="es-ES" sz="2800" dirty="0" err="1">
                <a:highlight>
                  <a:srgbClr val="C0C0C0"/>
                </a:highlight>
              </a:rPr>
              <a:t>floats</a:t>
            </a:r>
            <a:r>
              <a:rPr lang="es-ES" sz="2800" dirty="0">
                <a:highlight>
                  <a:srgbClr val="C0C0C0"/>
                </a:highlight>
              </a:rPr>
              <a:t> con dos cifras decimales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94B31868-E756-468B-A960-B0656BA169FE}"/>
              </a:ext>
            </a:extLst>
          </p:cNvPr>
          <p:cNvCxnSpPr/>
          <p:nvPr/>
        </p:nvCxnSpPr>
        <p:spPr>
          <a:xfrm flipH="1" flipV="1">
            <a:off x="3657600" y="2868460"/>
            <a:ext cx="3031299" cy="388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7A5D882F-0634-4CD4-AF4D-FC888F60BF87}"/>
              </a:ext>
            </a:extLst>
          </p:cNvPr>
          <p:cNvCxnSpPr>
            <a:cxnSpLocks/>
          </p:cNvCxnSpPr>
          <p:nvPr/>
        </p:nvCxnSpPr>
        <p:spPr>
          <a:xfrm flipH="1" flipV="1">
            <a:off x="2755726" y="3062613"/>
            <a:ext cx="5125234" cy="388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298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ACF3C1-8A29-4E0E-971A-1BA8AD797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Bloques try - </a:t>
            </a:r>
            <a:r>
              <a:rPr lang="es-ES" dirty="0" err="1"/>
              <a:t>except</a:t>
            </a:r>
            <a:r>
              <a:rPr lang="es-ES" dirty="0"/>
              <a:t> para manejar errores</a:t>
            </a:r>
            <a:endParaRPr lang="es-419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8578803-E7A9-4B2C-8CEC-09BC0D156DF4}"/>
              </a:ext>
            </a:extLst>
          </p:cNvPr>
          <p:cNvSpPr txBox="1"/>
          <p:nvPr/>
        </p:nvSpPr>
        <p:spPr>
          <a:xfrm>
            <a:off x="1853852" y="2131874"/>
            <a:ext cx="8683669" cy="35394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800" dirty="0" err="1"/>
              <a:t>monto_txt</a:t>
            </a:r>
            <a:r>
              <a:rPr lang="es-419" sz="2800" dirty="0"/>
              <a:t> = (“Ingrese el monto”)</a:t>
            </a:r>
          </a:p>
          <a:p>
            <a:r>
              <a:rPr lang="es-419" sz="2800" dirty="0">
                <a:highlight>
                  <a:srgbClr val="FFFF00"/>
                </a:highlight>
              </a:rPr>
              <a:t>try:</a:t>
            </a:r>
          </a:p>
          <a:p>
            <a:r>
              <a:rPr lang="es-419" sz="2800" dirty="0"/>
              <a:t>	</a:t>
            </a:r>
            <a:r>
              <a:rPr lang="es-419" sz="2800" dirty="0" err="1"/>
              <a:t>monto_float</a:t>
            </a:r>
            <a:r>
              <a:rPr lang="es-419" sz="2800" dirty="0"/>
              <a:t> = </a:t>
            </a:r>
            <a:r>
              <a:rPr lang="es-419" sz="2800" dirty="0" err="1"/>
              <a:t>float</a:t>
            </a:r>
            <a:r>
              <a:rPr lang="es-419" sz="2800" dirty="0"/>
              <a:t>(</a:t>
            </a:r>
            <a:r>
              <a:rPr lang="es-419" sz="2800" dirty="0" err="1"/>
              <a:t>monto_txt</a:t>
            </a:r>
            <a:r>
              <a:rPr lang="es-419" sz="2800" dirty="0"/>
              <a:t>)</a:t>
            </a:r>
          </a:p>
          <a:p>
            <a:endParaRPr lang="es-ES" sz="2800" dirty="0"/>
          </a:p>
          <a:p>
            <a:r>
              <a:rPr lang="es-ES" sz="2800" dirty="0" err="1">
                <a:highlight>
                  <a:srgbClr val="FFFF00"/>
                </a:highlight>
              </a:rPr>
              <a:t>except</a:t>
            </a:r>
            <a:r>
              <a:rPr lang="es-ES" sz="2800" dirty="0">
                <a:highlight>
                  <a:srgbClr val="FFFF00"/>
                </a:highlight>
              </a:rPr>
              <a:t> </a:t>
            </a:r>
            <a:r>
              <a:rPr lang="es-ES" sz="2800" dirty="0" err="1">
                <a:highlight>
                  <a:srgbClr val="FFFF00"/>
                </a:highlight>
              </a:rPr>
              <a:t>ValueError</a:t>
            </a:r>
            <a:r>
              <a:rPr lang="es-ES" sz="2800" dirty="0">
                <a:highlight>
                  <a:srgbClr val="FFFF00"/>
                </a:highlight>
              </a:rPr>
              <a:t>:</a:t>
            </a:r>
          </a:p>
          <a:p>
            <a:r>
              <a:rPr lang="es-ES" sz="2800" dirty="0"/>
              <a:t>        </a:t>
            </a:r>
            <a:r>
              <a:rPr lang="es-ES" sz="2800" dirty="0" err="1"/>
              <a:t>print</a:t>
            </a:r>
            <a:r>
              <a:rPr lang="es-ES" sz="2800" dirty="0"/>
              <a:t>(f "Error: '{</a:t>
            </a:r>
            <a:r>
              <a:rPr lang="es-ES" sz="2800" dirty="0" err="1"/>
              <a:t>monto_txt</a:t>
            </a:r>
            <a:r>
              <a:rPr lang="es-ES" sz="2800" dirty="0"/>
              <a:t>}' no es un monto válido")</a:t>
            </a:r>
          </a:p>
          <a:p>
            <a:r>
              <a:rPr lang="es-ES" sz="2800" dirty="0" err="1">
                <a:highlight>
                  <a:srgbClr val="FFFF00"/>
                </a:highlight>
              </a:rPr>
              <a:t>Except</a:t>
            </a:r>
            <a:r>
              <a:rPr lang="es-ES" sz="2800" dirty="0">
                <a:highlight>
                  <a:srgbClr val="FFFF00"/>
                </a:highlight>
              </a:rPr>
              <a:t> </a:t>
            </a:r>
            <a:r>
              <a:rPr lang="es-ES" sz="2800" dirty="0" err="1">
                <a:highlight>
                  <a:srgbClr val="FFFF00"/>
                </a:highlight>
              </a:rPr>
              <a:t>Exception</a:t>
            </a:r>
            <a:r>
              <a:rPr lang="es-ES" sz="2800" dirty="0">
                <a:highlight>
                  <a:srgbClr val="FFFF00"/>
                </a:highlight>
              </a:rPr>
              <a:t> as error</a:t>
            </a:r>
            <a:r>
              <a:rPr lang="es-ES" sz="2800" dirty="0"/>
              <a:t>:</a:t>
            </a:r>
          </a:p>
          <a:p>
            <a:r>
              <a:rPr lang="es-ES" sz="2800" dirty="0"/>
              <a:t>        </a:t>
            </a:r>
            <a:r>
              <a:rPr lang="es-ES" sz="2800" dirty="0" err="1"/>
              <a:t>print</a:t>
            </a:r>
            <a:r>
              <a:rPr lang="es-ES" sz="2800" dirty="0"/>
              <a:t>(f"❌ Error inesperado: {error}")</a:t>
            </a:r>
          </a:p>
        </p:txBody>
      </p:sp>
    </p:spTree>
    <p:extLst>
      <p:ext uri="{BB962C8B-B14F-4D97-AF65-F5344CB8AC3E}">
        <p14:creationId xmlns:p14="http://schemas.microsoft.com/office/powerpoint/2010/main" val="172534334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922C95-6092-45E0-A068-F76A914B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Generar Aleatorios</a:t>
            </a:r>
            <a:endParaRPr lang="es-419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0E4F05C-7C9D-47CF-AE93-9366B0E7F280}"/>
              </a:ext>
            </a:extLst>
          </p:cNvPr>
          <p:cNvSpPr txBox="1"/>
          <p:nvPr/>
        </p:nvSpPr>
        <p:spPr>
          <a:xfrm>
            <a:off x="2956140" y="1509044"/>
            <a:ext cx="8417491" cy="52629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dirty="0">
                <a:solidFill>
                  <a:schemeClr val="accent6"/>
                </a:solidFill>
              </a:rPr>
              <a:t>#Entero entre a y b (incluyendo ambos)</a:t>
            </a:r>
          </a:p>
          <a:p>
            <a:r>
              <a:rPr lang="es-419" sz="2400" dirty="0"/>
              <a:t>dado = </a:t>
            </a:r>
            <a:r>
              <a:rPr lang="es-419" sz="2400" dirty="0" err="1"/>
              <a:t>random.randint</a:t>
            </a:r>
            <a:r>
              <a:rPr lang="es-419" sz="2400" dirty="0"/>
              <a:t>(1, 6)</a:t>
            </a:r>
          </a:p>
          <a:p>
            <a:r>
              <a:rPr lang="es-419" sz="2400" dirty="0" err="1"/>
              <a:t>print</a:t>
            </a:r>
            <a:r>
              <a:rPr lang="es-419" sz="2400" dirty="0"/>
              <a:t>(f ,"Tirada de dado (1-6): {dado}")</a:t>
            </a:r>
          </a:p>
          <a:p>
            <a:endParaRPr lang="es-419" sz="2400" dirty="0"/>
          </a:p>
          <a:p>
            <a:r>
              <a:rPr lang="es-419" sz="2400" dirty="0" err="1"/>
              <a:t>edad_aleatoria</a:t>
            </a:r>
            <a:r>
              <a:rPr lang="es-419" sz="2400" dirty="0"/>
              <a:t> = </a:t>
            </a:r>
            <a:r>
              <a:rPr lang="es-419" sz="2400" dirty="0" err="1"/>
              <a:t>random.randint</a:t>
            </a:r>
            <a:r>
              <a:rPr lang="es-419" sz="2400" dirty="0"/>
              <a:t>(18, 65)</a:t>
            </a:r>
          </a:p>
          <a:p>
            <a:r>
              <a:rPr lang="es-419" sz="2400" dirty="0" err="1"/>
              <a:t>print</a:t>
            </a:r>
            <a:r>
              <a:rPr lang="es-419" sz="2400" dirty="0"/>
              <a:t>(f " Edad aleatoria (18-65): {</a:t>
            </a:r>
            <a:r>
              <a:rPr lang="es-419" sz="2400" dirty="0" err="1"/>
              <a:t>edad_aleatoria</a:t>
            </a:r>
            <a:r>
              <a:rPr lang="es-419" sz="2400" dirty="0"/>
              <a:t>}")</a:t>
            </a:r>
          </a:p>
          <a:p>
            <a:endParaRPr lang="es-419" sz="2400" dirty="0"/>
          </a:p>
          <a:p>
            <a:r>
              <a:rPr lang="es-419" sz="2400" dirty="0">
                <a:solidFill>
                  <a:schemeClr val="accent6"/>
                </a:solidFill>
              </a:rPr>
              <a:t>#Real entre a y b (incluyendo ambos)</a:t>
            </a:r>
            <a:endParaRPr lang="es-419" sz="2400" dirty="0"/>
          </a:p>
          <a:p>
            <a:r>
              <a:rPr lang="es-419" sz="2400" dirty="0"/>
              <a:t> </a:t>
            </a:r>
            <a:r>
              <a:rPr lang="es-419" sz="2400" dirty="0" err="1"/>
              <a:t>temp</a:t>
            </a:r>
            <a:r>
              <a:rPr lang="es-419" sz="2400" dirty="0"/>
              <a:t> = </a:t>
            </a:r>
            <a:r>
              <a:rPr lang="es-419" sz="2400" dirty="0" err="1"/>
              <a:t>random.uniform</a:t>
            </a:r>
            <a:r>
              <a:rPr lang="es-419" sz="2400" dirty="0"/>
              <a:t>(15.5, 30.5)</a:t>
            </a:r>
          </a:p>
          <a:p>
            <a:r>
              <a:rPr lang="es-419" sz="2400" dirty="0"/>
              <a:t> </a:t>
            </a:r>
            <a:r>
              <a:rPr lang="es-419" sz="2400" dirty="0" err="1"/>
              <a:t>print</a:t>
            </a:r>
            <a:r>
              <a:rPr lang="es-419" sz="2400" dirty="0"/>
              <a:t>(f" {temp:.2f}°C")</a:t>
            </a:r>
          </a:p>
          <a:p>
            <a:endParaRPr lang="es-419" sz="2400" dirty="0"/>
          </a:p>
          <a:p>
            <a:r>
              <a:rPr lang="sv-SE" sz="2400" dirty="0">
                <a:solidFill>
                  <a:schemeClr val="accent6"/>
                </a:solidFill>
              </a:rPr>
              <a:t>#randrange(</a:t>
            </a:r>
            <a:r>
              <a:rPr lang="sv-SE" sz="2400" i="1" dirty="0">
                <a:solidFill>
                  <a:schemeClr val="accent6"/>
                </a:solidFill>
              </a:rPr>
              <a:t>start, stop, step</a:t>
            </a:r>
            <a:r>
              <a:rPr lang="sv-SE" sz="2400" dirty="0">
                <a:solidFill>
                  <a:schemeClr val="accent6"/>
                </a:solidFill>
              </a:rPr>
              <a:t>)</a:t>
            </a:r>
          </a:p>
          <a:p>
            <a:r>
              <a:rPr lang="sv-SE" sz="2400" dirty="0"/>
              <a:t>numero_par_2_20 = random.randrange(2, 21, 2)</a:t>
            </a:r>
          </a:p>
          <a:p>
            <a:r>
              <a:rPr lang="sv-SE" sz="2400" dirty="0"/>
              <a:t>print(f"🔢 Número par (2-20): {numero_par_2_20}")</a:t>
            </a:r>
          </a:p>
        </p:txBody>
      </p:sp>
    </p:spTree>
    <p:extLst>
      <p:ext uri="{BB962C8B-B14F-4D97-AF65-F5344CB8AC3E}">
        <p14:creationId xmlns:p14="http://schemas.microsoft.com/office/powerpoint/2010/main" val="2742235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ACF3C1-8A29-4E0E-971A-1BA8AD797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Cómo escribir: la clave </a:t>
            </a:r>
            <a:r>
              <a:rPr lang="es-ES" dirty="0" err="1"/>
              <a:t>identar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48936916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 2"/>
          <p:cNvSpPr txBox="1"/>
          <p:nvPr/>
        </p:nvSpPr>
        <p:spPr>
          <a:xfrm>
            <a:off x="2453205" y="2027507"/>
            <a:ext cx="9169242" cy="7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400">
                <a:solidFill>
                  <a:srgbClr val="404040"/>
                </a:solidFill>
              </a:defRPr>
            </a:lvl1pPr>
          </a:lstStyle>
          <a:p>
            <a:r>
              <a:rPr dirty="0" err="1"/>
              <a:t>Estructuras</a:t>
            </a:r>
            <a:r>
              <a:rPr dirty="0"/>
              <a:t>  de Control </a:t>
            </a:r>
            <a:r>
              <a:rPr dirty="0" err="1"/>
              <a:t>en</a:t>
            </a:r>
            <a:r>
              <a:rPr dirty="0"/>
              <a:t> </a:t>
            </a:r>
            <a:r>
              <a:rPr lang="es-ES" dirty="0"/>
              <a:t>Python</a:t>
            </a:r>
            <a:endParaRPr dirty="0"/>
          </a:p>
        </p:txBody>
      </p:sp>
      <p:pic>
        <p:nvPicPr>
          <p:cNvPr id="1026" name="Picture 2" descr="Python logo - Accredian Blog">
            <a:extLst>
              <a:ext uri="{FF2B5EF4-FFF2-40B4-BE49-F238E27FC236}">
                <a16:creationId xmlns:a16="http://schemas.microsoft.com/office/drawing/2014/main" id="{2D6F7F80-667A-49E2-AA2B-8431F85D4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290" y="3306611"/>
            <a:ext cx="17335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805950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n relacionad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8791" y="2041193"/>
            <a:ext cx="4920017" cy="369001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949960" y="413810"/>
            <a:ext cx="10661667" cy="80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87"/>
              <a:buFont typeface="Calibri"/>
              <a:buNone/>
            </a:pPr>
            <a:r>
              <a:rPr lang="es-CO" sz="498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Estructuras condicionales </a:t>
            </a:r>
            <a:r>
              <a:rPr lang="es-CO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(o de Control)</a:t>
            </a:r>
            <a:endParaRPr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9728C7B-8098-44AC-BB43-D087AB34F51F}"/>
              </a:ext>
            </a:extLst>
          </p:cNvPr>
          <p:cNvSpPr txBox="1"/>
          <p:nvPr/>
        </p:nvSpPr>
        <p:spPr>
          <a:xfrm>
            <a:off x="5305468" y="6075124"/>
            <a:ext cx="3206663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Cuál camino tomarías?</a:t>
            </a:r>
            <a:endParaRPr kumimoji="0" lang="es-419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559F2D-B5A6-4741-A81A-37C626D37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428" y="176863"/>
            <a:ext cx="7855838" cy="1502305"/>
          </a:xfrm>
        </p:spPr>
        <p:txBody>
          <a:bodyPr/>
          <a:lstStyle/>
          <a:p>
            <a:r>
              <a:rPr lang="es-ES" sz="4800" dirty="0"/>
              <a:t>En programación sirven para:</a:t>
            </a:r>
            <a:endParaRPr lang="es-CO" sz="48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0F207AC-3AE4-4722-965C-6D77A07C7778}"/>
              </a:ext>
            </a:extLst>
          </p:cNvPr>
          <p:cNvSpPr txBox="1"/>
          <p:nvPr/>
        </p:nvSpPr>
        <p:spPr>
          <a:xfrm>
            <a:off x="1478072" y="2222096"/>
            <a:ext cx="65761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Validar los datos que ingresa el usuario, o la información que viene en archivos de entrada antes de su procesamiento</a:t>
            </a:r>
          </a:p>
          <a:p>
            <a:endParaRPr lang="es-ES" sz="2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8B2BD6A-061F-4F85-B1D1-5D26820709E2}"/>
              </a:ext>
            </a:extLst>
          </p:cNvPr>
          <p:cNvSpPr txBox="1"/>
          <p:nvPr/>
        </p:nvSpPr>
        <p:spPr>
          <a:xfrm>
            <a:off x="4283903" y="4972056"/>
            <a:ext cx="69081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Que los programas tomen decisiones sobre cuándo ejecutar unas instrucciones y cuando no.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BE9102A-AF69-4CD2-AA29-9B834C3BE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021" y="1881432"/>
            <a:ext cx="2521280" cy="200476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389A56C-08A1-40FC-8BEE-316A3CE98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579" y="3753488"/>
            <a:ext cx="2877631" cy="314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87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ordemos - Operadores"/>
          <p:cNvSpPr txBox="1">
            <a:spLocks noGrp="1"/>
          </p:cNvSpPr>
          <p:nvPr>
            <p:ph type="ctrTitle" idx="4294967295"/>
          </p:nvPr>
        </p:nvSpPr>
        <p:spPr>
          <a:xfrm>
            <a:off x="700577" y="316753"/>
            <a:ext cx="10937242" cy="1502306"/>
          </a:xfrm>
          <a:prstGeom prst="rect">
            <a:avLst/>
          </a:prstGeom>
        </p:spPr>
        <p:txBody>
          <a:bodyPr lIns="45699" tIns="45699" rIns="45699" bIns="45699">
            <a:normAutofit/>
          </a:bodyPr>
          <a:lstStyle>
            <a:lvl1pPr>
              <a:lnSpc>
                <a:spcPct val="90000"/>
              </a:lnSpc>
              <a:defRPr sz="49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sz="4400" dirty="0" err="1"/>
              <a:t>Recordemos</a:t>
            </a:r>
            <a:r>
              <a:rPr sz="4400" dirty="0"/>
              <a:t> - </a:t>
            </a:r>
            <a:r>
              <a:rPr sz="4400" dirty="0" err="1"/>
              <a:t>Operadores</a:t>
            </a:r>
            <a:endParaRPr sz="4400" dirty="0"/>
          </a:p>
        </p:txBody>
      </p:sp>
      <p:sp>
        <p:nvSpPr>
          <p:cNvPr id="187" name="CuadroTexto 2"/>
          <p:cNvSpPr txBox="1"/>
          <p:nvPr/>
        </p:nvSpPr>
        <p:spPr>
          <a:xfrm>
            <a:off x="9954490" y="2610718"/>
            <a:ext cx="3217027" cy="548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Lógicos</a:t>
            </a:r>
          </a:p>
        </p:txBody>
      </p:sp>
      <p:sp>
        <p:nvSpPr>
          <p:cNvPr id="188" name="CuadroTexto 3"/>
          <p:cNvSpPr txBox="1"/>
          <p:nvPr/>
        </p:nvSpPr>
        <p:spPr>
          <a:xfrm>
            <a:off x="979518" y="1978429"/>
            <a:ext cx="3217027" cy="548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De comparación</a:t>
            </a:r>
          </a:p>
        </p:txBody>
      </p:sp>
      <p:sp>
        <p:nvSpPr>
          <p:cNvPr id="189" name="CuadroTexto 4"/>
          <p:cNvSpPr txBox="1"/>
          <p:nvPr/>
        </p:nvSpPr>
        <p:spPr>
          <a:xfrm>
            <a:off x="584200" y="2726576"/>
            <a:ext cx="3806538" cy="557570"/>
          </a:xfrm>
          <a:prstGeom prst="rect">
            <a:avLst/>
          </a:prstGeom>
          <a:ln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&gt;  Mayor que</a:t>
            </a:r>
          </a:p>
        </p:txBody>
      </p:sp>
      <p:sp>
        <p:nvSpPr>
          <p:cNvPr id="190" name="CuadroTexto 5"/>
          <p:cNvSpPr txBox="1"/>
          <p:nvPr/>
        </p:nvSpPr>
        <p:spPr>
          <a:xfrm>
            <a:off x="584198" y="3397160"/>
            <a:ext cx="3806540" cy="557571"/>
          </a:xfrm>
          <a:prstGeom prst="rect">
            <a:avLst/>
          </a:prstGeom>
          <a:ln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&lt;  Menor que</a:t>
            </a:r>
          </a:p>
        </p:txBody>
      </p:sp>
      <p:sp>
        <p:nvSpPr>
          <p:cNvPr id="191" name="CuadroTexto 6"/>
          <p:cNvSpPr txBox="1"/>
          <p:nvPr/>
        </p:nvSpPr>
        <p:spPr>
          <a:xfrm>
            <a:off x="584199" y="4023361"/>
            <a:ext cx="3806542" cy="557570"/>
          </a:xfrm>
          <a:prstGeom prst="rect">
            <a:avLst/>
          </a:prstGeom>
          <a:ln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&gt;=  Mayor igual a</a:t>
            </a:r>
          </a:p>
        </p:txBody>
      </p:sp>
      <p:sp>
        <p:nvSpPr>
          <p:cNvPr id="192" name="CuadroTexto 7"/>
          <p:cNvSpPr txBox="1"/>
          <p:nvPr/>
        </p:nvSpPr>
        <p:spPr>
          <a:xfrm>
            <a:off x="584198" y="4685496"/>
            <a:ext cx="3846485" cy="557570"/>
          </a:xfrm>
          <a:prstGeom prst="rect">
            <a:avLst/>
          </a:prstGeom>
          <a:ln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&lt; =  Menor igual a</a:t>
            </a:r>
          </a:p>
        </p:txBody>
      </p:sp>
      <p:sp>
        <p:nvSpPr>
          <p:cNvPr id="193" name="CuadroTexto 8"/>
          <p:cNvSpPr txBox="1"/>
          <p:nvPr/>
        </p:nvSpPr>
        <p:spPr>
          <a:xfrm>
            <a:off x="584198" y="5400392"/>
            <a:ext cx="3806542" cy="557571"/>
          </a:xfrm>
          <a:prstGeom prst="rect">
            <a:avLst/>
          </a:prstGeom>
          <a:ln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= = igual a</a:t>
            </a:r>
          </a:p>
        </p:txBody>
      </p:sp>
      <p:sp>
        <p:nvSpPr>
          <p:cNvPr id="194" name="CuadroTexto 9"/>
          <p:cNvSpPr txBox="1"/>
          <p:nvPr/>
        </p:nvSpPr>
        <p:spPr>
          <a:xfrm>
            <a:off x="584198" y="6068293"/>
            <a:ext cx="3839792" cy="557570"/>
          </a:xfrm>
          <a:prstGeom prst="rect">
            <a:avLst/>
          </a:prstGeom>
          <a:ln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! = diferente a</a:t>
            </a:r>
          </a:p>
        </p:txBody>
      </p:sp>
      <p:sp>
        <p:nvSpPr>
          <p:cNvPr id="195" name="CuadroTexto 10"/>
          <p:cNvSpPr txBox="1"/>
          <p:nvPr/>
        </p:nvSpPr>
        <p:spPr>
          <a:xfrm>
            <a:off x="9545321" y="3573691"/>
            <a:ext cx="3671917" cy="557570"/>
          </a:xfrm>
          <a:prstGeom prst="rect">
            <a:avLst/>
          </a:prstGeom>
          <a:ln>
            <a:solidFill>
              <a:srgbClr val="00B05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Y &amp;&amp;</a:t>
            </a:r>
          </a:p>
        </p:txBody>
      </p:sp>
      <p:sp>
        <p:nvSpPr>
          <p:cNvPr id="196" name="CuadroTexto 11"/>
          <p:cNvSpPr txBox="1"/>
          <p:nvPr/>
        </p:nvSpPr>
        <p:spPr>
          <a:xfrm>
            <a:off x="9561945" y="4364361"/>
            <a:ext cx="3671917" cy="557571"/>
          </a:xfrm>
          <a:prstGeom prst="rect">
            <a:avLst/>
          </a:prstGeom>
          <a:ln>
            <a:solidFill>
              <a:srgbClr val="00B05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 ||</a:t>
            </a:r>
          </a:p>
        </p:txBody>
      </p:sp>
      <p:sp>
        <p:nvSpPr>
          <p:cNvPr id="197" name="CuadroTexto 12"/>
          <p:cNvSpPr txBox="1"/>
          <p:nvPr/>
        </p:nvSpPr>
        <p:spPr>
          <a:xfrm>
            <a:off x="9545321" y="5207246"/>
            <a:ext cx="3671917" cy="557571"/>
          </a:xfrm>
          <a:prstGeom prst="rect">
            <a:avLst/>
          </a:prstGeom>
          <a:ln>
            <a:solidFill>
              <a:srgbClr val="00B05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 !</a:t>
            </a:r>
          </a:p>
        </p:txBody>
      </p:sp>
      <p:grpSp>
        <p:nvGrpSpPr>
          <p:cNvPr id="201" name="Flecha curvada hacia abajo 13"/>
          <p:cNvGrpSpPr/>
          <p:nvPr/>
        </p:nvGrpSpPr>
        <p:grpSpPr>
          <a:xfrm>
            <a:off x="4242264" y="1410471"/>
            <a:ext cx="2427775" cy="1971308"/>
            <a:chOff x="0" y="0"/>
            <a:chExt cx="2427774" cy="1971306"/>
          </a:xfrm>
        </p:grpSpPr>
        <p:sp>
          <p:nvSpPr>
            <p:cNvPr id="198" name="Shape"/>
            <p:cNvSpPr/>
            <p:nvPr/>
          </p:nvSpPr>
          <p:spPr>
            <a:xfrm rot="1823718">
              <a:off x="90245" y="502052"/>
              <a:ext cx="2247285" cy="9672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568" y="21600"/>
                  </a:moveTo>
                  <a:lnTo>
                    <a:pt x="16952" y="16200"/>
                  </a:lnTo>
                  <a:lnTo>
                    <a:pt x="18114" y="16200"/>
                  </a:lnTo>
                  <a:lnTo>
                    <a:pt x="18114" y="16200"/>
                  </a:lnTo>
                  <a:cubicBezTo>
                    <a:pt x="17065" y="6663"/>
                    <a:pt x="13400" y="0"/>
                    <a:pt x="9203" y="0"/>
                  </a:cubicBezTo>
                  <a:lnTo>
                    <a:pt x="11527" y="0"/>
                  </a:lnTo>
                  <a:cubicBezTo>
                    <a:pt x="15724" y="0"/>
                    <a:pt x="19389" y="6663"/>
                    <a:pt x="20438" y="16200"/>
                  </a:cubicBezTo>
                  <a:lnTo>
                    <a:pt x="21600" y="16200"/>
                  </a:lnTo>
                  <a:close/>
                  <a:moveTo>
                    <a:pt x="10365" y="173"/>
                  </a:moveTo>
                  <a:lnTo>
                    <a:pt x="10365" y="173"/>
                  </a:lnTo>
                  <a:cubicBezTo>
                    <a:pt x="5769" y="1546"/>
                    <a:pt x="2324" y="10725"/>
                    <a:pt x="2324" y="21600"/>
                  </a:cubicBezTo>
                  <a:lnTo>
                    <a:pt x="0" y="21600"/>
                  </a:lnTo>
                  <a:cubicBezTo>
                    <a:pt x="0" y="9671"/>
                    <a:pt x="4120" y="0"/>
                    <a:pt x="9203" y="0"/>
                  </a:cubicBezTo>
                  <a:cubicBezTo>
                    <a:pt x="9592" y="0"/>
                    <a:pt x="9980" y="58"/>
                    <a:pt x="10365" y="173"/>
                  </a:cubicBezTo>
                  <a:close/>
                </a:path>
              </a:pathLst>
            </a:cu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99" name="Shape"/>
            <p:cNvSpPr/>
            <p:nvPr/>
          </p:nvSpPr>
          <p:spPr>
            <a:xfrm rot="1823718">
              <a:off x="170574" y="206345"/>
              <a:ext cx="1078395" cy="9672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3"/>
                  </a:moveTo>
                  <a:lnTo>
                    <a:pt x="21600" y="173"/>
                  </a:lnTo>
                  <a:cubicBezTo>
                    <a:pt x="12022" y="1546"/>
                    <a:pt x="4843" y="10725"/>
                    <a:pt x="4843" y="21600"/>
                  </a:cubicBezTo>
                  <a:lnTo>
                    <a:pt x="0" y="21600"/>
                  </a:lnTo>
                  <a:cubicBezTo>
                    <a:pt x="0" y="9671"/>
                    <a:pt x="8586" y="0"/>
                    <a:pt x="19178" y="0"/>
                  </a:cubicBezTo>
                  <a:cubicBezTo>
                    <a:pt x="19988" y="0"/>
                    <a:pt x="20797" y="58"/>
                    <a:pt x="21600" y="173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00" name="Line"/>
            <p:cNvSpPr/>
            <p:nvPr/>
          </p:nvSpPr>
          <p:spPr>
            <a:xfrm rot="1823718">
              <a:off x="90245" y="502052"/>
              <a:ext cx="2247285" cy="9672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365" y="173"/>
                  </a:moveTo>
                  <a:lnTo>
                    <a:pt x="10365" y="173"/>
                  </a:lnTo>
                  <a:cubicBezTo>
                    <a:pt x="5769" y="1546"/>
                    <a:pt x="2324" y="10725"/>
                    <a:pt x="2324" y="21600"/>
                  </a:cubicBezTo>
                  <a:lnTo>
                    <a:pt x="0" y="21600"/>
                  </a:lnTo>
                  <a:cubicBezTo>
                    <a:pt x="0" y="9671"/>
                    <a:pt x="4120" y="0"/>
                    <a:pt x="9203" y="0"/>
                  </a:cubicBezTo>
                  <a:lnTo>
                    <a:pt x="11527" y="0"/>
                  </a:lnTo>
                  <a:cubicBezTo>
                    <a:pt x="15724" y="0"/>
                    <a:pt x="19389" y="6663"/>
                    <a:pt x="20438" y="16200"/>
                  </a:cubicBezTo>
                  <a:lnTo>
                    <a:pt x="21600" y="16200"/>
                  </a:lnTo>
                  <a:lnTo>
                    <a:pt x="19568" y="21600"/>
                  </a:lnTo>
                  <a:lnTo>
                    <a:pt x="16952" y="16200"/>
                  </a:lnTo>
                  <a:lnTo>
                    <a:pt x="18114" y="16200"/>
                  </a:lnTo>
                  <a:lnTo>
                    <a:pt x="18114" y="16200"/>
                  </a:lnTo>
                  <a:cubicBezTo>
                    <a:pt x="17065" y="6663"/>
                    <a:pt x="13400" y="0"/>
                    <a:pt x="9203" y="0"/>
                  </a:cubicBezTo>
                </a:path>
              </a:pathLst>
            </a:custGeom>
            <a:noFill/>
            <a:ln w="254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205" name="Flecha curvada hacia arriba 17"/>
          <p:cNvGrpSpPr/>
          <p:nvPr/>
        </p:nvGrpSpPr>
        <p:grpSpPr>
          <a:xfrm>
            <a:off x="7561235" y="2058369"/>
            <a:ext cx="2995787" cy="1480487"/>
            <a:chOff x="0" y="0"/>
            <a:chExt cx="2995786" cy="1480486"/>
          </a:xfrm>
        </p:grpSpPr>
        <p:sp>
          <p:nvSpPr>
            <p:cNvPr id="202" name="Shape"/>
            <p:cNvSpPr/>
            <p:nvPr/>
          </p:nvSpPr>
          <p:spPr>
            <a:xfrm rot="10447693">
              <a:off x="53351" y="144655"/>
              <a:ext cx="2889085" cy="11911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516" extrusionOk="0">
                  <a:moveTo>
                    <a:pt x="19668" y="0"/>
                  </a:moveTo>
                  <a:lnTo>
                    <a:pt x="21600" y="5129"/>
                  </a:lnTo>
                  <a:lnTo>
                    <a:pt x="20487" y="5129"/>
                  </a:lnTo>
                  <a:cubicBezTo>
                    <a:pt x="19324" y="15085"/>
                    <a:pt x="15008" y="21600"/>
                    <a:pt x="10391" y="20366"/>
                  </a:cubicBezTo>
                  <a:lnTo>
                    <a:pt x="10391" y="20366"/>
                  </a:lnTo>
                  <a:cubicBezTo>
                    <a:pt x="14182" y="19353"/>
                    <a:pt x="17306" y="13305"/>
                    <a:pt x="18261" y="5129"/>
                  </a:cubicBezTo>
                  <a:lnTo>
                    <a:pt x="17147" y="5129"/>
                  </a:lnTo>
                  <a:close/>
                  <a:moveTo>
                    <a:pt x="9278" y="20514"/>
                  </a:moveTo>
                  <a:cubicBezTo>
                    <a:pt x="4154" y="20514"/>
                    <a:pt x="0" y="11330"/>
                    <a:pt x="0" y="0"/>
                  </a:cubicBezTo>
                  <a:lnTo>
                    <a:pt x="2226" y="0"/>
                  </a:lnTo>
                  <a:cubicBezTo>
                    <a:pt x="2226" y="11330"/>
                    <a:pt x="6380" y="20514"/>
                    <a:pt x="11504" y="20514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03" name="Shape"/>
            <p:cNvSpPr/>
            <p:nvPr/>
          </p:nvSpPr>
          <p:spPr>
            <a:xfrm rot="10447693">
              <a:off x="1400208" y="75661"/>
              <a:ext cx="1538689" cy="11910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420" y="21600"/>
                  </a:moveTo>
                  <a:cubicBezTo>
                    <a:pt x="7799" y="21600"/>
                    <a:pt x="0" y="11929"/>
                    <a:pt x="0" y="0"/>
                  </a:cubicBezTo>
                  <a:lnTo>
                    <a:pt x="4180" y="0"/>
                  </a:lnTo>
                  <a:cubicBezTo>
                    <a:pt x="4180" y="11929"/>
                    <a:pt x="11979" y="21600"/>
                    <a:pt x="21600" y="2160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04" name="Line"/>
            <p:cNvSpPr/>
            <p:nvPr/>
          </p:nvSpPr>
          <p:spPr>
            <a:xfrm rot="10447693">
              <a:off x="53355" y="144735"/>
              <a:ext cx="2889085" cy="11910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391" y="21444"/>
                  </a:moveTo>
                  <a:lnTo>
                    <a:pt x="10391" y="21444"/>
                  </a:lnTo>
                  <a:cubicBezTo>
                    <a:pt x="14182" y="20377"/>
                    <a:pt x="17306" y="14010"/>
                    <a:pt x="18261" y="5400"/>
                  </a:cubicBezTo>
                  <a:lnTo>
                    <a:pt x="17147" y="5400"/>
                  </a:lnTo>
                  <a:lnTo>
                    <a:pt x="19668" y="0"/>
                  </a:lnTo>
                  <a:lnTo>
                    <a:pt x="21600" y="5400"/>
                  </a:lnTo>
                  <a:lnTo>
                    <a:pt x="20487" y="5400"/>
                  </a:lnTo>
                  <a:cubicBezTo>
                    <a:pt x="19429" y="14937"/>
                    <a:pt x="15734" y="21600"/>
                    <a:pt x="11504" y="21600"/>
                  </a:cubicBezTo>
                  <a:lnTo>
                    <a:pt x="9278" y="21600"/>
                  </a:lnTo>
                  <a:cubicBezTo>
                    <a:pt x="4154" y="21600"/>
                    <a:pt x="0" y="11929"/>
                    <a:pt x="0" y="0"/>
                  </a:cubicBezTo>
                  <a:lnTo>
                    <a:pt x="2226" y="0"/>
                  </a:lnTo>
                  <a:cubicBezTo>
                    <a:pt x="2226" y="11929"/>
                    <a:pt x="6380" y="21600"/>
                    <a:pt x="11504" y="21600"/>
                  </a:cubicBezTo>
                </a:path>
              </a:pathLst>
            </a:custGeom>
            <a:noFill/>
            <a:ln w="25400" cap="flat">
              <a:solidFill>
                <a:srgbClr val="42719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208" name="Doble onda 18"/>
          <p:cNvGrpSpPr/>
          <p:nvPr/>
        </p:nvGrpSpPr>
        <p:grpSpPr>
          <a:xfrm>
            <a:off x="5279180" y="3987005"/>
            <a:ext cx="3474211" cy="2138538"/>
            <a:chOff x="0" y="0"/>
            <a:chExt cx="3474210" cy="2138537"/>
          </a:xfrm>
        </p:grpSpPr>
        <p:sp>
          <p:nvSpPr>
            <p:cNvPr id="206" name="Shape"/>
            <p:cNvSpPr/>
            <p:nvPr/>
          </p:nvSpPr>
          <p:spPr>
            <a:xfrm>
              <a:off x="0" y="-1"/>
              <a:ext cx="3474211" cy="21385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644" extrusionOk="0">
                  <a:moveTo>
                    <a:pt x="0" y="1006"/>
                  </a:moveTo>
                  <a:cubicBezTo>
                    <a:pt x="3600" y="-2478"/>
                    <a:pt x="7200" y="4490"/>
                    <a:pt x="10800" y="1006"/>
                  </a:cubicBezTo>
                  <a:cubicBezTo>
                    <a:pt x="14400" y="-2478"/>
                    <a:pt x="18000" y="4490"/>
                    <a:pt x="21600" y="1006"/>
                  </a:cubicBezTo>
                  <a:lnTo>
                    <a:pt x="21600" y="15638"/>
                  </a:lnTo>
                  <a:cubicBezTo>
                    <a:pt x="18000" y="19122"/>
                    <a:pt x="14400" y="12154"/>
                    <a:pt x="10800" y="15638"/>
                  </a:cubicBezTo>
                  <a:cubicBezTo>
                    <a:pt x="7200" y="19122"/>
                    <a:pt x="3600" y="12154"/>
                    <a:pt x="0" y="15638"/>
                  </a:cubicBezTo>
                  <a:close/>
                </a:path>
              </a:pathLst>
            </a:custGeom>
            <a:solidFill>
              <a:srgbClr val="FFFF00"/>
            </a:solidFill>
            <a:ln w="9525" cap="flat">
              <a:solidFill>
                <a:srgbClr val="FFFF00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07" name="CONSTRUCCIÓN DE…"/>
            <p:cNvSpPr txBox="1"/>
            <p:nvPr/>
          </p:nvSpPr>
          <p:spPr>
            <a:xfrm>
              <a:off x="50482" y="360538"/>
              <a:ext cx="3373246" cy="14174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>
                  <a:latin typeface="Arial"/>
                  <a:ea typeface="Arial"/>
                  <a:cs typeface="Arial"/>
                  <a:sym typeface="Arial"/>
                </a:defRPr>
              </a:pPr>
              <a:r>
                <a:t>CONSTRUCCIÓN DE 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b="1">
                  <a:latin typeface="Arial"/>
                  <a:ea typeface="Arial"/>
                  <a:cs typeface="Arial"/>
                  <a:sym typeface="Arial"/>
                </a:defRPr>
              </a:pPr>
              <a:endParaRPr>
                <a:solidFill>
                  <a:srgbClr val="FFFFFF"/>
                </a:solidFill>
              </a:endParaRPr>
            </a:p>
            <a:p>
              <a:pPr algn="ctr">
                <a:defRPr b="1">
                  <a:latin typeface="Arial"/>
                  <a:ea typeface="Arial"/>
                  <a:cs typeface="Arial"/>
                  <a:sym typeface="Arial"/>
                </a:defRPr>
              </a:pPr>
              <a:r>
                <a:t> EXPRESIONES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b="1">
                  <a:latin typeface="Arial"/>
                  <a:ea typeface="Arial"/>
                  <a:cs typeface="Arial"/>
                  <a:sym typeface="Arial"/>
                </a:defRPr>
              </a:pPr>
              <a:endParaRPr>
                <a:solidFill>
                  <a:srgbClr val="FFFFFF"/>
                </a:solidFill>
              </a:endParaRPr>
            </a:p>
            <a:p>
              <a:pPr algn="ctr">
                <a:defRPr b="1">
                  <a:latin typeface="Arial"/>
                  <a:ea typeface="Arial"/>
                  <a:cs typeface="Arial"/>
                  <a:sym typeface="Arial"/>
                </a:defRPr>
              </a:pPr>
              <a:r>
                <a:t>CONDICIONALES 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 animBg="1" advAuto="0"/>
      <p:bldP spid="188" grpId="0" animBg="1" advAuto="0"/>
      <p:bldP spid="189" grpId="0" animBg="1" advAuto="0"/>
      <p:bldP spid="190" grpId="0" animBg="1" advAuto="0"/>
      <p:bldP spid="191" grpId="0" animBg="1" advAuto="0"/>
      <p:bldP spid="192" grpId="0" animBg="1" advAuto="0"/>
      <p:bldP spid="193" grpId="0" animBg="1" advAuto="0"/>
      <p:bldP spid="194" grpId="0" animBg="1" advAuto="0"/>
      <p:bldP spid="195" grpId="0" animBg="1" advAuto="0"/>
      <p:bldP spid="196" grpId="0" animBg="1" advAuto="0"/>
      <p:bldP spid="197" grpId="0" animBg="1" advAuto="0"/>
      <p:bldP spid="201" grpId="0" animBg="1" advAuto="0"/>
      <p:bldP spid="205" grpId="0" animBg="1" advAuto="0"/>
      <p:bldP spid="208" grpId="0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Expresión Condicional</a:t>
            </a:r>
            <a:endParaRPr lang="es-CO" dirty="0"/>
          </a:p>
        </p:txBody>
      </p:sp>
      <p:sp>
        <p:nvSpPr>
          <p:cNvPr id="4" name="CuadroTexto 3"/>
          <p:cNvSpPr txBox="1"/>
          <p:nvPr/>
        </p:nvSpPr>
        <p:spPr>
          <a:xfrm>
            <a:off x="9559636" y="2400433"/>
            <a:ext cx="27598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SU RESULTADO SERÁ:</a:t>
            </a:r>
            <a:endParaRPr lang="es-CO" sz="24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262" y="3527200"/>
            <a:ext cx="2312141" cy="153179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3653267"/>
            <a:ext cx="2327564" cy="1405726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10467395" y="3926919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o</a:t>
            </a:r>
            <a:endParaRPr lang="es-CO" sz="3200" dirty="0"/>
          </a:p>
        </p:txBody>
      </p:sp>
      <p:sp>
        <p:nvSpPr>
          <p:cNvPr id="8" name="CuadroTexto 7"/>
          <p:cNvSpPr txBox="1"/>
          <p:nvPr/>
        </p:nvSpPr>
        <p:spPr>
          <a:xfrm>
            <a:off x="1183176" y="2292441"/>
            <a:ext cx="59317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PERMITEN PREGUNTAR SI ALGO CUMPLE O NO UNA CONDICIÓN</a:t>
            </a:r>
            <a:endParaRPr lang="es-CO" sz="240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326" y="3337909"/>
            <a:ext cx="1327727" cy="2347820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2387739" y="4511694"/>
            <a:ext cx="2126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/>
              <a:t>Juan: Mide 1.80</a:t>
            </a:r>
            <a:endParaRPr lang="es-CO" sz="1800" dirty="0"/>
          </a:p>
        </p:txBody>
      </p:sp>
      <p:sp>
        <p:nvSpPr>
          <p:cNvPr id="12" name="CuadroTexto 11"/>
          <p:cNvSpPr txBox="1"/>
          <p:nvPr/>
        </p:nvSpPr>
        <p:spPr>
          <a:xfrm>
            <a:off x="800410" y="6062056"/>
            <a:ext cx="6314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CONDICION: LOS QUE MIDAN MÁS DE 1.80 SON ALTOS</a:t>
            </a:r>
            <a:endParaRPr lang="es-CO" sz="1800" dirty="0"/>
          </a:p>
        </p:txBody>
      </p:sp>
      <p:sp>
        <p:nvSpPr>
          <p:cNvPr id="13" name="CuadroTexto 12"/>
          <p:cNvSpPr txBox="1"/>
          <p:nvPr/>
        </p:nvSpPr>
        <p:spPr>
          <a:xfrm>
            <a:off x="8159362" y="6439246"/>
            <a:ext cx="1869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Juan es alto </a:t>
            </a:r>
            <a:endParaRPr lang="es-CO" sz="2400" dirty="0"/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0807" y="6028406"/>
            <a:ext cx="1153176" cy="1091177"/>
          </a:xfrm>
          <a:prstGeom prst="rect">
            <a:avLst/>
          </a:prstGeom>
        </p:spPr>
      </p:pic>
      <p:sp>
        <p:nvSpPr>
          <p:cNvPr id="15" name="Flecha derecha 14"/>
          <p:cNvSpPr/>
          <p:nvPr/>
        </p:nvSpPr>
        <p:spPr>
          <a:xfrm>
            <a:off x="6293393" y="6475988"/>
            <a:ext cx="1862051" cy="541700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PREGUNTA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7" name="Llamada ovalada 16"/>
          <p:cNvSpPr/>
          <p:nvPr/>
        </p:nvSpPr>
        <p:spPr>
          <a:xfrm>
            <a:off x="7714210" y="466444"/>
            <a:ext cx="4077918" cy="932853"/>
          </a:xfrm>
          <a:prstGeom prst="wedgeEllipseCallout">
            <a:avLst>
              <a:gd name="adj1" fmla="val -67310"/>
              <a:gd name="adj2" fmla="val 4646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SON MUY USADAS EN LA CONSTRUCCION DE ALGORITMOS</a:t>
            </a:r>
            <a:endParaRPr lang="es-CO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377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1" grpId="0"/>
      <p:bldP spid="12" grpId="0"/>
      <p:bldP spid="13" grpId="0"/>
      <p:bldP spid="15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5A34019-A961-41FB-96D0-AC2BAD59E719}"/>
              </a:ext>
            </a:extLst>
          </p:cNvPr>
          <p:cNvSpPr txBox="1"/>
          <p:nvPr/>
        </p:nvSpPr>
        <p:spPr>
          <a:xfrm>
            <a:off x="958937" y="2401958"/>
            <a:ext cx="11899726" cy="44012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s-419" sz="2800" dirty="0"/>
              <a:t>Se tiene la siguiente expresión condicional: </a:t>
            </a:r>
          </a:p>
          <a:p>
            <a:pPr algn="ctr"/>
            <a:endParaRPr lang="es-419" sz="2800" dirty="0">
              <a:highlight>
                <a:srgbClr val="00FFFF"/>
              </a:highlight>
            </a:endParaRPr>
          </a:p>
          <a:p>
            <a:pPr algn="ctr"/>
            <a:r>
              <a:rPr lang="es-419" sz="2800" dirty="0">
                <a:highlight>
                  <a:srgbClr val="00FFFF"/>
                </a:highlight>
              </a:rPr>
              <a:t>(edad &gt;= 18 and </a:t>
            </a:r>
            <a:r>
              <a:rPr lang="es-419" sz="2800" dirty="0" err="1">
                <a:highlight>
                  <a:srgbClr val="00FFFF"/>
                </a:highlight>
              </a:rPr>
              <a:t>es_estudiante</a:t>
            </a:r>
            <a:r>
              <a:rPr lang="es-419" sz="2800" dirty="0">
                <a:highlight>
                  <a:srgbClr val="00FFFF"/>
                </a:highlight>
              </a:rPr>
              <a:t>) </a:t>
            </a:r>
            <a:r>
              <a:rPr lang="es-419" sz="2800" dirty="0" err="1">
                <a:highlight>
                  <a:srgbClr val="00FFFF"/>
                </a:highlight>
              </a:rPr>
              <a:t>or</a:t>
            </a:r>
            <a:r>
              <a:rPr lang="es-419" sz="2800" dirty="0">
                <a:highlight>
                  <a:srgbClr val="00FFFF"/>
                </a:highlight>
              </a:rPr>
              <a:t> (promedio &gt; 9.0 and </a:t>
            </a:r>
            <a:r>
              <a:rPr lang="es-419" sz="2800" dirty="0" err="1">
                <a:highlight>
                  <a:srgbClr val="00FFFF"/>
                </a:highlight>
              </a:rPr>
              <a:t>not</a:t>
            </a:r>
            <a:r>
              <a:rPr lang="es-419" sz="2800" dirty="0">
                <a:highlight>
                  <a:srgbClr val="00FFFF"/>
                </a:highlight>
              </a:rPr>
              <a:t> </a:t>
            </a:r>
            <a:r>
              <a:rPr lang="es-419" sz="2800" dirty="0" err="1">
                <a:highlight>
                  <a:srgbClr val="00FFFF"/>
                </a:highlight>
              </a:rPr>
              <a:t>tiene_beca</a:t>
            </a:r>
            <a:r>
              <a:rPr lang="es-419" sz="2800" dirty="0">
                <a:highlight>
                  <a:srgbClr val="00FFFF"/>
                </a:highlight>
              </a:rPr>
              <a:t>)</a:t>
            </a:r>
          </a:p>
          <a:p>
            <a:pPr algn="ctr"/>
            <a:endParaRPr lang="es-419" sz="2800" dirty="0"/>
          </a:p>
          <a:p>
            <a:pPr algn="ctr"/>
            <a:r>
              <a:rPr lang="es-419" sz="2800" dirty="0"/>
              <a:t>Si</a:t>
            </a:r>
          </a:p>
          <a:p>
            <a:pPr algn="ctr"/>
            <a:r>
              <a:rPr lang="es-419" sz="2800" dirty="0"/>
              <a:t>edad = 20, </a:t>
            </a:r>
            <a:r>
              <a:rPr lang="es-419" sz="2800" dirty="0" err="1"/>
              <a:t>es_estudiante</a:t>
            </a:r>
            <a:r>
              <a:rPr lang="es-419" sz="2800" dirty="0"/>
              <a:t> = true, promedio = 9.2, </a:t>
            </a:r>
            <a:r>
              <a:rPr lang="es-419" sz="2800" dirty="0" err="1"/>
              <a:t>tiene_beca</a:t>
            </a:r>
            <a:r>
              <a:rPr lang="es-419" sz="2800" dirty="0"/>
              <a:t> = false</a:t>
            </a:r>
          </a:p>
          <a:p>
            <a:pPr algn="ctr"/>
            <a:r>
              <a:rPr lang="es-419" sz="2800" dirty="0"/>
              <a:t>El resultado de la expresión es?</a:t>
            </a:r>
          </a:p>
          <a:p>
            <a:pPr algn="ctr"/>
            <a:endParaRPr lang="es-419" sz="2800" dirty="0"/>
          </a:p>
          <a:p>
            <a:pPr algn="ctr"/>
            <a:r>
              <a:rPr lang="es-419" sz="2800" dirty="0"/>
              <a:t>Y ésta</a:t>
            </a:r>
          </a:p>
          <a:p>
            <a:pPr algn="ctr"/>
            <a:r>
              <a:rPr lang="en-US" sz="2800" dirty="0">
                <a:highlight>
                  <a:srgbClr val="00FFFF"/>
                </a:highlight>
              </a:rPr>
              <a:t>(</a:t>
            </a:r>
            <a:r>
              <a:rPr lang="en-US" sz="2800" dirty="0" err="1">
                <a:highlight>
                  <a:srgbClr val="00FFFF"/>
                </a:highlight>
              </a:rPr>
              <a:t>edad</a:t>
            </a:r>
            <a:r>
              <a:rPr lang="en-US" sz="2800" dirty="0">
                <a:highlight>
                  <a:srgbClr val="00FFFF"/>
                </a:highlight>
              </a:rPr>
              <a:t> &lt; 25 and </a:t>
            </a:r>
            <a:r>
              <a:rPr lang="en-US" sz="2800" dirty="0" err="1">
                <a:highlight>
                  <a:srgbClr val="00FFFF"/>
                </a:highlight>
              </a:rPr>
              <a:t>promedio</a:t>
            </a:r>
            <a:r>
              <a:rPr lang="en-US" sz="2800" dirty="0">
                <a:highlight>
                  <a:srgbClr val="00FFFF"/>
                </a:highlight>
              </a:rPr>
              <a:t> &gt;= 8.5) and not </a:t>
            </a:r>
            <a:r>
              <a:rPr lang="en-US" sz="2800" dirty="0" err="1">
                <a:highlight>
                  <a:srgbClr val="00FFFF"/>
                </a:highlight>
              </a:rPr>
              <a:t>tiene_beca</a:t>
            </a:r>
            <a:endParaRPr lang="es-419" sz="2800" dirty="0">
              <a:highlight>
                <a:srgbClr val="00FFFF"/>
              </a:highlight>
            </a:endParaRPr>
          </a:p>
        </p:txBody>
      </p:sp>
      <p:sp>
        <p:nvSpPr>
          <p:cNvPr id="4" name="Recordemos - Operadores">
            <a:extLst>
              <a:ext uri="{FF2B5EF4-FFF2-40B4-BE49-F238E27FC236}">
                <a16:creationId xmlns:a16="http://schemas.microsoft.com/office/drawing/2014/main" id="{7224553E-C0E7-4B92-93F6-8B77B4BEDF4F}"/>
              </a:ext>
            </a:extLst>
          </p:cNvPr>
          <p:cNvSpPr txBox="1">
            <a:spLocks/>
          </p:cNvSpPr>
          <p:nvPr/>
        </p:nvSpPr>
        <p:spPr>
          <a:xfrm>
            <a:off x="700577" y="316753"/>
            <a:ext cx="10937242" cy="1502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r>
              <a:rPr lang="es-ES" dirty="0"/>
              <a:t>E</a:t>
            </a:r>
            <a:r>
              <a:rPr lang="es-419" dirty="0" err="1"/>
              <a:t>xpresiones</a:t>
            </a:r>
            <a:r>
              <a:rPr lang="es-419" dirty="0"/>
              <a:t> Condicionales</a:t>
            </a:r>
          </a:p>
        </p:txBody>
      </p:sp>
    </p:spTree>
    <p:extLst>
      <p:ext uri="{BB962C8B-B14F-4D97-AF65-F5344CB8AC3E}">
        <p14:creationId xmlns:p14="http://schemas.microsoft.com/office/powerpoint/2010/main" val="378184067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Box 2"/>
          <p:cNvSpPr txBox="1"/>
          <p:nvPr/>
        </p:nvSpPr>
        <p:spPr>
          <a:xfrm>
            <a:off x="502919" y="457200"/>
            <a:ext cx="539508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 fontScale="55000" lnSpcReduction="20000"/>
          </a:bodyPr>
          <a:lstStyle>
            <a:lvl1pPr>
              <a:lnSpc>
                <a:spcPct val="90000"/>
              </a:lnSpc>
              <a:defRPr sz="4400">
                <a:sym typeface="Helvetica"/>
              </a:defRPr>
            </a:lvl1pPr>
            <a:lvl2pPr>
              <a:defRPr>
                <a:latin typeface="+mj-lt"/>
                <a:ea typeface="+mj-ea"/>
                <a:cs typeface="+mj-cs"/>
                <a:sym typeface="Helvetica"/>
              </a:defRPr>
            </a:lvl2pPr>
            <a:lvl3pPr>
              <a:defRPr>
                <a:latin typeface="+mj-lt"/>
                <a:ea typeface="+mj-ea"/>
                <a:cs typeface="+mj-cs"/>
                <a:sym typeface="Helvetica"/>
              </a:defRPr>
            </a:lvl3pPr>
            <a:lvl4pPr>
              <a:defRPr>
                <a:latin typeface="+mj-lt"/>
                <a:ea typeface="+mj-ea"/>
                <a:cs typeface="+mj-cs"/>
                <a:sym typeface="Helvetica"/>
              </a:defRPr>
            </a:lvl4pPr>
            <a:lvl5pPr>
              <a:defRPr>
                <a:latin typeface="+mj-lt"/>
                <a:ea typeface="+mj-ea"/>
                <a:cs typeface="+mj-cs"/>
                <a:sym typeface="Helvetica"/>
              </a:defRPr>
            </a:lvl5pPr>
            <a:lvl6pPr>
              <a:defRPr>
                <a:latin typeface="+mj-lt"/>
                <a:ea typeface="+mj-ea"/>
                <a:cs typeface="+mj-cs"/>
                <a:sym typeface="Helvetica"/>
              </a:defRPr>
            </a:lvl6pPr>
            <a:lvl7pPr>
              <a:defRPr>
                <a:latin typeface="+mj-lt"/>
                <a:ea typeface="+mj-ea"/>
                <a:cs typeface="+mj-cs"/>
                <a:sym typeface="Helvetica"/>
              </a:defRPr>
            </a:lvl7pPr>
            <a:lvl8pPr>
              <a:defRPr>
                <a:latin typeface="+mj-lt"/>
                <a:ea typeface="+mj-ea"/>
                <a:cs typeface="+mj-cs"/>
                <a:sym typeface="Helvetica"/>
              </a:defRPr>
            </a:lvl8pPr>
            <a:lvl9pPr>
              <a:defRPr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r>
              <a:rPr dirty="0"/>
              <a:t>¿</a:t>
            </a:r>
            <a:r>
              <a:rPr dirty="0" err="1"/>
              <a:t>Qué</a:t>
            </a:r>
            <a:r>
              <a:rPr dirty="0"/>
              <a:t> son las </a:t>
            </a:r>
            <a:r>
              <a:rPr dirty="0" err="1"/>
              <a:t>Estructuras</a:t>
            </a:r>
            <a:r>
              <a:rPr dirty="0"/>
              <a:t> de Control?</a:t>
            </a:r>
          </a:p>
        </p:txBody>
      </p:sp>
      <p:sp>
        <p:nvSpPr>
          <p:cNvPr id="211" name="TextBox 3"/>
          <p:cNvSpPr txBox="1"/>
          <p:nvPr/>
        </p:nvSpPr>
        <p:spPr>
          <a:xfrm>
            <a:off x="502919" y="1371599"/>
            <a:ext cx="11264395" cy="433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/>
            </a:pP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programación</a:t>
            </a:r>
            <a:r>
              <a:rPr dirty="0"/>
              <a:t>, una </a:t>
            </a:r>
            <a:r>
              <a:rPr dirty="0" err="1"/>
              <a:t>estructura</a:t>
            </a:r>
            <a:r>
              <a:rPr dirty="0"/>
              <a:t> de control es </a:t>
            </a:r>
            <a:r>
              <a:rPr dirty="0" err="1"/>
              <a:t>fundamentalmente</a:t>
            </a:r>
            <a:r>
              <a:rPr dirty="0"/>
              <a:t> un </a:t>
            </a:r>
            <a:r>
              <a:rPr dirty="0" err="1"/>
              <a:t>mecanismo</a:t>
            </a:r>
            <a:r>
              <a:rPr dirty="0"/>
              <a:t> para </a:t>
            </a:r>
            <a:r>
              <a:rPr dirty="0" err="1"/>
              <a:t>determinar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instrucciones</a:t>
            </a:r>
            <a:r>
              <a:rPr dirty="0"/>
              <a:t> se </a:t>
            </a:r>
            <a:r>
              <a:rPr dirty="0" err="1"/>
              <a:t>ejecutan</a:t>
            </a:r>
            <a:r>
              <a:rPr dirty="0"/>
              <a:t> y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orden</a:t>
            </a:r>
            <a:r>
              <a:rPr dirty="0"/>
              <a:t>.</a:t>
            </a:r>
          </a:p>
          <a:p>
            <a:pPr>
              <a:defRPr sz="1600"/>
            </a:pPr>
            <a:endParaRPr dirty="0"/>
          </a:p>
          <a:p>
            <a:pPr>
              <a:defRPr sz="2000"/>
            </a:pPr>
            <a:r>
              <a:rPr sz="2800" dirty="0" err="1"/>
              <a:t>Controlando</a:t>
            </a:r>
            <a:r>
              <a:rPr sz="2800" dirty="0"/>
              <a:t> </a:t>
            </a:r>
            <a:r>
              <a:rPr sz="2800" dirty="0" err="1"/>
              <a:t>el</a:t>
            </a:r>
            <a:r>
              <a:rPr sz="2800" dirty="0"/>
              <a:t> </a:t>
            </a:r>
            <a:r>
              <a:rPr sz="2800" dirty="0" err="1"/>
              <a:t>Flujo</a:t>
            </a:r>
            <a:r>
              <a:rPr sz="2800" dirty="0"/>
              <a:t> de </a:t>
            </a:r>
            <a:r>
              <a:rPr sz="2800" dirty="0" err="1"/>
              <a:t>Ejecución</a:t>
            </a:r>
            <a:endParaRPr sz="2800" dirty="0"/>
          </a:p>
          <a:p>
            <a:pPr>
              <a:defRPr sz="1600"/>
            </a:pPr>
            <a:r>
              <a:rPr dirty="0"/>
              <a:t>Hasta </a:t>
            </a:r>
            <a:r>
              <a:rPr dirty="0" err="1"/>
              <a:t>ahora</a:t>
            </a:r>
            <a:r>
              <a:rPr dirty="0"/>
              <a:t>, </a:t>
            </a:r>
            <a:r>
              <a:rPr dirty="0" err="1"/>
              <a:t>nuestros</a:t>
            </a:r>
            <a:r>
              <a:rPr dirty="0"/>
              <a:t> </a:t>
            </a:r>
            <a:r>
              <a:rPr dirty="0" err="1"/>
              <a:t>programas</a:t>
            </a:r>
            <a:r>
              <a:rPr dirty="0"/>
              <a:t> se </a:t>
            </a:r>
            <a:r>
              <a:rPr dirty="0" err="1"/>
              <a:t>han</a:t>
            </a:r>
            <a:r>
              <a:rPr dirty="0"/>
              <a:t> </a:t>
            </a:r>
            <a:r>
              <a:rPr dirty="0" err="1"/>
              <a:t>ejecutado</a:t>
            </a:r>
            <a:r>
              <a:rPr dirty="0"/>
              <a:t> </a:t>
            </a:r>
            <a:r>
              <a:rPr dirty="0" err="1"/>
              <a:t>línea</a:t>
            </a:r>
            <a:r>
              <a:rPr dirty="0"/>
              <a:t> por </a:t>
            </a:r>
            <a:r>
              <a:rPr dirty="0" err="1"/>
              <a:t>línea</a:t>
            </a:r>
            <a:r>
              <a:rPr dirty="0"/>
              <a:t>, de </a:t>
            </a:r>
            <a:r>
              <a:rPr dirty="0" err="1"/>
              <a:t>arriba</a:t>
            </a:r>
            <a:r>
              <a:rPr dirty="0"/>
              <a:t> </a:t>
            </a:r>
            <a:r>
              <a:rPr dirty="0" err="1"/>
              <a:t>abajo</a:t>
            </a:r>
            <a:r>
              <a:rPr dirty="0"/>
              <a:t>. Las </a:t>
            </a:r>
            <a:r>
              <a:rPr dirty="0" err="1"/>
              <a:t>estructuras</a:t>
            </a:r>
            <a:r>
              <a:rPr dirty="0"/>
              <a:t> de control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permiten</a:t>
            </a:r>
            <a:r>
              <a:rPr dirty="0"/>
              <a:t> </a:t>
            </a:r>
            <a:r>
              <a:rPr dirty="0" err="1"/>
              <a:t>modificar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flujo</a:t>
            </a:r>
            <a:r>
              <a:rPr dirty="0"/>
              <a:t> para </a:t>
            </a:r>
            <a:r>
              <a:rPr dirty="0" err="1"/>
              <a:t>tomar</a:t>
            </a:r>
            <a:r>
              <a:rPr dirty="0"/>
              <a:t> </a:t>
            </a:r>
            <a:r>
              <a:rPr dirty="0" err="1"/>
              <a:t>decisiones</a:t>
            </a:r>
            <a:r>
              <a:rPr dirty="0"/>
              <a:t>, </a:t>
            </a:r>
            <a:r>
              <a:rPr dirty="0" err="1"/>
              <a:t>repetir</a:t>
            </a:r>
            <a:r>
              <a:rPr dirty="0"/>
              <a:t> </a:t>
            </a:r>
            <a:r>
              <a:rPr dirty="0" err="1"/>
              <a:t>acciones</a:t>
            </a:r>
            <a:r>
              <a:rPr dirty="0"/>
              <a:t> o </a:t>
            </a:r>
            <a:r>
              <a:rPr dirty="0" err="1"/>
              <a:t>saltar</a:t>
            </a:r>
            <a:r>
              <a:rPr dirty="0"/>
              <a:t> </a:t>
            </a:r>
            <a:r>
              <a:rPr dirty="0" err="1"/>
              <a:t>bloques</a:t>
            </a:r>
            <a:r>
              <a:rPr dirty="0"/>
              <a:t> de </a:t>
            </a:r>
            <a:r>
              <a:rPr dirty="0" err="1"/>
              <a:t>código</a:t>
            </a:r>
            <a:r>
              <a:rPr dirty="0"/>
              <a:t>.</a:t>
            </a:r>
          </a:p>
          <a:p>
            <a:pPr>
              <a:defRPr sz="1600"/>
            </a:pPr>
            <a:endParaRPr dirty="0"/>
          </a:p>
          <a:p>
            <a:r>
              <a:rPr sz="2400" dirty="0"/>
              <a:t>• </a:t>
            </a:r>
            <a:r>
              <a:rPr sz="2400" dirty="0" err="1"/>
              <a:t>Decisiones</a:t>
            </a:r>
            <a:r>
              <a:rPr sz="2400" dirty="0"/>
              <a:t>:</a:t>
            </a:r>
          </a:p>
          <a:p>
            <a:pPr>
              <a:defRPr sz="1600"/>
            </a:pPr>
            <a:r>
              <a:rPr dirty="0"/>
              <a:t>  </a:t>
            </a:r>
            <a:r>
              <a:rPr dirty="0" err="1"/>
              <a:t>Permiten</a:t>
            </a:r>
            <a:r>
              <a:rPr dirty="0"/>
              <a:t> que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programa</a:t>
            </a:r>
            <a:r>
              <a:rPr dirty="0"/>
              <a:t> </a:t>
            </a:r>
            <a:r>
              <a:rPr dirty="0" err="1"/>
              <a:t>elija</a:t>
            </a:r>
            <a:r>
              <a:rPr dirty="0"/>
              <a:t> un </a:t>
            </a:r>
            <a:r>
              <a:rPr dirty="0" err="1"/>
              <a:t>camino</a:t>
            </a:r>
            <a:r>
              <a:rPr dirty="0"/>
              <a:t>.</a:t>
            </a:r>
          </a:p>
          <a:p>
            <a:pPr>
              <a:defRPr sz="1600"/>
            </a:pPr>
            <a:endParaRPr dirty="0"/>
          </a:p>
          <a:p>
            <a:r>
              <a:rPr sz="2400" dirty="0"/>
              <a:t>• </a:t>
            </a:r>
            <a:r>
              <a:rPr sz="2400" dirty="0" err="1"/>
              <a:t>Repetición</a:t>
            </a:r>
            <a:r>
              <a:rPr sz="2400" dirty="0"/>
              <a:t>:</a:t>
            </a:r>
          </a:p>
          <a:p>
            <a:pPr>
              <a:defRPr sz="1600"/>
            </a:pPr>
            <a:r>
              <a:rPr dirty="0"/>
              <a:t>  </a:t>
            </a:r>
            <a:r>
              <a:rPr dirty="0" err="1"/>
              <a:t>Ejecutan</a:t>
            </a:r>
            <a:r>
              <a:rPr dirty="0"/>
              <a:t> un </a:t>
            </a:r>
            <a:r>
              <a:rPr dirty="0" err="1"/>
              <a:t>bloque</a:t>
            </a:r>
            <a:r>
              <a:rPr dirty="0"/>
              <a:t> de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varias</a:t>
            </a:r>
            <a:r>
              <a:rPr dirty="0"/>
              <a:t> </a:t>
            </a:r>
            <a:r>
              <a:rPr dirty="0" err="1"/>
              <a:t>veces</a:t>
            </a:r>
            <a:r>
              <a:rPr dirty="0"/>
              <a:t> (</a:t>
            </a:r>
            <a:r>
              <a:rPr dirty="0" err="1"/>
              <a:t>bucles</a:t>
            </a:r>
            <a:r>
              <a:rPr dirty="0"/>
              <a:t>).</a:t>
            </a:r>
          </a:p>
          <a:p>
            <a:pPr>
              <a:defRPr sz="1600"/>
            </a:pPr>
            <a:endParaRPr dirty="0"/>
          </a:p>
          <a:p>
            <a:r>
              <a:rPr sz="2400" dirty="0"/>
              <a:t>• </a:t>
            </a:r>
            <a:r>
              <a:rPr sz="2400" dirty="0" err="1"/>
              <a:t>Organización</a:t>
            </a:r>
            <a:r>
              <a:rPr sz="2400" dirty="0"/>
              <a:t>:</a:t>
            </a:r>
          </a:p>
          <a:p>
            <a:pPr>
              <a:defRPr sz="1600"/>
            </a:pPr>
            <a:r>
              <a:rPr dirty="0"/>
              <a:t>  </a:t>
            </a:r>
            <a:r>
              <a:rPr dirty="0" err="1"/>
              <a:t>Hacen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inteligente</a:t>
            </a:r>
            <a:r>
              <a:rPr dirty="0"/>
              <a:t> y </a:t>
            </a:r>
            <a:r>
              <a:rPr dirty="0" err="1"/>
              <a:t>funcional</a:t>
            </a:r>
            <a:r>
              <a:rPr dirty="0"/>
              <a:t>.</a:t>
            </a:r>
          </a:p>
        </p:txBody>
      </p:sp>
      <p:pic>
        <p:nvPicPr>
          <p:cNvPr id="21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363" y="3398621"/>
            <a:ext cx="2387601" cy="2806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Cómo se identifica cuándo usarlas en un algoritmo"/>
          <p:cNvSpPr txBox="1">
            <a:spLocks noGrp="1"/>
          </p:cNvSpPr>
          <p:nvPr>
            <p:ph type="ctrTitle" idx="4294967295"/>
          </p:nvPr>
        </p:nvSpPr>
        <p:spPr>
          <a:xfrm>
            <a:off x="480239" y="462709"/>
            <a:ext cx="10637984" cy="1502306"/>
          </a:xfrm>
          <a:prstGeom prst="rect">
            <a:avLst/>
          </a:prstGeom>
        </p:spPr>
        <p:txBody>
          <a:bodyPr lIns="45699" tIns="45699" rIns="45699" bIns="45699">
            <a:normAutofit/>
          </a:bodyPr>
          <a:lstStyle>
            <a:lvl1pPr>
              <a:lnSpc>
                <a:spcPct val="90000"/>
              </a:lnSpc>
              <a:defRPr sz="49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Cómo se identifica cuándo usarlas en un algoritmo</a:t>
            </a:r>
          </a:p>
        </p:txBody>
      </p:sp>
      <p:sp>
        <p:nvSpPr>
          <p:cNvPr id="215" name="CuadroTexto 2"/>
          <p:cNvSpPr txBox="1"/>
          <p:nvPr/>
        </p:nvSpPr>
        <p:spPr>
          <a:xfrm>
            <a:off x="1180407" y="2460567"/>
            <a:ext cx="8212974" cy="642762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6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IDENTIFIQUEN EN EL ENUNCIADO QUE DEBEN HACER ALGO CUANDO SE CUMPLA UNA CONDICIÓN Y OTRA COSA CUANDO NO LA CUMPLA. </a:t>
            </a:r>
          </a:p>
        </p:txBody>
      </p:sp>
      <p:pic>
        <p:nvPicPr>
          <p:cNvPr id="216" name="Google Shape;99;p15" descr="Google Shape;99;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802" y="3892608"/>
            <a:ext cx="2530607" cy="206559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19" name="Flecha derecha 5"/>
          <p:cNvGrpSpPr/>
          <p:nvPr/>
        </p:nvGrpSpPr>
        <p:grpSpPr>
          <a:xfrm>
            <a:off x="315883" y="4112779"/>
            <a:ext cx="2227812" cy="1579420"/>
            <a:chOff x="0" y="0"/>
            <a:chExt cx="2227810" cy="1579418"/>
          </a:xfrm>
        </p:grpSpPr>
        <p:sp>
          <p:nvSpPr>
            <p:cNvPr id="217" name="Arrow"/>
            <p:cNvSpPr/>
            <p:nvPr/>
          </p:nvSpPr>
          <p:spPr>
            <a:xfrm>
              <a:off x="0" y="0"/>
              <a:ext cx="2227811" cy="1579419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 w="254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18" name="En la entrada de un Circo nos encontramos esto:"/>
            <p:cNvSpPr txBox="1"/>
            <p:nvPr/>
          </p:nvSpPr>
          <p:spPr>
            <a:xfrm>
              <a:off x="58420" y="442097"/>
              <a:ext cx="1716118" cy="6952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En la entrada de un Circo nos encontramos esto: </a:t>
              </a:r>
            </a:p>
          </p:txBody>
        </p:sp>
      </p:grpSp>
      <p:grpSp>
        <p:nvGrpSpPr>
          <p:cNvPr id="222" name="Flecha derecha 6"/>
          <p:cNvGrpSpPr/>
          <p:nvPr/>
        </p:nvGrpSpPr>
        <p:grpSpPr>
          <a:xfrm>
            <a:off x="5286893" y="4112779"/>
            <a:ext cx="2227812" cy="1579419"/>
            <a:chOff x="0" y="0"/>
            <a:chExt cx="2227810" cy="1579418"/>
          </a:xfrm>
        </p:grpSpPr>
        <p:sp>
          <p:nvSpPr>
            <p:cNvPr id="220" name="Arrow"/>
            <p:cNvSpPr/>
            <p:nvPr/>
          </p:nvSpPr>
          <p:spPr>
            <a:xfrm>
              <a:off x="0" y="0"/>
              <a:ext cx="2227811" cy="1579419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 w="254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21" name="¿Cuál será la expresión condicional?"/>
            <p:cNvSpPr txBox="1"/>
            <p:nvPr/>
          </p:nvSpPr>
          <p:spPr>
            <a:xfrm>
              <a:off x="58420" y="442097"/>
              <a:ext cx="1716118" cy="6952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¿Cuál será la expresión condicional? </a:t>
              </a:r>
            </a:p>
          </p:txBody>
        </p:sp>
      </p:grpSp>
      <p:sp>
        <p:nvSpPr>
          <p:cNvPr id="223" name="CuadroTexto 7"/>
          <p:cNvSpPr txBox="1"/>
          <p:nvPr/>
        </p:nvSpPr>
        <p:spPr>
          <a:xfrm>
            <a:off x="7560424" y="4671655"/>
            <a:ext cx="1942764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Si Edad </a:t>
            </a:r>
            <a:r>
              <a:rPr>
                <a:solidFill>
                  <a:srgbClr val="FF0000"/>
                </a:solidFill>
              </a:rPr>
              <a:t>&lt;</a:t>
            </a:r>
            <a:r>
              <a:t> 12 </a:t>
            </a:r>
          </a:p>
        </p:txBody>
      </p:sp>
      <p:grpSp>
        <p:nvGrpSpPr>
          <p:cNvPr id="226" name="Flecha derecha 8"/>
          <p:cNvGrpSpPr/>
          <p:nvPr/>
        </p:nvGrpSpPr>
        <p:grpSpPr>
          <a:xfrm>
            <a:off x="9555647" y="3591374"/>
            <a:ext cx="1585197" cy="1311114"/>
            <a:chOff x="0" y="0"/>
            <a:chExt cx="1585196" cy="1311112"/>
          </a:xfrm>
        </p:grpSpPr>
        <p:sp>
          <p:nvSpPr>
            <p:cNvPr id="224" name="Arrow"/>
            <p:cNvSpPr/>
            <p:nvPr/>
          </p:nvSpPr>
          <p:spPr>
            <a:xfrm rot="19901158">
              <a:off x="89345" y="289796"/>
              <a:ext cx="1406507" cy="731521"/>
            </a:xfrm>
            <a:prstGeom prst="rightArrow">
              <a:avLst>
                <a:gd name="adj1" fmla="val 50000"/>
                <a:gd name="adj2" fmla="val 50000"/>
              </a:avLst>
            </a:prstGeom>
            <a:noFill/>
            <a:ln w="25400" cap="flat">
              <a:solidFill>
                <a:srgbClr val="00B05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25" name="Verdadero"/>
            <p:cNvSpPr txBox="1"/>
            <p:nvPr/>
          </p:nvSpPr>
          <p:spPr>
            <a:xfrm rot="19901158">
              <a:off x="158704" y="554515"/>
              <a:ext cx="1106787" cy="288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Verdadero</a:t>
              </a:r>
            </a:p>
          </p:txBody>
        </p:sp>
      </p:grpSp>
      <p:grpSp>
        <p:nvGrpSpPr>
          <p:cNvPr id="229" name="Flecha derecha 9"/>
          <p:cNvGrpSpPr/>
          <p:nvPr/>
        </p:nvGrpSpPr>
        <p:grpSpPr>
          <a:xfrm>
            <a:off x="9579349" y="4902487"/>
            <a:ext cx="1561497" cy="1435802"/>
            <a:chOff x="0" y="0"/>
            <a:chExt cx="1561496" cy="1435801"/>
          </a:xfrm>
        </p:grpSpPr>
        <p:sp>
          <p:nvSpPr>
            <p:cNvPr id="227" name="Arrow"/>
            <p:cNvSpPr/>
            <p:nvPr/>
          </p:nvSpPr>
          <p:spPr>
            <a:xfrm rot="2246012">
              <a:off x="77495" y="352140"/>
              <a:ext cx="1406507" cy="731521"/>
            </a:xfrm>
            <a:prstGeom prst="rightArrow">
              <a:avLst>
                <a:gd name="adj1" fmla="val 50000"/>
                <a:gd name="adj2" fmla="val 50000"/>
              </a:avLst>
            </a:prstGeom>
            <a:noFill/>
            <a:ln w="254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28" name="Falso"/>
            <p:cNvSpPr txBox="1"/>
            <p:nvPr/>
          </p:nvSpPr>
          <p:spPr>
            <a:xfrm rot="2246012">
              <a:off x="154746" y="517908"/>
              <a:ext cx="1106787" cy="288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Falso</a:t>
              </a:r>
            </a:p>
          </p:txBody>
        </p:sp>
      </p:grpSp>
      <p:grpSp>
        <p:nvGrpSpPr>
          <p:cNvPr id="232" name="Elipse 10"/>
          <p:cNvGrpSpPr/>
          <p:nvPr/>
        </p:nvGrpSpPr>
        <p:grpSpPr>
          <a:xfrm>
            <a:off x="11405062" y="3149650"/>
            <a:ext cx="1961802" cy="1097281"/>
            <a:chOff x="0" y="0"/>
            <a:chExt cx="1961801" cy="1097280"/>
          </a:xfrm>
        </p:grpSpPr>
        <p:sp>
          <p:nvSpPr>
            <p:cNvPr id="230" name="Oval"/>
            <p:cNvSpPr/>
            <p:nvPr/>
          </p:nvSpPr>
          <p:spPr>
            <a:xfrm>
              <a:off x="0" y="-1"/>
              <a:ext cx="1961802" cy="1097282"/>
            </a:xfrm>
            <a:prstGeom prst="ellipse">
              <a:avLst/>
            </a:prstGeom>
            <a:noFill/>
            <a:ln w="25400" cap="flat">
              <a:solidFill>
                <a:srgbClr val="00B05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31" name="Entra gratis"/>
            <p:cNvSpPr txBox="1"/>
            <p:nvPr/>
          </p:nvSpPr>
          <p:spPr>
            <a:xfrm>
              <a:off x="345719" y="404228"/>
              <a:ext cx="1270365" cy="288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Entra gratis</a:t>
              </a:r>
            </a:p>
          </p:txBody>
        </p:sp>
      </p:grpSp>
      <p:grpSp>
        <p:nvGrpSpPr>
          <p:cNvPr id="235" name="Elipse 11"/>
          <p:cNvGrpSpPr/>
          <p:nvPr/>
        </p:nvGrpSpPr>
        <p:grpSpPr>
          <a:xfrm>
            <a:off x="11405061" y="5371529"/>
            <a:ext cx="1961803" cy="1097281"/>
            <a:chOff x="0" y="0"/>
            <a:chExt cx="1961801" cy="1097280"/>
          </a:xfrm>
        </p:grpSpPr>
        <p:sp>
          <p:nvSpPr>
            <p:cNvPr id="233" name="Oval"/>
            <p:cNvSpPr/>
            <p:nvPr/>
          </p:nvSpPr>
          <p:spPr>
            <a:xfrm>
              <a:off x="0" y="-1"/>
              <a:ext cx="1961802" cy="1097282"/>
            </a:xfrm>
            <a:prstGeom prst="ellips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34" name="Paga"/>
            <p:cNvSpPr txBox="1"/>
            <p:nvPr/>
          </p:nvSpPr>
          <p:spPr>
            <a:xfrm>
              <a:off x="345719" y="404228"/>
              <a:ext cx="1270365" cy="288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4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Paga</a:t>
              </a:r>
            </a:p>
          </p:txBody>
        </p:sp>
      </p:grpSp>
      <p:sp>
        <p:nvSpPr>
          <p:cNvPr id="236" name="Rectángulo 12"/>
          <p:cNvSpPr/>
          <p:nvPr/>
        </p:nvSpPr>
        <p:spPr>
          <a:xfrm>
            <a:off x="1198884" y="6533608"/>
            <a:ext cx="9601658" cy="454284"/>
          </a:xfrm>
          <a:prstGeom prst="rect">
            <a:avLst/>
          </a:prstGeom>
          <a:ln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2800" b="1"/>
            </a:lvl1pPr>
          </a:lstStyle>
          <a:p>
            <a:r>
              <a:t>En algoritmia, esta estructura condicional se llama SI, ENTONCES</a:t>
            </a:r>
          </a:p>
        </p:txBody>
      </p:sp>
      <p:sp>
        <p:nvSpPr>
          <p:cNvPr id="237" name="Elipse 13"/>
          <p:cNvSpPr/>
          <p:nvPr/>
        </p:nvSpPr>
        <p:spPr>
          <a:xfrm>
            <a:off x="8728364" y="4671655"/>
            <a:ext cx="282633" cy="461667"/>
          </a:xfrm>
          <a:prstGeom prst="ellipse">
            <a:avLst/>
          </a:prstGeom>
          <a:ln w="25400">
            <a:solidFill>
              <a:srgbClr val="42719B"/>
            </a:solidFill>
          </a:ln>
        </p:spPr>
        <p:txBody>
          <a:bodyPr lIns="45719" rIns="45719" anchor="ctr"/>
          <a:lstStyle/>
          <a:p>
            <a:pPr algn="ctr"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38" name="CuadroTexto 14"/>
          <p:cNvSpPr txBox="1"/>
          <p:nvPr/>
        </p:nvSpPr>
        <p:spPr>
          <a:xfrm>
            <a:off x="8424948" y="5426192"/>
            <a:ext cx="855277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Operador</a:t>
            </a:r>
          </a:p>
        </p:txBody>
      </p:sp>
      <p:cxnSp>
        <p:nvCxnSpPr>
          <p:cNvPr id="239" name="Conector recto de flecha 16"/>
          <p:cNvCxnSpPr>
            <a:stCxn id="237" idx="0"/>
            <a:endCxn id="238" idx="0"/>
          </p:cNvCxnSpPr>
          <p:nvPr/>
        </p:nvCxnSpPr>
        <p:spPr>
          <a:xfrm flipH="1">
            <a:off x="8852586" y="4902488"/>
            <a:ext cx="17095" cy="668117"/>
          </a:xfrm>
          <a:prstGeom prst="straightConnector1">
            <a:avLst/>
          </a:prstGeom>
          <a:ln>
            <a:solidFill>
              <a:srgbClr val="5698D3"/>
            </a:solidFill>
            <a:tailEnd type="triangle"/>
          </a:ln>
        </p:spPr>
      </p:cxnSp>
      <p:sp>
        <p:nvSpPr>
          <p:cNvPr id="240" name="CuadroTexto 17"/>
          <p:cNvSpPr txBox="1"/>
          <p:nvPr/>
        </p:nvSpPr>
        <p:spPr>
          <a:xfrm>
            <a:off x="8025938" y="4112779"/>
            <a:ext cx="743283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Variable</a:t>
            </a:r>
          </a:p>
        </p:txBody>
      </p:sp>
      <p:cxnSp>
        <p:nvCxnSpPr>
          <p:cNvPr id="241" name="Conector recto de flecha 19"/>
          <p:cNvCxnSpPr>
            <a:stCxn id="223" idx="0"/>
            <a:endCxn id="240" idx="0"/>
          </p:cNvCxnSpPr>
          <p:nvPr/>
        </p:nvCxnSpPr>
        <p:spPr>
          <a:xfrm flipH="1" flipV="1">
            <a:off x="8397579" y="4257190"/>
            <a:ext cx="134227" cy="633000"/>
          </a:xfrm>
          <a:prstGeom prst="straightConnector1">
            <a:avLst/>
          </a:prstGeom>
          <a:ln>
            <a:solidFill>
              <a:srgbClr val="5698D3"/>
            </a:solidFill>
            <a:tailEnd type="triangle"/>
          </a:ln>
        </p:spPr>
      </p:cxnSp>
      <p:sp>
        <p:nvSpPr>
          <p:cNvPr id="242" name="CuadroTexto 20"/>
          <p:cNvSpPr txBox="1"/>
          <p:nvPr/>
        </p:nvSpPr>
        <p:spPr>
          <a:xfrm>
            <a:off x="8894788" y="3896081"/>
            <a:ext cx="875158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constante</a:t>
            </a:r>
          </a:p>
        </p:txBody>
      </p:sp>
      <p:sp>
        <p:nvSpPr>
          <p:cNvPr id="243" name="Conector recto de flecha 22"/>
          <p:cNvSpPr/>
          <p:nvPr/>
        </p:nvSpPr>
        <p:spPr>
          <a:xfrm flipV="1">
            <a:off x="9270021" y="4203859"/>
            <a:ext cx="59308" cy="467797"/>
          </a:xfrm>
          <a:prstGeom prst="line">
            <a:avLst/>
          </a:prstGeom>
          <a:ln>
            <a:solidFill>
              <a:srgbClr val="5698D3"/>
            </a:solidFill>
            <a:tailEnd type="triangle"/>
          </a:ln>
        </p:spPr>
        <p:txBody>
          <a:bodyPr lIns="45719" rIns="45719"/>
          <a:lstStyle/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" grpId="0" animBg="1" advAuto="0"/>
      <p:bldP spid="216" grpId="0" animBg="1" advAuto="0"/>
      <p:bldP spid="219" grpId="0" animBg="1" advAuto="0"/>
      <p:bldP spid="222" grpId="0" animBg="1" advAuto="0"/>
      <p:bldP spid="223" grpId="0" animBg="1" advAuto="0"/>
      <p:bldP spid="226" grpId="0" animBg="1" advAuto="0"/>
      <p:bldP spid="229" grpId="0" animBg="1" advAuto="0"/>
      <p:bldP spid="232" grpId="0" animBg="1" advAuto="0"/>
      <p:bldP spid="235" grpId="0" animBg="1" advAuto="0"/>
      <p:bldP spid="236" grpId="0" animBg="1" advAuto="0"/>
      <p:bldP spid="237" grpId="0" animBg="1" advAuto="0"/>
      <p:bldP spid="238" grpId="0" animBg="1" advAuto="0"/>
      <p:bldP spid="239" grpId="0" animBg="1" advAuto="0"/>
      <p:bldP spid="240" grpId="0" animBg="1" advAuto="0"/>
      <p:bldP spid="241" grpId="0" animBg="1" advAuto="0"/>
      <p:bldP spid="242" grpId="0" animBg="1" advAuto="0"/>
      <p:bldP spid="243" grpId="0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Box 1"/>
          <p:cNvSpPr txBox="1"/>
          <p:nvPr/>
        </p:nvSpPr>
        <p:spPr>
          <a:xfrm>
            <a:off x="502919" y="457200"/>
            <a:ext cx="4974889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 fontScale="62500" lnSpcReduction="20000"/>
          </a:bodyPr>
          <a:lstStyle>
            <a:lvl1pPr>
              <a:lnSpc>
                <a:spcPct val="90000"/>
              </a:lnSpc>
              <a:defRPr sz="4400">
                <a:sym typeface="Helvetica"/>
              </a:defRPr>
            </a:lvl1pPr>
            <a:lvl2pPr>
              <a:defRPr>
                <a:latin typeface="+mj-lt"/>
                <a:ea typeface="+mj-ea"/>
                <a:cs typeface="+mj-cs"/>
                <a:sym typeface="Helvetica"/>
              </a:defRPr>
            </a:lvl2pPr>
            <a:lvl3pPr>
              <a:defRPr>
                <a:latin typeface="+mj-lt"/>
                <a:ea typeface="+mj-ea"/>
                <a:cs typeface="+mj-cs"/>
                <a:sym typeface="Helvetica"/>
              </a:defRPr>
            </a:lvl3pPr>
            <a:lvl4pPr>
              <a:defRPr>
                <a:latin typeface="+mj-lt"/>
                <a:ea typeface="+mj-ea"/>
                <a:cs typeface="+mj-cs"/>
                <a:sym typeface="Helvetica"/>
              </a:defRPr>
            </a:lvl4pPr>
            <a:lvl5pPr>
              <a:defRPr>
                <a:latin typeface="+mj-lt"/>
                <a:ea typeface="+mj-ea"/>
                <a:cs typeface="+mj-cs"/>
                <a:sym typeface="Helvetica"/>
              </a:defRPr>
            </a:lvl5pPr>
            <a:lvl6pPr>
              <a:defRPr>
                <a:latin typeface="+mj-lt"/>
                <a:ea typeface="+mj-ea"/>
                <a:cs typeface="+mj-cs"/>
                <a:sym typeface="Helvetica"/>
              </a:defRPr>
            </a:lvl6pPr>
            <a:lvl7pPr>
              <a:defRPr>
                <a:latin typeface="+mj-lt"/>
                <a:ea typeface="+mj-ea"/>
                <a:cs typeface="+mj-cs"/>
                <a:sym typeface="Helvetica"/>
              </a:defRPr>
            </a:lvl7pPr>
            <a:lvl8pPr>
              <a:defRPr>
                <a:latin typeface="+mj-lt"/>
                <a:ea typeface="+mj-ea"/>
                <a:cs typeface="+mj-cs"/>
                <a:sym typeface="Helvetica"/>
              </a:defRPr>
            </a:lvl8pPr>
            <a:lvl9pPr>
              <a:defRPr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r>
              <a:rPr dirty="0"/>
              <a:t>La </a:t>
            </a:r>
            <a:r>
              <a:rPr dirty="0" err="1"/>
              <a:t>Decisión</a:t>
            </a:r>
            <a:r>
              <a:rPr dirty="0"/>
              <a:t> Fundamental: if y else</a:t>
            </a:r>
          </a:p>
        </p:txBody>
      </p:sp>
      <p:sp>
        <p:nvSpPr>
          <p:cNvPr id="246" name="TextBox 2"/>
          <p:cNvSpPr txBox="1"/>
          <p:nvPr/>
        </p:nvSpPr>
        <p:spPr>
          <a:xfrm>
            <a:off x="657051" y="1802527"/>
            <a:ext cx="6871092" cy="5324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600"/>
            </a:pPr>
            <a:r>
              <a:rPr sz="1400" dirty="0"/>
              <a:t>La </a:t>
            </a:r>
            <a:r>
              <a:rPr sz="1400" dirty="0" err="1"/>
              <a:t>estructura</a:t>
            </a:r>
            <a:r>
              <a:rPr sz="1400" dirty="0"/>
              <a:t> if-else es la </a:t>
            </a:r>
            <a:r>
              <a:rPr sz="1400" dirty="0" err="1"/>
              <a:t>piedra</a:t>
            </a:r>
            <a:r>
              <a:rPr sz="1400" dirty="0"/>
              <a:t> angular del control de </a:t>
            </a:r>
            <a:r>
              <a:rPr sz="1400" dirty="0" err="1"/>
              <a:t>flujo</a:t>
            </a:r>
            <a:r>
              <a:rPr sz="1400" dirty="0"/>
              <a:t>. </a:t>
            </a:r>
            <a:r>
              <a:rPr sz="1400" dirty="0" err="1"/>
              <a:t>Permite</a:t>
            </a:r>
            <a:r>
              <a:rPr sz="1400" dirty="0"/>
              <a:t> que </a:t>
            </a:r>
            <a:r>
              <a:rPr sz="1400" dirty="0" err="1"/>
              <a:t>tu</a:t>
            </a:r>
            <a:r>
              <a:rPr sz="1400" dirty="0"/>
              <a:t> </a:t>
            </a:r>
            <a:r>
              <a:rPr sz="1400" dirty="0" err="1"/>
              <a:t>programa</a:t>
            </a:r>
            <a:r>
              <a:rPr sz="1400" dirty="0"/>
              <a:t> tome </a:t>
            </a:r>
            <a:r>
              <a:rPr sz="1400" dirty="0" err="1"/>
              <a:t>decisiones</a:t>
            </a:r>
            <a:r>
              <a:rPr sz="1400" dirty="0"/>
              <a:t> </a:t>
            </a:r>
            <a:r>
              <a:rPr sz="1400" dirty="0" err="1"/>
              <a:t>basadas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una </a:t>
            </a:r>
            <a:r>
              <a:rPr sz="1400" dirty="0" err="1"/>
              <a:t>condición</a:t>
            </a:r>
            <a:r>
              <a:rPr sz="1400" dirty="0"/>
              <a:t> </a:t>
            </a:r>
            <a:r>
              <a:rPr sz="1400" dirty="0" err="1"/>
              <a:t>booleana</a:t>
            </a:r>
            <a:r>
              <a:rPr sz="1400" dirty="0"/>
              <a:t> (</a:t>
            </a:r>
            <a:r>
              <a:rPr sz="1400" dirty="0" err="1"/>
              <a:t>Verdadero</a:t>
            </a:r>
            <a:r>
              <a:rPr sz="1400" dirty="0"/>
              <a:t> o </a:t>
            </a:r>
            <a:r>
              <a:rPr sz="1400" dirty="0" err="1"/>
              <a:t>Falso</a:t>
            </a:r>
            <a:r>
              <a:rPr sz="1400" dirty="0"/>
              <a:t>).</a:t>
            </a:r>
          </a:p>
          <a:p>
            <a:pPr>
              <a:defRPr sz="1600"/>
            </a:pPr>
            <a:endParaRPr sz="1400" dirty="0"/>
          </a:p>
          <a:p>
            <a:pPr>
              <a:defRPr sz="2000"/>
            </a:pPr>
            <a:r>
              <a:rPr sz="2400" dirty="0" err="1"/>
              <a:t>Sintaxis</a:t>
            </a:r>
            <a:r>
              <a:rPr sz="2400" dirty="0"/>
              <a:t> </a:t>
            </a:r>
            <a:r>
              <a:rPr sz="2400" dirty="0" err="1"/>
              <a:t>Básica</a:t>
            </a:r>
            <a:endParaRPr sz="2400" dirty="0"/>
          </a:p>
          <a:p>
            <a:pPr>
              <a:defRPr sz="1600"/>
            </a:pPr>
            <a:endParaRPr lang="es-ES" sz="2000" dirty="0"/>
          </a:p>
          <a:p>
            <a:pPr>
              <a:defRPr sz="1600"/>
            </a:pPr>
            <a:r>
              <a:rPr lang="es-ES" sz="2000" dirty="0" err="1">
                <a:highlight>
                  <a:srgbClr val="FFFF00"/>
                </a:highlight>
              </a:rPr>
              <a:t>if</a:t>
            </a:r>
            <a:r>
              <a:rPr lang="es-ES" sz="2000" dirty="0"/>
              <a:t> condición </a:t>
            </a:r>
            <a:r>
              <a:rPr lang="es-ES" sz="2000" dirty="0">
                <a:highlight>
                  <a:srgbClr val="FFFF00"/>
                </a:highlight>
              </a:rPr>
              <a:t>:</a:t>
            </a:r>
          </a:p>
          <a:p>
            <a:pPr>
              <a:defRPr sz="1600"/>
            </a:pPr>
            <a:r>
              <a:rPr lang="es-ES" sz="2000" dirty="0"/>
              <a:t>    # código si condición es True</a:t>
            </a:r>
          </a:p>
          <a:p>
            <a:pPr>
              <a:defRPr sz="1600"/>
            </a:pPr>
            <a:r>
              <a:rPr lang="es-ES" sz="2000" dirty="0" err="1">
                <a:highlight>
                  <a:srgbClr val="FFFF00"/>
                </a:highlight>
              </a:rPr>
              <a:t>else</a:t>
            </a:r>
            <a:r>
              <a:rPr lang="es-ES" sz="2000" dirty="0"/>
              <a:t> </a:t>
            </a:r>
            <a:r>
              <a:rPr lang="es-ES" sz="2000" dirty="0">
                <a:highlight>
                  <a:srgbClr val="FFFF00"/>
                </a:highlight>
              </a:rPr>
              <a:t>:</a:t>
            </a:r>
            <a:r>
              <a:rPr lang="es-ES" sz="2000" dirty="0"/>
              <a:t> </a:t>
            </a:r>
          </a:p>
          <a:p>
            <a:pPr>
              <a:defRPr sz="1600"/>
            </a:pPr>
            <a:r>
              <a:rPr lang="es-ES" sz="2000" dirty="0"/>
              <a:t>    # código si condición es False</a:t>
            </a:r>
          </a:p>
          <a:p>
            <a:pPr>
              <a:defRPr sz="1600"/>
            </a:pPr>
            <a:endParaRPr sz="1400" dirty="0"/>
          </a:p>
          <a:p>
            <a:pPr>
              <a:defRPr sz="2000"/>
            </a:pPr>
            <a:r>
              <a:rPr lang="es-ES" sz="2400" dirty="0"/>
              <a:t>I</a:t>
            </a:r>
            <a:r>
              <a:rPr sz="2400" dirty="0"/>
              <a:t>f </a:t>
            </a:r>
            <a:r>
              <a:rPr sz="2400" dirty="0" err="1"/>
              <a:t>Solitario</a:t>
            </a:r>
            <a:endParaRPr sz="2400" dirty="0"/>
          </a:p>
          <a:p>
            <a:pPr>
              <a:defRPr sz="1600"/>
            </a:pPr>
            <a:r>
              <a:rPr sz="1400" dirty="0"/>
              <a:t>Si solo </a:t>
            </a:r>
            <a:r>
              <a:rPr sz="1400" dirty="0" err="1"/>
              <a:t>necesitas</a:t>
            </a:r>
            <a:r>
              <a:rPr sz="1400" dirty="0"/>
              <a:t> </a:t>
            </a:r>
            <a:r>
              <a:rPr sz="1400" dirty="0" err="1"/>
              <a:t>ejecutar</a:t>
            </a:r>
            <a:r>
              <a:rPr sz="1400" dirty="0"/>
              <a:t> algo </a:t>
            </a:r>
            <a:r>
              <a:rPr sz="1400" dirty="0" err="1"/>
              <a:t>cuando</a:t>
            </a:r>
            <a:r>
              <a:rPr sz="1400" dirty="0"/>
              <a:t> la </a:t>
            </a:r>
            <a:r>
              <a:rPr sz="1400" dirty="0" err="1"/>
              <a:t>condición</a:t>
            </a:r>
            <a:r>
              <a:rPr sz="1400" dirty="0"/>
              <a:t> es </a:t>
            </a:r>
            <a:r>
              <a:rPr sz="1400" dirty="0" err="1"/>
              <a:t>verdadera</a:t>
            </a:r>
            <a:r>
              <a:rPr sz="1400" dirty="0"/>
              <a:t>, </a:t>
            </a:r>
            <a:r>
              <a:rPr sz="1400" dirty="0" err="1"/>
              <a:t>el</a:t>
            </a:r>
            <a:r>
              <a:rPr sz="1400" dirty="0"/>
              <a:t> else es </a:t>
            </a:r>
            <a:r>
              <a:rPr sz="1400" dirty="0" err="1"/>
              <a:t>opcional</a:t>
            </a:r>
            <a:r>
              <a:rPr sz="1400" dirty="0"/>
              <a:t>. Si la </a:t>
            </a:r>
            <a:r>
              <a:rPr sz="1400" dirty="0" err="1"/>
              <a:t>condición</a:t>
            </a:r>
            <a:r>
              <a:rPr sz="1400" dirty="0"/>
              <a:t> </a:t>
            </a:r>
            <a:r>
              <a:rPr sz="1400" dirty="0" err="1"/>
              <a:t>falla</a:t>
            </a:r>
            <a:r>
              <a:rPr sz="1400" dirty="0"/>
              <a:t>, </a:t>
            </a:r>
            <a:r>
              <a:rPr sz="1400" dirty="0" err="1"/>
              <a:t>el</a:t>
            </a:r>
            <a:r>
              <a:rPr sz="1400" dirty="0"/>
              <a:t> </a:t>
            </a:r>
            <a:r>
              <a:rPr sz="1400" dirty="0" err="1"/>
              <a:t>programa</a:t>
            </a:r>
            <a:r>
              <a:rPr sz="1400" dirty="0"/>
              <a:t> </a:t>
            </a:r>
            <a:r>
              <a:rPr sz="1400" dirty="0" err="1"/>
              <a:t>simplemente</a:t>
            </a:r>
            <a:r>
              <a:rPr sz="1400" dirty="0"/>
              <a:t> </a:t>
            </a:r>
            <a:r>
              <a:rPr sz="1400" dirty="0" err="1"/>
              <a:t>continúa</a:t>
            </a:r>
            <a:r>
              <a:rPr sz="1400" dirty="0"/>
              <a:t>.</a:t>
            </a:r>
          </a:p>
          <a:p>
            <a:pPr>
              <a:defRPr sz="1600"/>
            </a:pPr>
            <a:endParaRPr lang="es-ES" sz="1400" dirty="0"/>
          </a:p>
          <a:p>
            <a:pPr>
              <a:defRPr sz="1600"/>
            </a:pPr>
            <a:endParaRPr lang="es-ES" sz="2000" dirty="0">
              <a:highlight>
                <a:srgbClr val="FFFF00"/>
              </a:highlight>
            </a:endParaRPr>
          </a:p>
          <a:p>
            <a:pPr>
              <a:defRPr sz="1600"/>
            </a:pPr>
            <a:r>
              <a:rPr lang="es-ES" sz="2000" dirty="0" err="1">
                <a:highlight>
                  <a:srgbClr val="FFFF00"/>
                </a:highlight>
              </a:rPr>
              <a:t>if</a:t>
            </a:r>
            <a:r>
              <a:rPr lang="es-ES" sz="2000" dirty="0"/>
              <a:t> condición </a:t>
            </a:r>
            <a:r>
              <a:rPr lang="es-ES" sz="2000" dirty="0">
                <a:highlight>
                  <a:srgbClr val="FFFF00"/>
                </a:highlight>
              </a:rPr>
              <a:t>:</a:t>
            </a:r>
          </a:p>
          <a:p>
            <a:pPr>
              <a:defRPr sz="1600"/>
            </a:pPr>
            <a:r>
              <a:rPr lang="es-ES" sz="2000" dirty="0"/>
              <a:t>    # código a ejecutar si la condición es True</a:t>
            </a:r>
          </a:p>
          <a:p>
            <a:pPr>
              <a:defRPr sz="1600"/>
            </a:pPr>
            <a:endParaRPr lang="es-CO" sz="2000" dirty="0"/>
          </a:p>
          <a:p>
            <a:pPr>
              <a:defRPr sz="1600"/>
            </a:pPr>
            <a:endParaRPr sz="1400" dirty="0"/>
          </a:p>
        </p:txBody>
      </p:sp>
      <p:pic>
        <p:nvPicPr>
          <p:cNvPr id="24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903" y="1293515"/>
            <a:ext cx="5525921" cy="518537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9C5971F-1DC8-41F7-B64C-6938E7E03B90}"/>
              </a:ext>
            </a:extLst>
          </p:cNvPr>
          <p:cNvSpPr/>
          <p:nvPr/>
        </p:nvSpPr>
        <p:spPr>
          <a:xfrm>
            <a:off x="363255" y="2943616"/>
            <a:ext cx="4384109" cy="1503124"/>
          </a:xfrm>
          <a:prstGeom prst="rect">
            <a:avLst/>
          </a:prstGeom>
          <a:noFill/>
          <a:ln w="1270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419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9C37BC9-3A1F-45E3-9749-C6CDC1AF2789}"/>
              </a:ext>
            </a:extLst>
          </p:cNvPr>
          <p:cNvSpPr/>
          <p:nvPr/>
        </p:nvSpPr>
        <p:spPr>
          <a:xfrm>
            <a:off x="515655" y="5501008"/>
            <a:ext cx="5221266" cy="1503124"/>
          </a:xfrm>
          <a:prstGeom prst="rect">
            <a:avLst/>
          </a:prstGeom>
          <a:noFill/>
          <a:ln w="1270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419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Box 1"/>
          <p:cNvSpPr txBox="1"/>
          <p:nvPr/>
        </p:nvSpPr>
        <p:spPr>
          <a:xfrm>
            <a:off x="502919" y="457200"/>
            <a:ext cx="3905485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 fontScale="55000" lnSpcReduction="20000"/>
          </a:bodyPr>
          <a:lstStyle>
            <a:lvl1pPr>
              <a:lnSpc>
                <a:spcPct val="90000"/>
              </a:lnSpc>
              <a:defRPr sz="4400">
                <a:sym typeface="Helvetica"/>
              </a:defRPr>
            </a:lvl1pPr>
            <a:lvl2pPr>
              <a:defRPr>
                <a:latin typeface="+mj-lt"/>
                <a:ea typeface="+mj-ea"/>
                <a:cs typeface="+mj-cs"/>
                <a:sym typeface="Helvetica"/>
              </a:defRPr>
            </a:lvl2pPr>
            <a:lvl3pPr>
              <a:defRPr>
                <a:latin typeface="+mj-lt"/>
                <a:ea typeface="+mj-ea"/>
                <a:cs typeface="+mj-cs"/>
                <a:sym typeface="Helvetica"/>
              </a:defRPr>
            </a:lvl3pPr>
            <a:lvl4pPr>
              <a:defRPr>
                <a:latin typeface="+mj-lt"/>
                <a:ea typeface="+mj-ea"/>
                <a:cs typeface="+mj-cs"/>
                <a:sym typeface="Helvetica"/>
              </a:defRPr>
            </a:lvl4pPr>
            <a:lvl5pPr>
              <a:defRPr>
                <a:latin typeface="+mj-lt"/>
                <a:ea typeface="+mj-ea"/>
                <a:cs typeface="+mj-cs"/>
                <a:sym typeface="Helvetica"/>
              </a:defRPr>
            </a:lvl5pPr>
            <a:lvl6pPr>
              <a:defRPr>
                <a:latin typeface="+mj-lt"/>
                <a:ea typeface="+mj-ea"/>
                <a:cs typeface="+mj-cs"/>
                <a:sym typeface="Helvetica"/>
              </a:defRPr>
            </a:lvl6pPr>
            <a:lvl7pPr>
              <a:defRPr>
                <a:latin typeface="+mj-lt"/>
                <a:ea typeface="+mj-ea"/>
                <a:cs typeface="+mj-cs"/>
                <a:sym typeface="Helvetica"/>
              </a:defRPr>
            </a:lvl7pPr>
            <a:lvl8pPr>
              <a:defRPr>
                <a:latin typeface="+mj-lt"/>
                <a:ea typeface="+mj-ea"/>
                <a:cs typeface="+mj-cs"/>
                <a:sym typeface="Helvetica"/>
              </a:defRPr>
            </a:lvl8pPr>
            <a:lvl9pPr>
              <a:defRPr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r>
              <a:rPr dirty="0" err="1"/>
              <a:t>Ejemplo</a:t>
            </a:r>
            <a:r>
              <a:rPr dirty="0"/>
              <a:t> </a:t>
            </a:r>
            <a:r>
              <a:rPr dirty="0" err="1"/>
              <a:t>Práctico</a:t>
            </a:r>
            <a:r>
              <a:rPr dirty="0"/>
              <a:t> de if-else</a:t>
            </a:r>
          </a:p>
        </p:txBody>
      </p:sp>
      <p:sp>
        <p:nvSpPr>
          <p:cNvPr id="251" name="TextBox 3"/>
          <p:cNvSpPr txBox="1"/>
          <p:nvPr/>
        </p:nvSpPr>
        <p:spPr>
          <a:xfrm>
            <a:off x="7214755" y="1400547"/>
            <a:ext cx="3566161" cy="4470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227BEC0-4725-4776-B65A-EEBCA786C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285" y="1655201"/>
            <a:ext cx="5072550" cy="150135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474A860-1DC8-4175-B1B9-D2FF97089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285" y="3886200"/>
            <a:ext cx="4943142" cy="226050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Box 1"/>
          <p:cNvSpPr txBox="1"/>
          <p:nvPr/>
        </p:nvSpPr>
        <p:spPr>
          <a:xfrm>
            <a:off x="502919" y="457200"/>
            <a:ext cx="5295678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 fontScale="62500" lnSpcReduction="20000"/>
          </a:bodyPr>
          <a:lstStyle>
            <a:lvl1pPr>
              <a:lnSpc>
                <a:spcPct val="90000"/>
              </a:lnSpc>
              <a:defRPr sz="4400">
                <a:sym typeface="Helvetica"/>
              </a:defRPr>
            </a:lvl1pPr>
            <a:lvl2pPr>
              <a:defRPr>
                <a:latin typeface="+mj-lt"/>
                <a:ea typeface="+mj-ea"/>
                <a:cs typeface="+mj-cs"/>
                <a:sym typeface="Helvetica"/>
              </a:defRPr>
            </a:lvl2pPr>
            <a:lvl3pPr>
              <a:defRPr>
                <a:latin typeface="+mj-lt"/>
                <a:ea typeface="+mj-ea"/>
                <a:cs typeface="+mj-cs"/>
                <a:sym typeface="Helvetica"/>
              </a:defRPr>
            </a:lvl3pPr>
            <a:lvl4pPr>
              <a:defRPr>
                <a:latin typeface="+mj-lt"/>
                <a:ea typeface="+mj-ea"/>
                <a:cs typeface="+mj-cs"/>
                <a:sym typeface="Helvetica"/>
              </a:defRPr>
            </a:lvl4pPr>
            <a:lvl5pPr>
              <a:defRPr>
                <a:latin typeface="+mj-lt"/>
                <a:ea typeface="+mj-ea"/>
                <a:cs typeface="+mj-cs"/>
                <a:sym typeface="Helvetica"/>
              </a:defRPr>
            </a:lvl5pPr>
            <a:lvl6pPr>
              <a:defRPr>
                <a:latin typeface="+mj-lt"/>
                <a:ea typeface="+mj-ea"/>
                <a:cs typeface="+mj-cs"/>
                <a:sym typeface="Helvetica"/>
              </a:defRPr>
            </a:lvl6pPr>
            <a:lvl7pPr>
              <a:defRPr>
                <a:latin typeface="+mj-lt"/>
                <a:ea typeface="+mj-ea"/>
                <a:cs typeface="+mj-cs"/>
                <a:sym typeface="Helvetica"/>
              </a:defRPr>
            </a:lvl7pPr>
            <a:lvl8pPr>
              <a:defRPr>
                <a:latin typeface="+mj-lt"/>
                <a:ea typeface="+mj-ea"/>
                <a:cs typeface="+mj-cs"/>
                <a:sym typeface="Helvetica"/>
              </a:defRPr>
            </a:lvl8pPr>
            <a:lvl9pPr>
              <a:defRPr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r>
              <a:rPr dirty="0" err="1"/>
              <a:t>Evaluando</a:t>
            </a:r>
            <a:r>
              <a:rPr dirty="0"/>
              <a:t> </a:t>
            </a:r>
            <a:r>
              <a:rPr dirty="0" err="1"/>
              <a:t>Múltiples</a:t>
            </a:r>
            <a:r>
              <a:rPr dirty="0"/>
              <a:t> Caminos: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dirty="0" err="1"/>
              <a:t>elif</a:t>
            </a:r>
            <a:endParaRPr dirty="0"/>
          </a:p>
        </p:txBody>
      </p:sp>
      <p:sp>
        <p:nvSpPr>
          <p:cNvPr id="255" name="TextBox 2"/>
          <p:cNvSpPr txBox="1"/>
          <p:nvPr/>
        </p:nvSpPr>
        <p:spPr>
          <a:xfrm>
            <a:off x="502919" y="1371599"/>
            <a:ext cx="13031750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/>
            </a:pPr>
            <a:r>
              <a:rPr sz="2000" dirty="0"/>
              <a:t>¿</a:t>
            </a:r>
            <a:r>
              <a:rPr sz="2000" dirty="0" err="1"/>
              <a:t>Qué</a:t>
            </a:r>
            <a:r>
              <a:rPr sz="2000" dirty="0"/>
              <a:t> </a:t>
            </a:r>
            <a:r>
              <a:rPr sz="2000" dirty="0" err="1"/>
              <a:t>pasa</a:t>
            </a:r>
            <a:r>
              <a:rPr sz="2000" dirty="0"/>
              <a:t> </a:t>
            </a:r>
            <a:r>
              <a:rPr sz="2000" dirty="0" err="1"/>
              <a:t>si</a:t>
            </a:r>
            <a:r>
              <a:rPr sz="2000" dirty="0"/>
              <a:t> </a:t>
            </a:r>
            <a:r>
              <a:rPr sz="2000" dirty="0" err="1"/>
              <a:t>necesitas</a:t>
            </a:r>
            <a:r>
              <a:rPr sz="2000" dirty="0"/>
              <a:t> </a:t>
            </a:r>
            <a:r>
              <a:rPr sz="2000" dirty="0" err="1"/>
              <a:t>evaluar</a:t>
            </a:r>
            <a:r>
              <a:rPr sz="2000" dirty="0"/>
              <a:t> </a:t>
            </a:r>
            <a:r>
              <a:rPr sz="2000" dirty="0" err="1"/>
              <a:t>más</a:t>
            </a:r>
            <a:r>
              <a:rPr sz="2000" dirty="0"/>
              <a:t> de dos </a:t>
            </a:r>
            <a:r>
              <a:rPr sz="2000" dirty="0" err="1"/>
              <a:t>condiciones</a:t>
            </a:r>
            <a:r>
              <a:rPr sz="2000" dirty="0"/>
              <a:t>? </a:t>
            </a:r>
            <a:r>
              <a:rPr sz="2000" dirty="0" err="1"/>
              <a:t>Ahí</a:t>
            </a:r>
            <a:r>
              <a:rPr sz="2000" dirty="0"/>
              <a:t> es </a:t>
            </a:r>
            <a:r>
              <a:rPr sz="2000" dirty="0" err="1"/>
              <a:t>donde</a:t>
            </a:r>
            <a:r>
              <a:rPr sz="2000" dirty="0"/>
              <a:t> </a:t>
            </a:r>
            <a:r>
              <a:rPr sz="2000" dirty="0" err="1"/>
              <a:t>entra</a:t>
            </a:r>
            <a:r>
              <a:rPr sz="2000" dirty="0"/>
              <a:t> </a:t>
            </a:r>
            <a:r>
              <a:rPr sz="2000" dirty="0" err="1"/>
              <a:t>el</a:t>
            </a:r>
            <a:r>
              <a:rPr sz="2000" dirty="0"/>
              <a:t> </a:t>
            </a:r>
            <a:r>
              <a:rPr lang="es-ES" sz="2000" dirty="0" err="1"/>
              <a:t>if</a:t>
            </a:r>
            <a:r>
              <a:rPr lang="es-ES" sz="2000" dirty="0"/>
              <a:t> </a:t>
            </a:r>
            <a:r>
              <a:rPr sz="2000" dirty="0" err="1"/>
              <a:t>elif</a:t>
            </a:r>
            <a:r>
              <a:rPr sz="2000" dirty="0"/>
              <a:t>, </a:t>
            </a:r>
            <a:r>
              <a:rPr sz="2000" dirty="0" err="1"/>
              <a:t>permitiéndote</a:t>
            </a:r>
            <a:r>
              <a:rPr sz="2000" dirty="0"/>
              <a:t> </a:t>
            </a:r>
            <a:r>
              <a:rPr sz="2000" dirty="0" err="1"/>
              <a:t>encadenar</a:t>
            </a:r>
            <a:r>
              <a:rPr sz="2000" dirty="0"/>
              <a:t> </a:t>
            </a:r>
            <a:r>
              <a:rPr sz="2000" dirty="0" err="1"/>
              <a:t>condiciones</a:t>
            </a:r>
            <a:r>
              <a:rPr dirty="0"/>
              <a:t>.</a:t>
            </a:r>
          </a:p>
        </p:txBody>
      </p:sp>
      <p:pic>
        <p:nvPicPr>
          <p:cNvPr id="256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680" y="1942119"/>
            <a:ext cx="11006240" cy="1965018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F246C75-836B-46BC-B327-04753146E8A7}"/>
              </a:ext>
            </a:extLst>
          </p:cNvPr>
          <p:cNvSpPr txBox="1"/>
          <p:nvPr/>
        </p:nvSpPr>
        <p:spPr>
          <a:xfrm>
            <a:off x="1273151" y="4355895"/>
            <a:ext cx="4525446" cy="2554545"/>
          </a:xfrm>
          <a:prstGeom prst="rect">
            <a:avLst/>
          </a:prstGeom>
          <a:noFill/>
          <a:ln w="1270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000" dirty="0" err="1"/>
              <a:t>if</a:t>
            </a:r>
            <a:r>
              <a:rPr lang="es-ES" sz="2000" dirty="0"/>
              <a:t> condición1 </a:t>
            </a:r>
            <a:r>
              <a:rPr lang="es-ES" sz="2000" dirty="0">
                <a:highlight>
                  <a:srgbClr val="00FFFF"/>
                </a:highlight>
              </a:rPr>
              <a:t>:</a:t>
            </a:r>
          </a:p>
          <a:p>
            <a:r>
              <a:rPr lang="es-ES" sz="2000" dirty="0"/>
              <a:t>    # código si condición1 es True</a:t>
            </a:r>
          </a:p>
          <a:p>
            <a:r>
              <a:rPr lang="es-ES" sz="2000" dirty="0" err="1">
                <a:highlight>
                  <a:srgbClr val="00FFFF"/>
                </a:highlight>
              </a:rPr>
              <a:t>elif</a:t>
            </a:r>
            <a:r>
              <a:rPr lang="es-ES" sz="2000" dirty="0"/>
              <a:t> condición2 </a:t>
            </a:r>
            <a:r>
              <a:rPr lang="es-ES" sz="2000" dirty="0">
                <a:highlight>
                  <a:srgbClr val="00FFFF"/>
                </a:highlight>
              </a:rPr>
              <a:t>:</a:t>
            </a:r>
            <a:r>
              <a:rPr lang="es-ES" sz="2000" dirty="0"/>
              <a:t> </a:t>
            </a:r>
          </a:p>
          <a:p>
            <a:r>
              <a:rPr lang="es-ES" sz="2000" dirty="0"/>
              <a:t>    # código si condición2 es True</a:t>
            </a:r>
          </a:p>
          <a:p>
            <a:r>
              <a:rPr lang="es-ES" sz="2000" dirty="0" err="1">
                <a:highlight>
                  <a:srgbClr val="00FFFF"/>
                </a:highlight>
              </a:rPr>
              <a:t>elif</a:t>
            </a:r>
            <a:r>
              <a:rPr lang="es-ES" sz="2000" dirty="0"/>
              <a:t> condición3 </a:t>
            </a:r>
            <a:r>
              <a:rPr lang="es-ES" sz="2000" dirty="0">
                <a:highlight>
                  <a:srgbClr val="00FFFF"/>
                </a:highlight>
              </a:rPr>
              <a:t>:</a:t>
            </a:r>
          </a:p>
          <a:p>
            <a:r>
              <a:rPr lang="es-ES" sz="2000" dirty="0"/>
              <a:t>    # código si condición3 es True</a:t>
            </a:r>
          </a:p>
          <a:p>
            <a:r>
              <a:rPr lang="es-ES" sz="2000" dirty="0" err="1"/>
              <a:t>else</a:t>
            </a:r>
            <a:r>
              <a:rPr lang="es-ES" sz="2000" dirty="0"/>
              <a:t> </a:t>
            </a:r>
            <a:r>
              <a:rPr lang="es-ES" sz="2000" dirty="0">
                <a:highlight>
                  <a:srgbClr val="00FFFF"/>
                </a:highlight>
              </a:rPr>
              <a:t>:</a:t>
            </a:r>
          </a:p>
          <a:p>
            <a:r>
              <a:rPr lang="es-ES" sz="2000" dirty="0"/>
              <a:t>    # código si ninguna condición es True</a:t>
            </a:r>
            <a:endParaRPr lang="es-419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10A321-57F9-4B40-BD4C-9E46AA6C7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97" y="4077547"/>
            <a:ext cx="2790956" cy="336115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41" y="2724829"/>
            <a:ext cx="2768620" cy="2295040"/>
          </a:xfrm>
          <a:prstGeom prst="rect">
            <a:avLst/>
          </a:prstGeom>
        </p:spPr>
      </p:pic>
      <p:sp>
        <p:nvSpPr>
          <p:cNvPr id="4" name="Llamada ovalada 3"/>
          <p:cNvSpPr/>
          <p:nvPr/>
        </p:nvSpPr>
        <p:spPr>
          <a:xfrm>
            <a:off x="1138335" y="1156996"/>
            <a:ext cx="3993502" cy="1567833"/>
          </a:xfrm>
          <a:prstGeom prst="wedgeEllipse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>
                <a:solidFill>
                  <a:schemeClr val="tx1"/>
                </a:solidFill>
              </a:rPr>
              <a:t>Y si tenemos condicionales más complejos, por ejemplo:</a:t>
            </a:r>
            <a:endParaRPr lang="es-CO" sz="1800" dirty="0">
              <a:solidFill>
                <a:schemeClr val="tx1"/>
              </a:solidFill>
            </a:endParaRPr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4492326" y="2804342"/>
          <a:ext cx="818367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918">
                  <a:extLst>
                    <a:ext uri="{9D8B030D-6E8A-4147-A177-3AD203B41FA5}">
                      <a16:colId xmlns:a16="http://schemas.microsoft.com/office/drawing/2014/main" val="3099405376"/>
                    </a:ext>
                  </a:extLst>
                </a:gridCol>
                <a:gridCol w="2045918">
                  <a:extLst>
                    <a:ext uri="{9D8B030D-6E8A-4147-A177-3AD203B41FA5}">
                      <a16:colId xmlns:a16="http://schemas.microsoft.com/office/drawing/2014/main" val="83897135"/>
                    </a:ext>
                  </a:extLst>
                </a:gridCol>
                <a:gridCol w="2045918">
                  <a:extLst>
                    <a:ext uri="{9D8B030D-6E8A-4147-A177-3AD203B41FA5}">
                      <a16:colId xmlns:a16="http://schemas.microsoft.com/office/drawing/2014/main" val="3084356220"/>
                    </a:ext>
                  </a:extLst>
                </a:gridCol>
                <a:gridCol w="2045918">
                  <a:extLst>
                    <a:ext uri="{9D8B030D-6E8A-4147-A177-3AD203B41FA5}">
                      <a16:colId xmlns:a16="http://schemas.microsoft.com/office/drawing/2014/main" val="2943471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Nota Promedio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Va</a:t>
                      </a:r>
                      <a:r>
                        <a:rPr lang="es-ES" baseline="0" dirty="0"/>
                        <a:t> Completo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Puntos Labor Social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Descuento Matrícula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712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&gt;= 4.7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True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s-ES" dirty="0"/>
                        <a:t>&gt;</a:t>
                      </a:r>
                      <a:r>
                        <a:rPr lang="es-ES" baseline="0" dirty="0"/>
                        <a:t> </a:t>
                      </a:r>
                      <a:r>
                        <a:rPr lang="es-ES" dirty="0"/>
                        <a:t>50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100%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360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&gt;=</a:t>
                      </a:r>
                      <a:r>
                        <a:rPr lang="es-ES" baseline="0" dirty="0"/>
                        <a:t> 4.5 y &lt; 4.7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True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s-ES" dirty="0"/>
                        <a:t>&gt;</a:t>
                      </a:r>
                      <a:r>
                        <a:rPr lang="es-ES" baseline="0" dirty="0"/>
                        <a:t> </a:t>
                      </a:r>
                      <a:r>
                        <a:rPr lang="es-ES" dirty="0"/>
                        <a:t>50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85%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71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&gt;= 4.7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True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s-ES" dirty="0"/>
                        <a:t>&gt;=40 y &lt;</a:t>
                      </a:r>
                      <a:r>
                        <a:rPr lang="es-ES" baseline="0" dirty="0"/>
                        <a:t> 50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80%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791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&gt;=</a:t>
                      </a:r>
                      <a:r>
                        <a:rPr lang="es-ES" baseline="0" dirty="0"/>
                        <a:t> 4.5 y &lt; 4.7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True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s-ES" dirty="0"/>
                        <a:t>&gt;=40 y &lt;</a:t>
                      </a:r>
                      <a:r>
                        <a:rPr lang="es-ES" baseline="0" dirty="0"/>
                        <a:t> 50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50%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356025"/>
                  </a:ext>
                </a:extLst>
              </a:tr>
            </a:tbl>
          </a:graphicData>
        </a:graphic>
      </p:graphicFrame>
      <p:sp>
        <p:nvSpPr>
          <p:cNvPr id="6" name="CuadroTexto 5"/>
          <p:cNvSpPr txBox="1"/>
          <p:nvPr/>
        </p:nvSpPr>
        <p:spPr>
          <a:xfrm>
            <a:off x="5840962" y="1821424"/>
            <a:ext cx="5486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Una universidad entrega becas cada semestre basado en la siguiente tabla:</a:t>
            </a:r>
          </a:p>
          <a:p>
            <a:endParaRPr lang="es-CO" sz="2000" dirty="0"/>
          </a:p>
        </p:txBody>
      </p:sp>
      <p:sp>
        <p:nvSpPr>
          <p:cNvPr id="7" name="CuadroTexto 6"/>
          <p:cNvSpPr txBox="1"/>
          <p:nvPr/>
        </p:nvSpPr>
        <p:spPr>
          <a:xfrm>
            <a:off x="6433094" y="4933574"/>
            <a:ext cx="548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En otro caso, no gana nada…</a:t>
            </a:r>
          </a:p>
          <a:p>
            <a:endParaRPr lang="es-CO" sz="200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081" y="5510648"/>
            <a:ext cx="1422025" cy="1468649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7315200" y="5921806"/>
            <a:ext cx="5360798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rgbClr val="FF0000"/>
                </a:solidFill>
              </a:rPr>
              <a:t>Qué condicionales pongo para saber quién y qué beca se gana </a:t>
            </a:r>
            <a:endParaRPr lang="es-CO" sz="1800" dirty="0">
              <a:solidFill>
                <a:srgbClr val="FF0000"/>
              </a:solidFill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D77F3553-65DC-474D-92E0-DA18764D374F}"/>
              </a:ext>
            </a:extLst>
          </p:cNvPr>
          <p:cNvSpPr txBox="1"/>
          <p:nvPr/>
        </p:nvSpPr>
        <p:spPr>
          <a:xfrm>
            <a:off x="502919" y="457200"/>
            <a:ext cx="8283676" cy="701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 fontScale="70000" lnSpcReduction="20000"/>
          </a:bodyPr>
          <a:lstStyle>
            <a:lvl1pPr>
              <a:lnSpc>
                <a:spcPct val="90000"/>
              </a:lnSpc>
              <a:defRPr sz="4400">
                <a:sym typeface="Helvetica"/>
              </a:defRPr>
            </a:lvl1pPr>
            <a:lvl2pPr>
              <a:defRPr>
                <a:latin typeface="+mj-lt"/>
                <a:ea typeface="+mj-ea"/>
                <a:cs typeface="+mj-cs"/>
                <a:sym typeface="Helvetica"/>
              </a:defRPr>
            </a:lvl2pPr>
            <a:lvl3pPr>
              <a:defRPr>
                <a:latin typeface="+mj-lt"/>
                <a:ea typeface="+mj-ea"/>
                <a:cs typeface="+mj-cs"/>
                <a:sym typeface="Helvetica"/>
              </a:defRPr>
            </a:lvl3pPr>
            <a:lvl4pPr>
              <a:defRPr>
                <a:latin typeface="+mj-lt"/>
                <a:ea typeface="+mj-ea"/>
                <a:cs typeface="+mj-cs"/>
                <a:sym typeface="Helvetica"/>
              </a:defRPr>
            </a:lvl4pPr>
            <a:lvl5pPr>
              <a:defRPr>
                <a:latin typeface="+mj-lt"/>
                <a:ea typeface="+mj-ea"/>
                <a:cs typeface="+mj-cs"/>
                <a:sym typeface="Helvetica"/>
              </a:defRPr>
            </a:lvl5pPr>
            <a:lvl6pPr>
              <a:defRPr>
                <a:latin typeface="+mj-lt"/>
                <a:ea typeface="+mj-ea"/>
                <a:cs typeface="+mj-cs"/>
                <a:sym typeface="Helvetica"/>
              </a:defRPr>
            </a:lvl6pPr>
            <a:lvl7pPr>
              <a:defRPr>
                <a:latin typeface="+mj-lt"/>
                <a:ea typeface="+mj-ea"/>
                <a:cs typeface="+mj-cs"/>
                <a:sym typeface="Helvetica"/>
              </a:defRPr>
            </a:lvl7pPr>
            <a:lvl8pPr>
              <a:defRPr>
                <a:latin typeface="+mj-lt"/>
                <a:ea typeface="+mj-ea"/>
                <a:cs typeface="+mj-cs"/>
                <a:sym typeface="Helvetica"/>
              </a:defRPr>
            </a:lvl8pPr>
            <a:lvl9pPr>
              <a:defRPr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r>
              <a:rPr lang="es-ES" dirty="0"/>
              <a:t>Un ejemplo más complejo de múltiples caminos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337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71600"/>
            <a:ext cx="5169473" cy="5169474"/>
          </a:xfrm>
          <a:prstGeom prst="rect">
            <a:avLst/>
          </a:prstGeom>
          <a:ln w="12700">
            <a:miter lim="400000"/>
          </a:ln>
        </p:spPr>
      </p:pic>
      <p:sp>
        <p:nvSpPr>
          <p:cNvPr id="279" name="TextBox 2"/>
          <p:cNvSpPr txBox="1"/>
          <p:nvPr/>
        </p:nvSpPr>
        <p:spPr>
          <a:xfrm>
            <a:off x="696857" y="457200"/>
            <a:ext cx="1458089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 fontScale="62500" lnSpcReduction="20000"/>
          </a:bodyPr>
          <a:lstStyle>
            <a:lvl1pPr>
              <a:lnSpc>
                <a:spcPct val="90000"/>
              </a:lnSpc>
              <a:defRPr sz="4400">
                <a:sym typeface="Helvetica"/>
              </a:defRPr>
            </a:lvl1pPr>
            <a:lvl2pPr>
              <a:defRPr>
                <a:latin typeface="+mj-lt"/>
                <a:ea typeface="+mj-ea"/>
                <a:cs typeface="+mj-cs"/>
                <a:sym typeface="Helvetica"/>
              </a:defRPr>
            </a:lvl2pPr>
            <a:lvl3pPr>
              <a:defRPr>
                <a:latin typeface="+mj-lt"/>
                <a:ea typeface="+mj-ea"/>
                <a:cs typeface="+mj-cs"/>
                <a:sym typeface="Helvetica"/>
              </a:defRPr>
            </a:lvl3pPr>
            <a:lvl4pPr>
              <a:defRPr>
                <a:latin typeface="+mj-lt"/>
                <a:ea typeface="+mj-ea"/>
                <a:cs typeface="+mj-cs"/>
                <a:sym typeface="Helvetica"/>
              </a:defRPr>
            </a:lvl4pPr>
            <a:lvl5pPr>
              <a:defRPr>
                <a:latin typeface="+mj-lt"/>
                <a:ea typeface="+mj-ea"/>
                <a:cs typeface="+mj-cs"/>
                <a:sym typeface="Helvetica"/>
              </a:defRPr>
            </a:lvl5pPr>
            <a:lvl6pPr>
              <a:defRPr>
                <a:latin typeface="+mj-lt"/>
                <a:ea typeface="+mj-ea"/>
                <a:cs typeface="+mj-cs"/>
                <a:sym typeface="Helvetica"/>
              </a:defRPr>
            </a:lvl6pPr>
            <a:lvl7pPr>
              <a:defRPr>
                <a:latin typeface="+mj-lt"/>
                <a:ea typeface="+mj-ea"/>
                <a:cs typeface="+mj-cs"/>
                <a:sym typeface="Helvetica"/>
              </a:defRPr>
            </a:lvl7pPr>
            <a:lvl8pPr>
              <a:defRPr>
                <a:latin typeface="+mj-lt"/>
                <a:ea typeface="+mj-ea"/>
                <a:cs typeface="+mj-cs"/>
                <a:sym typeface="Helvetica"/>
              </a:defRPr>
            </a:lvl8pPr>
            <a:lvl9pPr>
              <a:defRPr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r>
              <a:rPr lang="es-ES" dirty="0"/>
              <a:t>S</a:t>
            </a:r>
            <a:r>
              <a:rPr dirty="0"/>
              <a:t>witch</a:t>
            </a:r>
            <a:r>
              <a:rPr lang="es-ES" dirty="0"/>
              <a:t>es </a:t>
            </a:r>
            <a:endParaRPr dirty="0"/>
          </a:p>
        </p:txBody>
      </p:sp>
      <p:sp>
        <p:nvSpPr>
          <p:cNvPr id="280" name="TextBox 3"/>
          <p:cNvSpPr txBox="1"/>
          <p:nvPr/>
        </p:nvSpPr>
        <p:spPr>
          <a:xfrm>
            <a:off x="502919" y="1371600"/>
            <a:ext cx="4023361" cy="493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50505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Hasta ahora hemos visto</a:t>
            </a:r>
            <a:endParaRPr lang="es-CO" dirty="0"/>
          </a:p>
        </p:txBody>
      </p:sp>
      <p:sp>
        <p:nvSpPr>
          <p:cNvPr id="5" name="Flecha abajo 4"/>
          <p:cNvSpPr/>
          <p:nvPr/>
        </p:nvSpPr>
        <p:spPr>
          <a:xfrm>
            <a:off x="2474224" y="1634334"/>
            <a:ext cx="3563321" cy="1546168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Instrucciones</a:t>
            </a:r>
            <a:endParaRPr lang="es-CO" dirty="0"/>
          </a:p>
        </p:txBody>
      </p:sp>
      <p:sp>
        <p:nvSpPr>
          <p:cNvPr id="6" name="Elipse 5"/>
          <p:cNvSpPr/>
          <p:nvPr/>
        </p:nvSpPr>
        <p:spPr>
          <a:xfrm>
            <a:off x="2266601" y="3694628"/>
            <a:ext cx="3332481" cy="129678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800" dirty="0"/>
              <a:t>?</a:t>
            </a:r>
            <a:endParaRPr lang="es-ES" dirty="0"/>
          </a:p>
          <a:p>
            <a:pPr algn="ctr"/>
            <a:r>
              <a:rPr lang="es-ES" dirty="0"/>
              <a:t>Condición</a:t>
            </a:r>
            <a:endParaRPr lang="es-CO" dirty="0"/>
          </a:p>
        </p:txBody>
      </p:sp>
      <p:sp>
        <p:nvSpPr>
          <p:cNvPr id="7" name="Flecha abajo 6"/>
          <p:cNvSpPr/>
          <p:nvPr/>
        </p:nvSpPr>
        <p:spPr>
          <a:xfrm rot="1500468">
            <a:off x="528516" y="5008801"/>
            <a:ext cx="2699891" cy="2076647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Instrucciones cuando la condición es verdadera</a:t>
            </a:r>
            <a:endParaRPr lang="es-CO" dirty="0"/>
          </a:p>
        </p:txBody>
      </p:sp>
      <p:sp>
        <p:nvSpPr>
          <p:cNvPr id="9" name="Flecha abajo 8"/>
          <p:cNvSpPr/>
          <p:nvPr/>
        </p:nvSpPr>
        <p:spPr>
          <a:xfrm rot="19552780">
            <a:off x="4937033" y="4970144"/>
            <a:ext cx="2699891" cy="2076647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Instrucciones cuando la condición es falsa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8671558" y="3418206"/>
            <a:ext cx="4288905" cy="139400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Qué pasa si se quiere comparar el valor de UNA variable contra una lista de posibilidades?</a:t>
            </a:r>
            <a:endParaRPr lang="es-CO" dirty="0"/>
          </a:p>
        </p:txBody>
      </p:sp>
      <p:sp>
        <p:nvSpPr>
          <p:cNvPr id="11" name="CuadroTexto 10"/>
          <p:cNvSpPr txBox="1"/>
          <p:nvPr/>
        </p:nvSpPr>
        <p:spPr>
          <a:xfrm>
            <a:off x="597883" y="3694628"/>
            <a:ext cx="16687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Variable(s), constante, operador de comparación</a:t>
            </a:r>
            <a:endParaRPr lang="es-CO" dirty="0"/>
          </a:p>
        </p:txBody>
      </p:sp>
      <p:sp>
        <p:nvSpPr>
          <p:cNvPr id="12" name="CuadroTexto 11"/>
          <p:cNvSpPr txBox="1"/>
          <p:nvPr/>
        </p:nvSpPr>
        <p:spPr>
          <a:xfrm>
            <a:off x="5713464" y="3796801"/>
            <a:ext cx="25412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Variables, constantes, operador(es) lógicos y operador(es) de comparación</a:t>
            </a:r>
            <a:endParaRPr lang="es-CO" dirty="0"/>
          </a:p>
        </p:txBody>
      </p:sp>
      <p:sp>
        <p:nvSpPr>
          <p:cNvPr id="16" name="Flecha curvada hacia abajo 15"/>
          <p:cNvSpPr/>
          <p:nvPr/>
        </p:nvSpPr>
        <p:spPr>
          <a:xfrm rot="1087394">
            <a:off x="984359" y="2815388"/>
            <a:ext cx="2497424" cy="967201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17" name="Flecha curvada hacia arriba 16"/>
          <p:cNvSpPr/>
          <p:nvPr/>
        </p:nvSpPr>
        <p:spPr>
          <a:xfrm rot="10447693">
            <a:off x="4918978" y="2916185"/>
            <a:ext cx="2403866" cy="100404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951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/>
      <p:bldP spid="12" grpId="0"/>
      <p:bldP spid="16" grpId="0" animBg="1"/>
      <p:bldP spid="1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CE9D49-9F2B-4E94-92D6-FFA6635C1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122" y="1966586"/>
            <a:ext cx="7329744" cy="951610"/>
          </a:xfrm>
        </p:spPr>
        <p:txBody>
          <a:bodyPr/>
          <a:lstStyle/>
          <a:p>
            <a:r>
              <a:rPr lang="es-ES" sz="2400" dirty="0"/>
              <a:t>Estos </a:t>
            </a:r>
            <a:r>
              <a:rPr lang="es-ES" sz="2400" dirty="0" err="1"/>
              <a:t>roommates</a:t>
            </a:r>
            <a:r>
              <a:rPr lang="es-ES" sz="2400" dirty="0"/>
              <a:t> rifan con un dado los oficios domésticos de su casa cada dos semanas, con las siguientes condiciones:</a:t>
            </a:r>
            <a:endParaRPr lang="es-419" sz="2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6727316-3584-45C7-A693-838CCB737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12" y="1649450"/>
            <a:ext cx="3985217" cy="203633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03D88BB-7BFC-4251-B11C-0852AB9BF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302" y="3497893"/>
            <a:ext cx="2475314" cy="171691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12459343-B74B-45FC-BE6F-45527B8D9277}"/>
              </a:ext>
            </a:extLst>
          </p:cNvPr>
          <p:cNvSpPr txBox="1"/>
          <p:nvPr/>
        </p:nvSpPr>
        <p:spPr>
          <a:xfrm>
            <a:off x="8578611" y="3497893"/>
            <a:ext cx="3847208" cy="2031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dirty="0" err="1">
                <a:highlight>
                  <a:srgbClr val="00FFFF"/>
                </a:highlight>
              </a:rPr>
              <a:t>Cara_dado</a:t>
            </a:r>
            <a:r>
              <a:rPr lang="es-ES" dirty="0">
                <a:highlight>
                  <a:srgbClr val="00FFFF"/>
                </a:highlight>
              </a:rPr>
              <a:t>	Oficio</a:t>
            </a:r>
          </a:p>
          <a:p>
            <a:r>
              <a:rPr lang="es-ES" dirty="0"/>
              <a:t>1		"Lavar platos“</a:t>
            </a:r>
          </a:p>
          <a:p>
            <a:r>
              <a:rPr lang="es-ES" dirty="0"/>
              <a:t>2		"Barrer casa“</a:t>
            </a:r>
          </a:p>
          <a:p>
            <a:r>
              <a:rPr lang="es-ES" dirty="0"/>
              <a:t>3:		"Trapear pisos“</a:t>
            </a:r>
          </a:p>
          <a:p>
            <a:r>
              <a:rPr lang="es-ES" dirty="0"/>
              <a:t>4:		"Sacar basura“</a:t>
            </a:r>
          </a:p>
          <a:p>
            <a:r>
              <a:rPr lang="es-ES" dirty="0"/>
              <a:t>5:		"Limpiar baño“</a:t>
            </a:r>
          </a:p>
          <a:p>
            <a:r>
              <a:rPr lang="es-ES" dirty="0"/>
              <a:t>6:		"Cocinar"</a:t>
            </a:r>
            <a:endParaRPr lang="es-419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B9AD1B6-F674-4C88-BEAB-5FB9F6990B21}"/>
              </a:ext>
            </a:extLst>
          </p:cNvPr>
          <p:cNvSpPr txBox="1">
            <a:spLocks/>
          </p:cNvSpPr>
          <p:nvPr/>
        </p:nvSpPr>
        <p:spPr>
          <a:xfrm>
            <a:off x="3670856" y="5794509"/>
            <a:ext cx="6475887" cy="1216901"/>
          </a:xfrm>
          <a:prstGeom prst="rect">
            <a:avLst/>
          </a:prstGeom>
          <a:noFill/>
          <a:ln w="12700">
            <a:noFill/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87"/>
              <a:buFont typeface="Calibri"/>
              <a:buNone/>
              <a:tabLst/>
              <a:defRPr sz="4987" b="0" i="0" u="none" strike="noStrike" cap="none" spc="0" baseline="0">
                <a:solidFill>
                  <a:schemeClr val="dk1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lvl="2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lvl="3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lvl="4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lvl="5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lvl="6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lvl="7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lvl="8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r>
              <a:rPr lang="es-ES" sz="2400" dirty="0"/>
              <a:t>¿Usamos </a:t>
            </a:r>
            <a:r>
              <a:rPr lang="es-ES" sz="2400" dirty="0" err="1"/>
              <a:t>if</a:t>
            </a:r>
            <a:r>
              <a:rPr lang="es-ES" sz="2400" dirty="0"/>
              <a:t> – </a:t>
            </a:r>
            <a:r>
              <a:rPr lang="es-ES" sz="2400" dirty="0" err="1"/>
              <a:t>else</a:t>
            </a:r>
            <a:r>
              <a:rPr lang="es-ES" sz="2400" dirty="0"/>
              <a:t>? </a:t>
            </a:r>
            <a:r>
              <a:rPr lang="es-ES" sz="2400" b="1" dirty="0">
                <a:solidFill>
                  <a:srgbClr val="FF0000"/>
                </a:solidFill>
              </a:rPr>
              <a:t>NO</a:t>
            </a:r>
          </a:p>
          <a:p>
            <a:pPr hangingPunct="1"/>
            <a:endParaRPr lang="es-ES" sz="2400" dirty="0"/>
          </a:p>
          <a:p>
            <a:pPr hangingPunct="1"/>
            <a:r>
              <a:rPr lang="es-ES" sz="2400" dirty="0"/>
              <a:t>¿Porqué? </a:t>
            </a:r>
            <a:br>
              <a:rPr lang="es-ES" sz="2400" dirty="0"/>
            </a:br>
            <a:r>
              <a:rPr lang="es-ES" sz="2400" dirty="0"/>
              <a:t>Se evalúa una sola variable: </a:t>
            </a:r>
            <a:r>
              <a:rPr lang="es-ES" sz="2400" dirty="0" err="1"/>
              <a:t>cara_dado</a:t>
            </a:r>
            <a:endParaRPr lang="es-ES" sz="2400" dirty="0"/>
          </a:p>
          <a:p>
            <a:pPr hangingPunct="1"/>
            <a:r>
              <a:rPr lang="es-ES" sz="2400" dirty="0"/>
              <a:t>Depende del valor, se elige una opción</a:t>
            </a:r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36098548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49960" y="413809"/>
            <a:ext cx="10355349" cy="1502305"/>
          </a:xfrm>
        </p:spPr>
        <p:txBody>
          <a:bodyPr/>
          <a:lstStyle/>
          <a:p>
            <a:r>
              <a:rPr lang="es-ES" dirty="0"/>
              <a:t>Estructuras Condicionales – Caso </a:t>
            </a:r>
            <a:r>
              <a:rPr lang="es-ES" dirty="0" err="1"/>
              <a:t>ó</a:t>
            </a:r>
            <a:r>
              <a:rPr lang="es-ES" dirty="0"/>
              <a:t> Case (Switch)</a:t>
            </a:r>
            <a:endParaRPr lang="es-CO" dirty="0"/>
          </a:p>
        </p:txBody>
      </p:sp>
      <p:sp>
        <p:nvSpPr>
          <p:cNvPr id="5" name="CuadroTexto 4"/>
          <p:cNvSpPr txBox="1"/>
          <p:nvPr/>
        </p:nvSpPr>
        <p:spPr>
          <a:xfrm>
            <a:off x="648393" y="2049439"/>
            <a:ext cx="3094643" cy="13234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FF0000"/>
                </a:solidFill>
              </a:rPr>
              <a:t>Cuántas variables hay? </a:t>
            </a:r>
          </a:p>
          <a:p>
            <a:endParaRPr lang="es-ES" sz="1600" dirty="0"/>
          </a:p>
          <a:p>
            <a:r>
              <a:rPr lang="es-ES" sz="1600" dirty="0">
                <a:solidFill>
                  <a:schemeClr val="accent1"/>
                </a:solidFill>
              </a:rPr>
              <a:t>UNA </a:t>
            </a:r>
            <a:r>
              <a:rPr lang="es-ES" sz="1600" dirty="0">
                <a:solidFill>
                  <a:schemeClr val="accent1"/>
                </a:solidFill>
                <a:sym typeface="Wingdings" panose="05000000000000000000" pitchFamily="2" charset="2"/>
              </a:rPr>
              <a:t> El valor que cae después de tirar el dado</a:t>
            </a:r>
            <a:endParaRPr lang="es-ES" sz="1600" dirty="0">
              <a:solidFill>
                <a:schemeClr val="accent1"/>
              </a:solidFill>
            </a:endParaRPr>
          </a:p>
          <a:p>
            <a:endParaRPr lang="es-ES" sz="1600" dirty="0"/>
          </a:p>
        </p:txBody>
      </p:sp>
      <p:sp>
        <p:nvSpPr>
          <p:cNvPr id="6" name="CuadroTexto 5"/>
          <p:cNvSpPr txBox="1"/>
          <p:nvPr/>
        </p:nvSpPr>
        <p:spPr>
          <a:xfrm>
            <a:off x="661912" y="3716308"/>
            <a:ext cx="3081123" cy="132343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FF0000"/>
                </a:solidFill>
              </a:rPr>
              <a:t>Cuántos valores posibles puede tomar la variable en un momento?  </a:t>
            </a:r>
          </a:p>
          <a:p>
            <a:endParaRPr lang="es-ES" sz="1600" dirty="0"/>
          </a:p>
          <a:p>
            <a:r>
              <a:rPr lang="es-ES" sz="1600" dirty="0">
                <a:solidFill>
                  <a:schemeClr val="accent1"/>
                </a:solidFill>
              </a:rPr>
              <a:t>UNO</a:t>
            </a:r>
          </a:p>
        </p:txBody>
      </p:sp>
      <p:sp>
        <p:nvSpPr>
          <p:cNvPr id="7" name="Rectángulo 6"/>
          <p:cNvSpPr/>
          <p:nvPr/>
        </p:nvSpPr>
        <p:spPr>
          <a:xfrm>
            <a:off x="648394" y="5383177"/>
            <a:ext cx="3094642" cy="1323439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FF0000"/>
                </a:solidFill>
              </a:rPr>
              <a:t>Contra cuántos valores lo tengo que comparar? </a:t>
            </a:r>
          </a:p>
          <a:p>
            <a:endParaRPr lang="es-ES" sz="1600" dirty="0">
              <a:solidFill>
                <a:schemeClr val="accent1"/>
              </a:solidFill>
            </a:endParaRPr>
          </a:p>
          <a:p>
            <a:r>
              <a:rPr lang="es-ES" sz="1600" dirty="0">
                <a:solidFill>
                  <a:schemeClr val="accent1"/>
                </a:solidFill>
              </a:rPr>
              <a:t>SEIS </a:t>
            </a:r>
            <a:r>
              <a:rPr lang="es-ES" sz="1600" dirty="0">
                <a:solidFill>
                  <a:schemeClr val="accent1"/>
                </a:solidFill>
                <a:sym typeface="Wingdings" panose="05000000000000000000" pitchFamily="2" charset="2"/>
              </a:rPr>
              <a:t> El valor que cae después de tirar el dado</a:t>
            </a:r>
            <a:endParaRPr lang="es-ES" sz="1600" dirty="0">
              <a:solidFill>
                <a:schemeClr val="accent1"/>
              </a:solidFill>
            </a:endParaRPr>
          </a:p>
        </p:txBody>
      </p:sp>
      <p:sp>
        <p:nvSpPr>
          <p:cNvPr id="3" name="Llamada ovalada 2"/>
          <p:cNvSpPr/>
          <p:nvPr/>
        </p:nvSpPr>
        <p:spPr>
          <a:xfrm>
            <a:off x="4675447" y="1177447"/>
            <a:ext cx="4257720" cy="2882731"/>
          </a:xfrm>
          <a:prstGeom prst="wedgeEllipseCallout">
            <a:avLst>
              <a:gd name="adj1" fmla="val -1550"/>
              <a:gd name="adj2" fmla="val 7782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s-ES" dirty="0">
                <a:solidFill>
                  <a:schemeClr val="tx1"/>
                </a:solidFill>
              </a:rPr>
              <a:t>Si TENGO </a:t>
            </a:r>
            <a:r>
              <a:rPr lang="es-ES" dirty="0">
                <a:solidFill>
                  <a:srgbClr val="FF0000"/>
                </a:solidFill>
              </a:rPr>
              <a:t>UNA VARIABLE</a:t>
            </a:r>
            <a:r>
              <a:rPr lang="es-ES" dirty="0">
                <a:solidFill>
                  <a:schemeClr val="tx1"/>
                </a:solidFill>
              </a:rPr>
              <a:t> Y LA VOY </a:t>
            </a:r>
            <a:r>
              <a:rPr lang="es-ES" dirty="0">
                <a:solidFill>
                  <a:srgbClr val="FF0000"/>
                </a:solidFill>
              </a:rPr>
              <a:t>A COMPARAR CONTRA UNA LISTA DE VALORES</a:t>
            </a:r>
            <a:r>
              <a:rPr lang="es-ES" dirty="0">
                <a:solidFill>
                  <a:schemeClr val="tx1"/>
                </a:solidFill>
              </a:rPr>
              <a:t>, LO MEJOR ES USAR EL CONDICIONAL </a:t>
            </a:r>
            <a:r>
              <a:rPr lang="es-ES" dirty="0">
                <a:solidFill>
                  <a:srgbClr val="FF0000"/>
                </a:solidFill>
              </a:rPr>
              <a:t>CASE</a:t>
            </a:r>
            <a:endParaRPr lang="es-CO" dirty="0">
              <a:solidFill>
                <a:srgbClr val="FF0000"/>
              </a:solidFill>
            </a:endParaRPr>
          </a:p>
        </p:txBody>
      </p:sp>
      <p:sp>
        <p:nvSpPr>
          <p:cNvPr id="8" name="Google Shape;216;p20"/>
          <p:cNvSpPr txBox="1"/>
          <p:nvPr/>
        </p:nvSpPr>
        <p:spPr>
          <a:xfrm>
            <a:off x="9048500" y="1370108"/>
            <a:ext cx="4257720" cy="3089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CASO (</a:t>
            </a:r>
            <a:r>
              <a:rPr lang="es-CO" sz="2000" i="1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r>
              <a:rPr lang="es-CO" sz="20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600" dirty="0"/>
          </a:p>
          <a:p>
            <a:pPr marL="518145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lang="es-CO" sz="20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CASO 1: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O" sz="2000" b="0" i="1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Instrucciones</a:t>
            </a:r>
            <a:endParaRPr sz="1600" dirty="0"/>
          </a:p>
          <a:p>
            <a:pPr marL="518145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lang="es-CO" sz="20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CASO 2: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O" sz="2000" b="0" i="1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Instrucciones</a:t>
            </a:r>
            <a:endParaRPr sz="2000" b="0" i="0" u="none" strike="noStrike" cap="none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8145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.</a:t>
            </a:r>
            <a:endParaRPr sz="1600" dirty="0"/>
          </a:p>
          <a:p>
            <a:pPr marL="518145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.</a:t>
            </a:r>
            <a:endParaRPr sz="1600" dirty="0"/>
          </a:p>
          <a:p>
            <a:pPr marL="518145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lang="es-CO" sz="20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CASO N: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O" sz="2000" b="0" i="1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Instrucciones</a:t>
            </a:r>
            <a:endParaRPr sz="2000" b="0" i="0" u="none" strike="noStrike" cap="none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8145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</a:t>
            </a:r>
            <a:r>
              <a:rPr lang="es-CO" sz="20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OTROS CASOS: </a:t>
            </a:r>
            <a:r>
              <a:rPr lang="es-CO" sz="2000" b="0" i="1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Instrucciones</a:t>
            </a:r>
            <a:endParaRPr sz="1600" dirty="0"/>
          </a:p>
          <a:p>
            <a:pPr marL="518145" marR="0" lvl="1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s-CO" sz="20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FIN_CASO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545" y="4887432"/>
            <a:ext cx="2113864" cy="2202682"/>
          </a:xfrm>
          <a:prstGeom prst="rect">
            <a:avLst/>
          </a:prstGeom>
        </p:spPr>
      </p:pic>
      <p:pic>
        <p:nvPicPr>
          <p:cNvPr id="9" name="Picture 2" descr="Python logo - Accredian Blog">
            <a:extLst>
              <a:ext uri="{FF2B5EF4-FFF2-40B4-BE49-F238E27FC236}">
                <a16:creationId xmlns:a16="http://schemas.microsoft.com/office/drawing/2014/main" id="{0D2D7EFB-E468-49C6-A4C9-86A9D410D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8507" y="5039747"/>
            <a:ext cx="1047833" cy="852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D431806-6FDD-4BAF-8F8A-E6C7E948FA3B}"/>
              </a:ext>
            </a:extLst>
          </p:cNvPr>
          <p:cNvSpPr txBox="1"/>
          <p:nvPr/>
        </p:nvSpPr>
        <p:spPr>
          <a:xfrm>
            <a:off x="11085166" y="5891831"/>
            <a:ext cx="238563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En Python me llamo: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2000" b="1" dirty="0"/>
              <a:t>Match Case</a:t>
            </a:r>
            <a:endParaRPr kumimoji="0" lang="es-419" sz="2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9851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7" grpId="0" animBg="1"/>
      <p:bldP spid="3" grpId="0" animBg="1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6DD0300-4755-4A81-A58C-41F0A4080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764" y="2785475"/>
            <a:ext cx="3173870" cy="220144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ADFC316-B570-4384-A413-BB7A59C76E91}"/>
              </a:ext>
            </a:extLst>
          </p:cNvPr>
          <p:cNvSpPr txBox="1"/>
          <p:nvPr/>
        </p:nvSpPr>
        <p:spPr>
          <a:xfrm>
            <a:off x="5083849" y="1254710"/>
            <a:ext cx="7341970" cy="52629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dirty="0"/>
              <a:t>match </a:t>
            </a:r>
            <a:r>
              <a:rPr lang="es-419" sz="2400" dirty="0" err="1"/>
              <a:t>cara_dado</a:t>
            </a:r>
            <a:r>
              <a:rPr lang="es-419" sz="2400" dirty="0"/>
              <a:t>:</a:t>
            </a:r>
          </a:p>
          <a:p>
            <a:r>
              <a:rPr lang="es-419" sz="2400" dirty="0"/>
              <a:t>        case 1:</a:t>
            </a:r>
          </a:p>
          <a:p>
            <a:r>
              <a:rPr lang="es-419" sz="2400" dirty="0"/>
              <a:t>            </a:t>
            </a:r>
            <a:r>
              <a:rPr lang="es-419" sz="2400" dirty="0" err="1"/>
              <a:t>oficio_asignado</a:t>
            </a:r>
            <a:r>
              <a:rPr lang="es-419" sz="2400" dirty="0"/>
              <a:t> = </a:t>
            </a:r>
            <a:r>
              <a:rPr lang="es-ES" sz="2400" dirty="0"/>
              <a:t>"Lavar platos“</a:t>
            </a:r>
          </a:p>
          <a:p>
            <a:r>
              <a:rPr lang="es-419" sz="2400" dirty="0"/>
              <a:t>        case 2:</a:t>
            </a:r>
          </a:p>
          <a:p>
            <a:r>
              <a:rPr lang="es-419" sz="2400" dirty="0"/>
              <a:t>            </a:t>
            </a:r>
            <a:r>
              <a:rPr lang="es-419" sz="2400" dirty="0" err="1"/>
              <a:t>oficio_asignado</a:t>
            </a:r>
            <a:r>
              <a:rPr lang="es-419" sz="2400" dirty="0"/>
              <a:t> = </a:t>
            </a:r>
            <a:r>
              <a:rPr lang="es-ES" sz="2400" dirty="0"/>
              <a:t>"Barrer casa“</a:t>
            </a:r>
          </a:p>
          <a:p>
            <a:r>
              <a:rPr lang="es-419" sz="2400" dirty="0"/>
              <a:t>        case 3:</a:t>
            </a:r>
          </a:p>
          <a:p>
            <a:r>
              <a:rPr lang="es-419" sz="2400" dirty="0"/>
              <a:t>            </a:t>
            </a:r>
            <a:r>
              <a:rPr lang="es-419" sz="2400" dirty="0" err="1"/>
              <a:t>oficio_asignado</a:t>
            </a:r>
            <a:r>
              <a:rPr lang="es-419" sz="2400" dirty="0"/>
              <a:t> = </a:t>
            </a:r>
            <a:r>
              <a:rPr lang="es-ES" sz="2400" dirty="0"/>
              <a:t>"Sacar basura“</a:t>
            </a:r>
          </a:p>
          <a:p>
            <a:r>
              <a:rPr lang="es-419" sz="2400" dirty="0"/>
              <a:t>        case 4:</a:t>
            </a:r>
          </a:p>
          <a:p>
            <a:r>
              <a:rPr lang="es-419" sz="2400" dirty="0"/>
              <a:t>            </a:t>
            </a:r>
            <a:r>
              <a:rPr lang="es-419" sz="2400" dirty="0" err="1"/>
              <a:t>oficio_asignado</a:t>
            </a:r>
            <a:r>
              <a:rPr lang="es-419" sz="2400" dirty="0"/>
              <a:t> = </a:t>
            </a:r>
            <a:r>
              <a:rPr lang="es-ES" sz="2400" dirty="0"/>
              <a:t>"Trapear pisos“</a:t>
            </a:r>
          </a:p>
          <a:p>
            <a:r>
              <a:rPr lang="es-419" sz="2400" dirty="0"/>
              <a:t>        case 5:</a:t>
            </a:r>
          </a:p>
          <a:p>
            <a:r>
              <a:rPr lang="es-419" sz="2400" dirty="0"/>
              <a:t>            </a:t>
            </a:r>
            <a:r>
              <a:rPr lang="es-419" sz="2400" dirty="0" err="1"/>
              <a:t>oficio_asignado</a:t>
            </a:r>
            <a:r>
              <a:rPr lang="es-419" sz="2400" dirty="0"/>
              <a:t> = </a:t>
            </a:r>
            <a:r>
              <a:rPr lang="es-ES" sz="2400" dirty="0"/>
              <a:t>"Limpiar baño“</a:t>
            </a:r>
          </a:p>
          <a:p>
            <a:r>
              <a:rPr lang="es-419" sz="2400" dirty="0"/>
              <a:t>        case 6:</a:t>
            </a:r>
          </a:p>
          <a:p>
            <a:r>
              <a:rPr lang="es-419" sz="2400" dirty="0"/>
              <a:t>            </a:t>
            </a:r>
            <a:r>
              <a:rPr lang="es-419" sz="2400" dirty="0" err="1"/>
              <a:t>oficio_asignado</a:t>
            </a:r>
            <a:r>
              <a:rPr lang="es-419" sz="2400" dirty="0"/>
              <a:t> = </a:t>
            </a:r>
            <a:r>
              <a:rPr lang="es-ES" sz="2400" dirty="0"/>
              <a:t>"Cocinar"</a:t>
            </a:r>
            <a:endParaRPr lang="es-419" sz="2400" dirty="0"/>
          </a:p>
          <a:p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31786708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79C76-9681-456F-9EE2-39CF030F3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261" y="156985"/>
            <a:ext cx="11917680" cy="1502305"/>
          </a:xfrm>
        </p:spPr>
        <p:txBody>
          <a:bodyPr/>
          <a:lstStyle/>
          <a:p>
            <a:r>
              <a:rPr lang="es-ES" dirty="0"/>
              <a:t>La clave está en: </a:t>
            </a: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9FBB3C6-A312-4C9E-8B76-BC8CEC953AF1}"/>
              </a:ext>
            </a:extLst>
          </p:cNvPr>
          <p:cNvSpPr txBox="1"/>
          <p:nvPr/>
        </p:nvSpPr>
        <p:spPr>
          <a:xfrm>
            <a:off x="294361" y="1718054"/>
            <a:ext cx="3507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Se necesita evaluar una sola condición</a:t>
            </a:r>
            <a:endParaRPr lang="es-CO" sz="2400" dirty="0"/>
          </a:p>
        </p:txBody>
      </p:sp>
      <p:sp>
        <p:nvSpPr>
          <p:cNvPr id="5" name="Flecha: hacia abajo 4">
            <a:extLst>
              <a:ext uri="{FF2B5EF4-FFF2-40B4-BE49-F238E27FC236}">
                <a16:creationId xmlns:a16="http://schemas.microsoft.com/office/drawing/2014/main" id="{EBDAD5FD-6E14-48AD-B37F-7CDFF4DA50B5}"/>
              </a:ext>
            </a:extLst>
          </p:cNvPr>
          <p:cNvSpPr/>
          <p:nvPr/>
        </p:nvSpPr>
        <p:spPr>
          <a:xfrm>
            <a:off x="1628383" y="3144033"/>
            <a:ext cx="839244" cy="157828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DC40009-AE8C-40EE-A81E-CF52A621CA65}"/>
              </a:ext>
            </a:extLst>
          </p:cNvPr>
          <p:cNvSpPr/>
          <p:nvPr/>
        </p:nvSpPr>
        <p:spPr>
          <a:xfrm>
            <a:off x="563672" y="4923451"/>
            <a:ext cx="2906038" cy="194081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Se usa un </a:t>
            </a:r>
          </a:p>
          <a:p>
            <a:endParaRPr lang="es-ES" sz="1800" dirty="0"/>
          </a:p>
          <a:p>
            <a:r>
              <a:rPr lang="es-ES" sz="1800" dirty="0" err="1"/>
              <a:t>If</a:t>
            </a:r>
            <a:r>
              <a:rPr lang="es-ES" sz="1800" dirty="0"/>
              <a:t> (condición)</a:t>
            </a:r>
          </a:p>
          <a:p>
            <a:r>
              <a:rPr lang="es-ES" sz="1800" dirty="0"/>
              <a:t>    Instrucciones </a:t>
            </a:r>
          </a:p>
          <a:p>
            <a:r>
              <a:rPr lang="es-ES" sz="1800" dirty="0" err="1"/>
              <a:t>Else</a:t>
            </a:r>
            <a:endParaRPr lang="es-ES" sz="1800" dirty="0"/>
          </a:p>
          <a:p>
            <a:r>
              <a:rPr lang="es-ES" sz="1800" dirty="0"/>
              <a:t>    Instrucciones</a:t>
            </a:r>
            <a:endParaRPr lang="es-CO" sz="18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7629E5-6177-469D-BB6E-EB2474785346}"/>
              </a:ext>
            </a:extLst>
          </p:cNvPr>
          <p:cNvSpPr txBox="1"/>
          <p:nvPr/>
        </p:nvSpPr>
        <p:spPr>
          <a:xfrm>
            <a:off x="4511457" y="1718054"/>
            <a:ext cx="3507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Se necesita evaluar un valor entre una lista de casos(opciones)</a:t>
            </a:r>
            <a:endParaRPr lang="es-CO" sz="2400" dirty="0"/>
          </a:p>
        </p:txBody>
      </p:sp>
      <p:sp>
        <p:nvSpPr>
          <p:cNvPr id="8" name="Flecha: hacia abajo 7">
            <a:extLst>
              <a:ext uri="{FF2B5EF4-FFF2-40B4-BE49-F238E27FC236}">
                <a16:creationId xmlns:a16="http://schemas.microsoft.com/office/drawing/2014/main" id="{55AA20B1-C848-480B-BD10-AE78426EC3E5}"/>
              </a:ext>
            </a:extLst>
          </p:cNvPr>
          <p:cNvSpPr/>
          <p:nvPr/>
        </p:nvSpPr>
        <p:spPr>
          <a:xfrm>
            <a:off x="5989529" y="3144033"/>
            <a:ext cx="839244" cy="1578280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C3C06EE-C65E-4ACB-AF5D-FBD17FD219F0}"/>
              </a:ext>
            </a:extLst>
          </p:cNvPr>
          <p:cNvSpPr/>
          <p:nvPr/>
        </p:nvSpPr>
        <p:spPr>
          <a:xfrm>
            <a:off x="4622104" y="4923451"/>
            <a:ext cx="3682652" cy="1940811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Se usa un </a:t>
            </a:r>
          </a:p>
          <a:p>
            <a:r>
              <a:rPr lang="es-ES" sz="1800" dirty="0"/>
              <a:t>Switch (valor)</a:t>
            </a:r>
          </a:p>
          <a:p>
            <a:r>
              <a:rPr lang="es-ES" sz="1800" dirty="0"/>
              <a:t>  Caso 1: instrucciones</a:t>
            </a:r>
          </a:p>
          <a:p>
            <a:r>
              <a:rPr lang="es-ES" sz="1800" dirty="0"/>
              <a:t>  Caso 2: Instrucciones</a:t>
            </a:r>
          </a:p>
          <a:p>
            <a:r>
              <a:rPr lang="es-ES" sz="1800" dirty="0"/>
              <a:t>  Caso n: Instrucciones</a:t>
            </a:r>
          </a:p>
          <a:p>
            <a:r>
              <a:rPr lang="es-ES" sz="1800" dirty="0"/>
              <a:t>  En otro caso: </a:t>
            </a:r>
            <a:r>
              <a:rPr lang="es-ES" sz="1800" dirty="0" err="1"/>
              <a:t>instrucc</a:t>
            </a:r>
            <a:endParaRPr lang="es-ES" sz="1800" dirty="0"/>
          </a:p>
          <a:p>
            <a:endParaRPr lang="es-ES" sz="18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20DC2E-1D80-4E49-878D-029CB47D1DC6}"/>
              </a:ext>
            </a:extLst>
          </p:cNvPr>
          <p:cNvSpPr txBox="1"/>
          <p:nvPr/>
        </p:nvSpPr>
        <p:spPr>
          <a:xfrm>
            <a:off x="8674344" y="1718054"/>
            <a:ext cx="3507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Se necesitan evaluar múltiples condiciones</a:t>
            </a:r>
            <a:endParaRPr lang="es-CO" sz="2400" dirty="0"/>
          </a:p>
        </p:txBody>
      </p:sp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E9AECED1-8D50-459C-A7B6-38F43B51CDB5}"/>
              </a:ext>
            </a:extLst>
          </p:cNvPr>
          <p:cNvSpPr/>
          <p:nvPr/>
        </p:nvSpPr>
        <p:spPr>
          <a:xfrm>
            <a:off x="10350675" y="2745921"/>
            <a:ext cx="839244" cy="1578280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1595F9AD-BBE0-49C5-BA3B-9894B538EBAF}"/>
              </a:ext>
            </a:extLst>
          </p:cNvPr>
          <p:cNvSpPr/>
          <p:nvPr/>
        </p:nvSpPr>
        <p:spPr>
          <a:xfrm>
            <a:off x="9182588" y="4447305"/>
            <a:ext cx="3175417" cy="2893102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Se usa un </a:t>
            </a:r>
          </a:p>
          <a:p>
            <a:endParaRPr lang="es-ES" sz="1600" dirty="0"/>
          </a:p>
          <a:p>
            <a:r>
              <a:rPr lang="es-ES" sz="1600" dirty="0" err="1"/>
              <a:t>If</a:t>
            </a:r>
            <a:r>
              <a:rPr lang="es-ES" sz="1600" dirty="0"/>
              <a:t> (condición)</a:t>
            </a:r>
          </a:p>
          <a:p>
            <a:r>
              <a:rPr lang="es-ES" sz="1600" dirty="0"/>
              <a:t>    Instrucciones </a:t>
            </a:r>
          </a:p>
          <a:p>
            <a:r>
              <a:rPr lang="es-ES" sz="1600" dirty="0" err="1"/>
              <a:t>Else</a:t>
            </a:r>
            <a:r>
              <a:rPr lang="es-ES" sz="1600" dirty="0"/>
              <a:t> </a:t>
            </a:r>
            <a:r>
              <a:rPr lang="es-ES" sz="1600" dirty="0" err="1"/>
              <a:t>if</a:t>
            </a:r>
            <a:r>
              <a:rPr lang="es-ES" sz="1600" dirty="0"/>
              <a:t>(condición)</a:t>
            </a:r>
          </a:p>
          <a:p>
            <a:r>
              <a:rPr lang="es-ES" sz="1600" dirty="0"/>
              <a:t>    Instrucciones</a:t>
            </a:r>
          </a:p>
          <a:p>
            <a:r>
              <a:rPr lang="es-ES" sz="1600" dirty="0" err="1"/>
              <a:t>Else</a:t>
            </a:r>
            <a:r>
              <a:rPr lang="es-ES" sz="1600" dirty="0"/>
              <a:t> </a:t>
            </a:r>
            <a:r>
              <a:rPr lang="es-ES" sz="1600" dirty="0" err="1"/>
              <a:t>if</a:t>
            </a:r>
            <a:r>
              <a:rPr lang="es-ES" sz="1600" dirty="0"/>
              <a:t> (condición)</a:t>
            </a:r>
          </a:p>
          <a:p>
            <a:r>
              <a:rPr lang="es-ES" sz="1600" dirty="0"/>
              <a:t>    Instrucciones</a:t>
            </a:r>
          </a:p>
          <a:p>
            <a:r>
              <a:rPr lang="es-ES" sz="1600" dirty="0" err="1"/>
              <a:t>Else</a:t>
            </a:r>
            <a:endParaRPr lang="es-ES" sz="1600" dirty="0"/>
          </a:p>
          <a:p>
            <a:r>
              <a:rPr lang="es-ES" sz="1600" dirty="0"/>
              <a:t>    Instrucciones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397326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/>
      <p:bldP spid="8" grpId="0" animBg="1"/>
      <p:bldP spid="9" grpId="0" animBg="1"/>
      <p:bldP spid="10" grpId="0"/>
      <p:bldP spid="11" grpId="0" animBg="1"/>
      <p:bldP spid="1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1644" y="413809"/>
            <a:ext cx="12185996" cy="1502305"/>
          </a:xfrm>
        </p:spPr>
        <p:txBody>
          <a:bodyPr/>
          <a:lstStyle/>
          <a:p>
            <a:r>
              <a:rPr lang="es-ES" sz="4950" dirty="0"/>
              <a:t>Ejercicio</a:t>
            </a:r>
            <a:endParaRPr lang="es-CO" dirty="0"/>
          </a:p>
        </p:txBody>
      </p:sp>
      <p:sp>
        <p:nvSpPr>
          <p:cNvPr id="3" name="CuadroTexto 2"/>
          <p:cNvSpPr txBox="1"/>
          <p:nvPr/>
        </p:nvSpPr>
        <p:spPr>
          <a:xfrm>
            <a:off x="857010" y="2101313"/>
            <a:ext cx="8562564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dirty="0"/>
              <a:t>En un país se otorgará a las ciudades que tengan más de 100.000 habitantes y un área superior a 20.000Kms</a:t>
            </a:r>
            <a:r>
              <a:rPr lang="es-ES" sz="2000" baseline="30000" dirty="0"/>
              <a:t>2</a:t>
            </a:r>
            <a:r>
              <a:rPr lang="es-ES" sz="2000" dirty="0"/>
              <a:t>, una partida para emergencias de 500.000.000. De lo contrario la partida será de 250.000.000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Diseñe la estructura condicional para implementar este caso en un algoritmo: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23750520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950" dirty="0"/>
              <a:t>Ejercicio</a:t>
            </a:r>
            <a:endParaRPr lang="es-CO" sz="4950" dirty="0"/>
          </a:p>
        </p:txBody>
      </p:sp>
      <p:sp>
        <p:nvSpPr>
          <p:cNvPr id="3" name="CuadroTexto 2"/>
          <p:cNvSpPr txBox="1"/>
          <p:nvPr/>
        </p:nvSpPr>
        <p:spPr>
          <a:xfrm>
            <a:off x="681644" y="1733234"/>
            <a:ext cx="777189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dirty="0"/>
              <a:t>Dependiendo de los puntos que haya acumulado en un almacén de ropa, los clientes de un almacén podrán reclamar la siguiente lista de artículos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Puntos	Mínimos		Artículo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10.000			Gorra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20.000			Morral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30.000			Camiseta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40.000			Sudadera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50.000			Tenis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Diseñe un algoritmo y escriba un programa  en Java,  que le pida a los clientes su nombre y cantidad de puntos, y le diga qué premios pueden reclamar</a:t>
            </a:r>
            <a:endParaRPr lang="es-CO" sz="20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6218" y="2888460"/>
            <a:ext cx="3851422" cy="218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1942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950" dirty="0"/>
              <a:t>Ejercicio</a:t>
            </a:r>
            <a:endParaRPr lang="es-CO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51" y="2702522"/>
            <a:ext cx="2242003" cy="2309533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3191963" y="2059965"/>
            <a:ext cx="941531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dirty="0"/>
              <a:t>En un restaurante se tienen 3 momentos: Entrada, Plato Fuerte y Bebida. A cada comensal se le pide que escoja para cada momento uno de 3 productos. </a:t>
            </a:r>
          </a:p>
          <a:p>
            <a:pPr>
              <a:lnSpc>
                <a:spcPct val="150000"/>
              </a:lnSpc>
            </a:pPr>
            <a:endParaRPr lang="es-ES" sz="2000" dirty="0"/>
          </a:p>
          <a:p>
            <a:pPr>
              <a:lnSpc>
                <a:spcPct val="150000"/>
              </a:lnSpc>
            </a:pPr>
            <a:r>
              <a:rPr lang="es-ES" sz="2000" dirty="0"/>
              <a:t>Para la Entrada puede escoger: 1. Ceviche, 2. Crema, 3. Patacones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Para el plato fuerte: 1. Pollo, 2. Carne, 3. Pescado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Para la bebida: 1. Cerveza, 2. Jugo , 3. Gaseosa</a:t>
            </a:r>
          </a:p>
          <a:p>
            <a:pPr>
              <a:lnSpc>
                <a:spcPct val="150000"/>
              </a:lnSpc>
            </a:pPr>
            <a:endParaRPr lang="es-ES" sz="2000" dirty="0"/>
          </a:p>
          <a:p>
            <a:pPr>
              <a:lnSpc>
                <a:spcPct val="150000"/>
              </a:lnSpc>
            </a:pPr>
            <a:r>
              <a:rPr lang="es-ES" sz="2000" dirty="0"/>
              <a:t>Diseñe un algoritmo y escriba un programa  en Java,  que solicite al comensal qué va a elegir para cada momento y al final muestre todo lo que éste escogió.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Si selecciona una opción diferente a 1, 2 o 3 en cada momento, Le muestre Opción Inválida.</a:t>
            </a:r>
          </a:p>
        </p:txBody>
      </p:sp>
    </p:spTree>
    <p:extLst>
      <p:ext uri="{BB962C8B-B14F-4D97-AF65-F5344CB8AC3E}">
        <p14:creationId xmlns:p14="http://schemas.microsoft.com/office/powerpoint/2010/main" val="39665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950" dirty="0"/>
              <a:t>Ejercicio</a:t>
            </a:r>
            <a:endParaRPr lang="es-CO" dirty="0"/>
          </a:p>
        </p:txBody>
      </p:sp>
      <p:sp>
        <p:nvSpPr>
          <p:cNvPr id="5" name="Rectángulo 4"/>
          <p:cNvSpPr/>
          <p:nvPr/>
        </p:nvSpPr>
        <p:spPr>
          <a:xfrm>
            <a:off x="3757353" y="2111434"/>
            <a:ext cx="846235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/>
              <a:t>Se tiene un juego con 3 dados. Cada participante lanza en su turno los 3 dados. Diseñe un algoritmo para implementar las siguientes condiciones: </a:t>
            </a:r>
          </a:p>
          <a:p>
            <a:endParaRPr lang="es-CO" sz="2000" dirty="0"/>
          </a:p>
          <a:p>
            <a:r>
              <a:rPr lang="es-CO" sz="2000" dirty="0"/>
              <a:t>Si los 3 dados tienen el mismo valor, el participante obtiene 1000 puntos extra. Si dos de los 3 dados tienen el mismo valor, el participante obtiene 500 puntos extra. En cualquier otro caso, el participante no obtiene puntos extra. 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266" y="2277555"/>
            <a:ext cx="174307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430595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1_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1_Tema de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1_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Tema de Office">
  <a:themeElements>
    <a:clrScheme name="1_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1_Tema de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1_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0542B5FEED5D43B123ECE0E1564D05" ma:contentTypeVersion="0" ma:contentTypeDescription="Create a new document." ma:contentTypeScope="" ma:versionID="7d1db59624dbc79bd5c480d19ce3b66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43bf7a643b81e0364fd4b57d70b3d5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7D708C8-AE8E-4398-9FF6-5496B4D2E2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1A7A97-3319-40B3-AD7D-F589667D6E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33DAE29-CB70-4C0B-B4B8-C1B6ECF352F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2639</Words>
  <Application>Microsoft Office PowerPoint</Application>
  <PresentationFormat>Personalizado</PresentationFormat>
  <Paragraphs>410</Paragraphs>
  <Slides>38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6" baseType="lpstr">
      <vt:lpstr>Arial</vt:lpstr>
      <vt:lpstr>Arial Narrow</vt:lpstr>
      <vt:lpstr>Calibri</vt:lpstr>
      <vt:lpstr>Courier New</vt:lpstr>
      <vt:lpstr>Helvetica</vt:lpstr>
      <vt:lpstr>Helvetica Neue</vt:lpstr>
      <vt:lpstr>Wingdings</vt:lpstr>
      <vt:lpstr>1_Tema de Office</vt:lpstr>
      <vt:lpstr>Presentación de PowerPoint</vt:lpstr>
      <vt:lpstr>Presentación de PowerPoint</vt:lpstr>
      <vt:lpstr>Presentación de PowerPoint</vt:lpstr>
      <vt:lpstr>Tipos de Datos - Primitivos</vt:lpstr>
      <vt:lpstr>Variables y Constantes        Operador clave asignación =</vt:lpstr>
      <vt:lpstr>Palabras Reservadas Python</vt:lpstr>
      <vt:lpstr>Conversiones entre datos, clave para operar</vt:lpstr>
      <vt:lpstr>Instrucciones de Entrada (Input o Lectura)</vt:lpstr>
      <vt:lpstr>Instrucciones de Entrada (Input o Lectura)</vt:lpstr>
      <vt:lpstr>Instrucciones de Salida (Output o Escritura)</vt:lpstr>
      <vt:lpstr>Instrucciones de Salida Formateadas</vt:lpstr>
      <vt:lpstr>Instrucciones de Salida Especiales con .format</vt:lpstr>
      <vt:lpstr>Instrucciones de Salida Especiales con .% (legacy)</vt:lpstr>
      <vt:lpstr>Bloques try - except para manejar errores</vt:lpstr>
      <vt:lpstr>Generar Aleatorios</vt:lpstr>
      <vt:lpstr>Cómo escribir: la clave identar</vt:lpstr>
      <vt:lpstr>Presentación de PowerPoint</vt:lpstr>
      <vt:lpstr>Presentación de PowerPoint</vt:lpstr>
      <vt:lpstr>En programación sirven para:</vt:lpstr>
      <vt:lpstr>Recordemos - Operadores</vt:lpstr>
      <vt:lpstr>Expresión Condicional</vt:lpstr>
      <vt:lpstr>Presentación de PowerPoint</vt:lpstr>
      <vt:lpstr>Presentación de PowerPoint</vt:lpstr>
      <vt:lpstr>Cómo se identifica cuándo usarlas en un algoritmo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Hasta ahora hemos visto</vt:lpstr>
      <vt:lpstr>Estos roommates rifan con un dado los oficios domésticos de su casa cada dos semanas, con las siguientes condiciones:</vt:lpstr>
      <vt:lpstr>Estructuras Condicionales – Caso ó Case (Switch)</vt:lpstr>
      <vt:lpstr>Presentación de PowerPoint</vt:lpstr>
      <vt:lpstr>La clave está en: </vt:lpstr>
      <vt:lpstr>Ejercicio</vt:lpstr>
      <vt:lpstr>Ejercicio</vt:lpstr>
      <vt:lpstr>Ejercicio</vt:lpstr>
      <vt:lpstr>Ejercicio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Cesar Augusto Lopez Gallego</cp:lastModifiedBy>
  <cp:revision>13</cp:revision>
  <dcterms:modified xsi:type="dcterms:W3CDTF">2025-11-13T22:10:03Z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0x010100A50542B5FEED5D43B123ECE0E1564D05</vt:lpwstr>
  </property>
</Properties>
</file>