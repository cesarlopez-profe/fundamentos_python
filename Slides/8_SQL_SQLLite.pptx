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7"/>
  </p:notesMasterIdLst>
  <p:sldIdLst>
    <p:sldId id="304" r:id="rId5"/>
    <p:sldId id="275" r:id="rId6"/>
    <p:sldId id="305" r:id="rId7"/>
    <p:sldId id="529" r:id="rId8"/>
    <p:sldId id="528" r:id="rId9"/>
    <p:sldId id="530" r:id="rId10"/>
    <p:sldId id="500" r:id="rId11"/>
    <p:sldId id="531" r:id="rId12"/>
    <p:sldId id="503" r:id="rId13"/>
    <p:sldId id="512" r:id="rId14"/>
    <p:sldId id="527" r:id="rId15"/>
    <p:sldId id="516" r:id="rId16"/>
    <p:sldId id="518" r:id="rId17"/>
    <p:sldId id="502" r:id="rId18"/>
    <p:sldId id="532" r:id="rId19"/>
    <p:sldId id="533" r:id="rId20"/>
    <p:sldId id="534" r:id="rId21"/>
    <p:sldId id="535" r:id="rId22"/>
    <p:sldId id="537" r:id="rId23"/>
    <p:sldId id="538" r:id="rId24"/>
    <p:sldId id="536" r:id="rId25"/>
    <p:sldId id="539" r:id="rId26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690" autoAdjust="0"/>
  </p:normalViewPr>
  <p:slideViewPr>
    <p:cSldViewPr snapToGrid="0">
      <p:cViewPr varScale="1">
        <p:scale>
          <a:sx n="55" d="100"/>
          <a:sy n="55" d="100"/>
        </p:scale>
        <p:origin x="954" y="84"/>
      </p:cViewPr>
      <p:guideLst/>
    </p:cSldViewPr>
  </p:slideViewPr>
  <p:outlineViewPr>
    <p:cViewPr>
      <p:scale>
        <a:sx n="33" d="100"/>
        <a:sy n="33" d="100"/>
      </p:scale>
      <p:origin x="0" y="-6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68"/>
    </p:cViewPr>
  </p:sorterViewPr>
  <p:notesViewPr>
    <p:cSldViewPr snapToGrid="0">
      <p:cViewPr varScale="1">
        <p:scale>
          <a:sx n="47" d="100"/>
          <a:sy n="47" d="100"/>
        </p:scale>
        <p:origin x="271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7A8EA5D8-45B7-4B7E-A703-6CC7E9642452}"/>
    <pc:docChg chg="undo redo custSel addSld delSld modSld">
      <pc:chgData name="Cesar Augusto Lopez Gallego" userId="0dfa9112-9251-4882-b472-cf2dfcee09d1" providerId="ADAL" clId="{7A8EA5D8-45B7-4B7E-A703-6CC7E9642452}" dt="2025-12-04T22:50:19.792" v="4064" actId="20577"/>
      <pc:docMkLst>
        <pc:docMk/>
      </pc:docMkLst>
      <pc:sldChg chg="addSp modSp mod">
        <pc:chgData name="Cesar Augusto Lopez Gallego" userId="0dfa9112-9251-4882-b472-cf2dfcee09d1" providerId="ADAL" clId="{7A8EA5D8-45B7-4B7E-A703-6CC7E9642452}" dt="2025-12-02T21:55:27.491" v="55" actId="1076"/>
        <pc:sldMkLst>
          <pc:docMk/>
          <pc:sldMk cId="0" sldId="275"/>
        </pc:sldMkLst>
        <pc:spChg chg="mod">
          <ac:chgData name="Cesar Augusto Lopez Gallego" userId="0dfa9112-9251-4882-b472-cf2dfcee09d1" providerId="ADAL" clId="{7A8EA5D8-45B7-4B7E-A703-6CC7E9642452}" dt="2025-12-02T21:53:18.027" v="29" actId="1076"/>
          <ac:spMkLst>
            <pc:docMk/>
            <pc:sldMk cId="0" sldId="275"/>
            <ac:spMk id="5" creationId="{BA127E19-2103-4D87-8004-F57F921F576D}"/>
          </ac:spMkLst>
        </pc:spChg>
        <pc:spChg chg="add mod">
          <ac:chgData name="Cesar Augusto Lopez Gallego" userId="0dfa9112-9251-4882-b472-cf2dfcee09d1" providerId="ADAL" clId="{7A8EA5D8-45B7-4B7E-A703-6CC7E9642452}" dt="2025-12-02T21:55:17.445" v="52" actId="403"/>
          <ac:spMkLst>
            <pc:docMk/>
            <pc:sldMk cId="0" sldId="275"/>
            <ac:spMk id="7" creationId="{CDB7B87E-22A5-4FA6-9116-DC61C7B276E1}"/>
          </ac:spMkLst>
        </pc:spChg>
        <pc:spChg chg="mod">
          <ac:chgData name="Cesar Augusto Lopez Gallego" userId="0dfa9112-9251-4882-b472-cf2dfcee09d1" providerId="ADAL" clId="{7A8EA5D8-45B7-4B7E-A703-6CC7E9642452}" dt="2025-12-02T21:50:26.575" v="27" actId="255"/>
          <ac:spMkLst>
            <pc:docMk/>
            <pc:sldMk cId="0" sldId="275"/>
            <ac:spMk id="6147" creationId="{764A414F-8555-485B-B0FD-7B04128F84D0}"/>
          </ac:spMkLst>
        </pc:spChg>
        <pc:spChg chg="mod">
          <ac:chgData name="Cesar Augusto Lopez Gallego" userId="0dfa9112-9251-4882-b472-cf2dfcee09d1" providerId="ADAL" clId="{7A8EA5D8-45B7-4B7E-A703-6CC7E9642452}" dt="2025-12-02T21:55:27.491" v="55" actId="1076"/>
          <ac:spMkLst>
            <pc:docMk/>
            <pc:sldMk cId="0" sldId="275"/>
            <ac:spMk id="6148" creationId="{6193D50B-675A-4BD8-92CD-EF47033655ED}"/>
          </ac:spMkLst>
        </pc:spChg>
      </pc:sldChg>
      <pc:sldChg chg="modSp mod">
        <pc:chgData name="Cesar Augusto Lopez Gallego" userId="0dfa9112-9251-4882-b472-cf2dfcee09d1" providerId="ADAL" clId="{7A8EA5D8-45B7-4B7E-A703-6CC7E9642452}" dt="2025-12-02T21:49:12.173" v="19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7A8EA5D8-45B7-4B7E-A703-6CC7E9642452}" dt="2025-12-02T21:49:12.173" v="19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add del">
        <pc:chgData name="Cesar Augusto Lopez Gallego" userId="0dfa9112-9251-4882-b472-cf2dfcee09d1" providerId="ADAL" clId="{7A8EA5D8-45B7-4B7E-A703-6CC7E9642452}" dt="2025-12-02T21:53:55.501" v="37"/>
        <pc:sldMkLst>
          <pc:docMk/>
          <pc:sldMk cId="2865052352" sldId="305"/>
        </pc:sldMkLst>
        <pc:spChg chg="del">
          <ac:chgData name="Cesar Augusto Lopez Gallego" userId="0dfa9112-9251-4882-b472-cf2dfcee09d1" providerId="ADAL" clId="{7A8EA5D8-45B7-4B7E-A703-6CC7E9642452}" dt="2025-12-02T21:55:36.544" v="57" actId="478"/>
          <ac:spMkLst>
            <pc:docMk/>
            <pc:sldMk cId="2865052352" sldId="305"/>
            <ac:spMk id="2" creationId="{C49BCD31-940F-4714-8D77-048662794751}"/>
          </ac:spMkLst>
        </pc:spChg>
        <pc:spChg chg="del">
          <ac:chgData name="Cesar Augusto Lopez Gallego" userId="0dfa9112-9251-4882-b472-cf2dfcee09d1" providerId="ADAL" clId="{7A8EA5D8-45B7-4B7E-A703-6CC7E9642452}" dt="2025-12-02T21:55:36.544" v="57" actId="478"/>
          <ac:spMkLst>
            <pc:docMk/>
            <pc:sldMk cId="2865052352" sldId="305"/>
            <ac:spMk id="3" creationId="{930B7566-FEA6-4036-AEA0-67FE11CF0770}"/>
          </ac:spMkLst>
        </pc:spChg>
        <pc:spChg chg="add mod">
          <ac:chgData name="Cesar Augusto Lopez Gallego" userId="0dfa9112-9251-4882-b472-cf2dfcee09d1" providerId="ADAL" clId="{7A8EA5D8-45B7-4B7E-A703-6CC7E9642452}" dt="2025-12-02T21:58:09.016" v="121" actId="20577"/>
          <ac:spMkLst>
            <pc:docMk/>
            <pc:sldMk cId="2865052352" sldId="305"/>
            <ac:spMk id="4" creationId="{0D5D5617-72FF-4D25-8B7A-5D7A23E85A7A}"/>
          </ac:spMkLst>
        </pc:spChg>
        <pc:spChg chg="add mod">
          <ac:chgData name="Cesar Augusto Lopez Gallego" userId="0dfa9112-9251-4882-b472-cf2dfcee09d1" providerId="ADAL" clId="{7A8EA5D8-45B7-4B7E-A703-6CC7E9642452}" dt="2025-12-02T22:14:19.763" v="441" actId="1076"/>
          <ac:spMkLst>
            <pc:docMk/>
            <pc:sldMk cId="2865052352" sldId="305"/>
            <ac:spMk id="6" creationId="{715451D7-D3B5-43E2-8B6E-4BDD64D10156}"/>
          </ac:spMkLst>
        </pc:spChg>
        <pc:spChg chg="add mod">
          <ac:chgData name="Cesar Augusto Lopez Gallego" userId="0dfa9112-9251-4882-b472-cf2dfcee09d1" providerId="ADAL" clId="{7A8EA5D8-45B7-4B7E-A703-6CC7E9642452}" dt="2025-12-02T22:14:24.091" v="442" actId="1076"/>
          <ac:spMkLst>
            <pc:docMk/>
            <pc:sldMk cId="2865052352" sldId="305"/>
            <ac:spMk id="7" creationId="{D03F54AA-A62E-433D-94C7-1C626CCD52CB}"/>
          </ac:spMkLst>
        </pc:spChg>
        <pc:picChg chg="add mod">
          <ac:chgData name="Cesar Augusto Lopez Gallego" userId="0dfa9112-9251-4882-b472-cf2dfcee09d1" providerId="ADAL" clId="{7A8EA5D8-45B7-4B7E-A703-6CC7E9642452}" dt="2025-12-02T22:14:52.856" v="448" actId="1076"/>
          <ac:picMkLst>
            <pc:docMk/>
            <pc:sldMk cId="2865052352" sldId="305"/>
            <ac:picMk id="2050" creationId="{E5CE6FD7-9778-428C-BBF5-7063C3D88F1D}"/>
          </ac:picMkLst>
        </pc:picChg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2964815239" sldId="333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2009347549" sldId="334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1748598245" sldId="335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72284678" sldId="336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160321926" sldId="337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3688361581" sldId="338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3197029912" sldId="339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822053033" sldId="340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785494437" sldId="341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350814579" sldId="342"/>
        </pc:sldMkLst>
      </pc:sldChg>
      <pc:sldChg chg="del">
        <pc:chgData name="Cesar Augusto Lopez Gallego" userId="0dfa9112-9251-4882-b472-cf2dfcee09d1" providerId="ADAL" clId="{7A8EA5D8-45B7-4B7E-A703-6CC7E9642452}" dt="2025-12-02T21:49:17.470" v="20" actId="47"/>
        <pc:sldMkLst>
          <pc:docMk/>
          <pc:sldMk cId="501899316" sldId="343"/>
        </pc:sldMkLst>
      </pc:sldChg>
      <pc:sldChg chg="addSp delSp modSp mod">
        <pc:chgData name="Cesar Augusto Lopez Gallego" userId="0dfa9112-9251-4882-b472-cf2dfcee09d1" providerId="ADAL" clId="{7A8EA5D8-45B7-4B7E-A703-6CC7E9642452}" dt="2025-12-04T13:19:30.506" v="1929" actId="1076"/>
        <pc:sldMkLst>
          <pc:docMk/>
          <pc:sldMk cId="0" sldId="500"/>
        </pc:sldMkLst>
        <pc:spChg chg="del mod">
          <ac:chgData name="Cesar Augusto Lopez Gallego" userId="0dfa9112-9251-4882-b472-cf2dfcee09d1" providerId="ADAL" clId="{7A8EA5D8-45B7-4B7E-A703-6CC7E9642452}" dt="2025-12-04T12:40:39.692" v="661" actId="478"/>
          <ac:spMkLst>
            <pc:docMk/>
            <pc:sldMk cId="0" sldId="500"/>
            <ac:spMk id="8" creationId="{07AE5DA7-A765-4BD0-8888-85BC72C554F9}"/>
          </ac:spMkLst>
        </pc:spChg>
        <pc:spChg chg="del mod">
          <ac:chgData name="Cesar Augusto Lopez Gallego" userId="0dfa9112-9251-4882-b472-cf2dfcee09d1" providerId="ADAL" clId="{7A8EA5D8-45B7-4B7E-A703-6CC7E9642452}" dt="2025-12-04T12:40:36.183" v="660" actId="478"/>
          <ac:spMkLst>
            <pc:docMk/>
            <pc:sldMk cId="0" sldId="500"/>
            <ac:spMk id="10" creationId="{027173CA-B74A-4E14-BF1A-AD4B4241FA48}"/>
          </ac:spMkLst>
        </pc:spChg>
        <pc:spChg chg="add del mod">
          <ac:chgData name="Cesar Augusto Lopez Gallego" userId="0dfa9112-9251-4882-b472-cf2dfcee09d1" providerId="ADAL" clId="{7A8EA5D8-45B7-4B7E-A703-6CC7E9642452}" dt="2025-12-04T13:19:00.906" v="1925" actId="1076"/>
          <ac:spMkLst>
            <pc:docMk/>
            <pc:sldMk cId="0" sldId="500"/>
            <ac:spMk id="12" creationId="{ABBD635F-62F3-4560-BB1A-9D5D343C1EF9}"/>
          </ac:spMkLst>
        </pc:spChg>
        <pc:spChg chg="mod">
          <ac:chgData name="Cesar Augusto Lopez Gallego" userId="0dfa9112-9251-4882-b472-cf2dfcee09d1" providerId="ADAL" clId="{7A8EA5D8-45B7-4B7E-A703-6CC7E9642452}" dt="2025-12-02T21:56:20.282" v="59" actId="1076"/>
          <ac:spMkLst>
            <pc:docMk/>
            <pc:sldMk cId="0" sldId="500"/>
            <ac:spMk id="13315" creationId="{8F1A4E37-987C-4A60-838B-56FBDC150480}"/>
          </ac:spMkLst>
        </pc:spChg>
        <pc:spChg chg="mod">
          <ac:chgData name="Cesar Augusto Lopez Gallego" userId="0dfa9112-9251-4882-b472-cf2dfcee09d1" providerId="ADAL" clId="{7A8EA5D8-45B7-4B7E-A703-6CC7E9642452}" dt="2025-12-02T21:56:59.934" v="76" actId="14100"/>
          <ac:spMkLst>
            <pc:docMk/>
            <pc:sldMk cId="0" sldId="500"/>
            <ac:spMk id="13316" creationId="{6B1DB6FF-57A3-41E9-BF8C-B9AC07FAE508}"/>
          </ac:spMkLst>
        </pc:spChg>
        <pc:spChg chg="mod">
          <ac:chgData name="Cesar Augusto Lopez Gallego" userId="0dfa9112-9251-4882-b472-cf2dfcee09d1" providerId="ADAL" clId="{7A8EA5D8-45B7-4B7E-A703-6CC7E9642452}" dt="2025-12-04T12:41:22.413" v="667" actId="14100"/>
          <ac:spMkLst>
            <pc:docMk/>
            <pc:sldMk cId="0" sldId="500"/>
            <ac:spMk id="13317" creationId="{F48AC597-D074-4E5A-B37D-C78A94FFF717}"/>
          </ac:spMkLst>
        </pc:spChg>
        <pc:spChg chg="del mod">
          <ac:chgData name="Cesar Augusto Lopez Gallego" userId="0dfa9112-9251-4882-b472-cf2dfcee09d1" providerId="ADAL" clId="{7A8EA5D8-45B7-4B7E-A703-6CC7E9642452}" dt="2025-12-04T12:41:00.738" v="663" actId="478"/>
          <ac:spMkLst>
            <pc:docMk/>
            <pc:sldMk cId="0" sldId="500"/>
            <ac:spMk id="13318" creationId="{CCB62F84-7BB2-48ED-AF13-A5F2FED23DC3}"/>
          </ac:spMkLst>
        </pc:spChg>
        <pc:spChg chg="del mod">
          <ac:chgData name="Cesar Augusto Lopez Gallego" userId="0dfa9112-9251-4882-b472-cf2dfcee09d1" providerId="ADAL" clId="{7A8EA5D8-45B7-4B7E-A703-6CC7E9642452}" dt="2025-12-04T12:41:00.738" v="663" actId="478"/>
          <ac:spMkLst>
            <pc:docMk/>
            <pc:sldMk cId="0" sldId="500"/>
            <ac:spMk id="13319" creationId="{42181438-5AA8-428A-9664-1F616CD15424}"/>
          </ac:spMkLst>
        </pc:spChg>
        <pc:spChg chg="del mod">
          <ac:chgData name="Cesar Augusto Lopez Gallego" userId="0dfa9112-9251-4882-b472-cf2dfcee09d1" providerId="ADAL" clId="{7A8EA5D8-45B7-4B7E-A703-6CC7E9642452}" dt="2025-12-04T12:41:15.330" v="666" actId="478"/>
          <ac:spMkLst>
            <pc:docMk/>
            <pc:sldMk cId="0" sldId="500"/>
            <ac:spMk id="13320" creationId="{E358D745-DD69-4735-9BD0-5DB5F1D4FBB1}"/>
          </ac:spMkLst>
        </pc:spChg>
        <pc:spChg chg="del mod">
          <ac:chgData name="Cesar Augusto Lopez Gallego" userId="0dfa9112-9251-4882-b472-cf2dfcee09d1" providerId="ADAL" clId="{7A8EA5D8-45B7-4B7E-A703-6CC7E9642452}" dt="2025-12-04T12:41:15.330" v="666" actId="478"/>
          <ac:spMkLst>
            <pc:docMk/>
            <pc:sldMk cId="0" sldId="500"/>
            <ac:spMk id="13321" creationId="{91277024-5068-4ADF-A518-6C4D92DC8077}"/>
          </ac:spMkLst>
        </pc:spChg>
        <pc:picChg chg="add mod">
          <ac:chgData name="Cesar Augusto Lopez Gallego" userId="0dfa9112-9251-4882-b472-cf2dfcee09d1" providerId="ADAL" clId="{7A8EA5D8-45B7-4B7E-A703-6CC7E9642452}" dt="2025-12-04T13:19:30.506" v="1929" actId="1076"/>
          <ac:picMkLst>
            <pc:docMk/>
            <pc:sldMk cId="0" sldId="500"/>
            <ac:picMk id="4" creationId="{BF28C6FC-68AD-4829-9A8D-444890A30631}"/>
          </ac:picMkLst>
        </pc:picChg>
      </pc:sldChg>
      <pc:sldChg chg="modSp del">
        <pc:chgData name="Cesar Augusto Lopez Gallego" userId="0dfa9112-9251-4882-b472-cf2dfcee09d1" providerId="ADAL" clId="{7A8EA5D8-45B7-4B7E-A703-6CC7E9642452}" dt="2025-12-04T13:19:50.068" v="1930" actId="47"/>
        <pc:sldMkLst>
          <pc:docMk/>
          <pc:sldMk cId="0" sldId="501"/>
        </pc:sldMkLst>
        <pc:spChg chg="mod">
          <ac:chgData name="Cesar Augusto Lopez Gallego" userId="0dfa9112-9251-4882-b472-cf2dfcee09d1" providerId="ADAL" clId="{7A8EA5D8-45B7-4B7E-A703-6CC7E9642452}" dt="2025-12-02T22:05:56.492" v="253" actId="404"/>
          <ac:spMkLst>
            <pc:docMk/>
            <pc:sldMk cId="0" sldId="501"/>
            <ac:spMk id="14341" creationId="{46792078-8BCA-4495-8B00-65C873E06480}"/>
          </ac:spMkLst>
        </pc:spChg>
      </pc:sldChg>
      <pc:sldChg chg="addSp delSp modSp del mod">
        <pc:chgData name="Cesar Augusto Lopez Gallego" userId="0dfa9112-9251-4882-b472-cf2dfcee09d1" providerId="ADAL" clId="{7A8EA5D8-45B7-4B7E-A703-6CC7E9642452}" dt="2025-12-04T13:23:53.502" v="1974" actId="2696"/>
        <pc:sldMkLst>
          <pc:docMk/>
          <pc:sldMk cId="3125305184" sldId="502"/>
        </pc:sldMkLst>
        <pc:spChg chg="del">
          <ac:chgData name="Cesar Augusto Lopez Gallego" userId="0dfa9112-9251-4882-b472-cf2dfcee09d1" providerId="ADAL" clId="{7A8EA5D8-45B7-4B7E-A703-6CC7E9642452}" dt="2025-12-04T17:09:09.856" v="2818" actId="478"/>
          <ac:spMkLst>
            <pc:docMk/>
            <pc:sldMk cId="3125305184" sldId="502"/>
            <ac:spMk id="6" creationId="{3213F5E5-9D79-46D0-8A53-DD576ABB787A}"/>
          </ac:spMkLst>
        </pc:spChg>
        <pc:spChg chg="add mod">
          <ac:chgData name="Cesar Augusto Lopez Gallego" userId="0dfa9112-9251-4882-b472-cf2dfcee09d1" providerId="ADAL" clId="{7A8EA5D8-45B7-4B7E-A703-6CC7E9642452}" dt="2025-12-02T22:08:36.548" v="360" actId="113"/>
          <ac:spMkLst>
            <pc:docMk/>
            <pc:sldMk cId="3125305184" sldId="502"/>
            <ac:spMk id="9" creationId="{C314B833-4C48-4135-A01A-BFF793895AA6}"/>
          </ac:spMkLst>
        </pc:spChg>
        <pc:spChg chg="mod">
          <ac:chgData name="Cesar Augusto Lopez Gallego" userId="0dfa9112-9251-4882-b472-cf2dfcee09d1" providerId="ADAL" clId="{7A8EA5D8-45B7-4B7E-A703-6CC7E9642452}" dt="2025-12-02T22:08:09.450" v="329" actId="20577"/>
          <ac:spMkLst>
            <pc:docMk/>
            <pc:sldMk cId="3125305184" sldId="502"/>
            <ac:spMk id="15364" creationId="{6FFCEDA4-AB71-4E4B-AFF7-368F422D505D}"/>
          </ac:spMkLst>
        </pc:spChg>
        <pc:spChg chg="mod">
          <ac:chgData name="Cesar Augusto Lopez Gallego" userId="0dfa9112-9251-4882-b472-cf2dfcee09d1" providerId="ADAL" clId="{7A8EA5D8-45B7-4B7E-A703-6CC7E9642452}" dt="2025-12-02T22:08:14.715" v="330" actId="207"/>
          <ac:spMkLst>
            <pc:docMk/>
            <pc:sldMk cId="3125305184" sldId="502"/>
            <ac:spMk id="15365" creationId="{100B6EE3-9ED1-497C-AC98-934AF8D14FE8}"/>
          </ac:spMkLst>
        </pc:spChg>
        <pc:picChg chg="add mod">
          <ac:chgData name="Cesar Augusto Lopez Gallego" userId="0dfa9112-9251-4882-b472-cf2dfcee09d1" providerId="ADAL" clId="{7A8EA5D8-45B7-4B7E-A703-6CC7E9642452}" dt="2025-12-04T17:11:56.235" v="2863" actId="1076"/>
          <ac:picMkLst>
            <pc:docMk/>
            <pc:sldMk cId="3125305184" sldId="502"/>
            <ac:picMk id="3" creationId="{313E0E47-4CDE-4273-B656-0FF4916C8D60}"/>
          </ac:picMkLst>
        </pc:picChg>
        <pc:picChg chg="add mod">
          <ac:chgData name="Cesar Augusto Lopez Gallego" userId="0dfa9112-9251-4882-b472-cf2dfcee09d1" providerId="ADAL" clId="{7A8EA5D8-45B7-4B7E-A703-6CC7E9642452}" dt="2025-12-02T22:09:59.546" v="364" actId="1076"/>
          <ac:picMkLst>
            <pc:docMk/>
            <pc:sldMk cId="3125305184" sldId="502"/>
            <ac:picMk id="5" creationId="{8C208624-D5F3-4C52-AB6A-FB6915C34558}"/>
          </ac:picMkLst>
        </pc:picChg>
        <pc:picChg chg="del">
          <ac:chgData name="Cesar Augusto Lopez Gallego" userId="0dfa9112-9251-4882-b472-cf2dfcee09d1" providerId="ADAL" clId="{7A8EA5D8-45B7-4B7E-A703-6CC7E9642452}" dt="2025-12-02T21:58:47.123" v="124" actId="478"/>
          <ac:picMkLst>
            <pc:docMk/>
            <pc:sldMk cId="3125305184" sldId="502"/>
            <ac:picMk id="15367" creationId="{416A4A05-C414-4EF9-8721-A621E91A610E}"/>
          </ac:picMkLst>
        </pc:picChg>
      </pc:sldChg>
      <pc:sldChg chg="addSp modSp new mod">
        <pc:chgData name="Cesar Augusto Lopez Gallego" userId="0dfa9112-9251-4882-b472-cf2dfcee09d1" providerId="ADAL" clId="{7A8EA5D8-45B7-4B7E-A703-6CC7E9642452}" dt="2025-12-04T13:24:35.690" v="1981" actId="14100"/>
        <pc:sldMkLst>
          <pc:docMk/>
          <pc:sldMk cId="167295608" sldId="503"/>
        </pc:sldMkLst>
        <pc:spChg chg="add mod">
          <ac:chgData name="Cesar Augusto Lopez Gallego" userId="0dfa9112-9251-4882-b472-cf2dfcee09d1" providerId="ADAL" clId="{7A8EA5D8-45B7-4B7E-A703-6CC7E9642452}" dt="2025-12-02T22:10:49.405" v="392" actId="20577"/>
          <ac:spMkLst>
            <pc:docMk/>
            <pc:sldMk cId="167295608" sldId="503"/>
            <ac:spMk id="2" creationId="{2DB5091E-4954-45AE-987B-5B9D7C89BECD}"/>
          </ac:spMkLst>
        </pc:spChg>
        <pc:spChg chg="add mod">
          <ac:chgData name="Cesar Augusto Lopez Gallego" userId="0dfa9112-9251-4882-b472-cf2dfcee09d1" providerId="ADAL" clId="{7A8EA5D8-45B7-4B7E-A703-6CC7E9642452}" dt="2025-12-04T13:24:35.690" v="1981" actId="14100"/>
          <ac:spMkLst>
            <pc:docMk/>
            <pc:sldMk cId="167295608" sldId="503"/>
            <ac:spMk id="4" creationId="{34B9DD4B-E11D-4631-A347-027E9581BB55}"/>
          </ac:spMkLst>
        </pc:spChg>
        <pc:picChg chg="add mod">
          <ac:chgData name="Cesar Augusto Lopez Gallego" userId="0dfa9112-9251-4882-b472-cf2dfcee09d1" providerId="ADAL" clId="{7A8EA5D8-45B7-4B7E-A703-6CC7E9642452}" dt="2025-12-02T22:12:37.177" v="429" actId="1076"/>
          <ac:picMkLst>
            <pc:docMk/>
            <pc:sldMk cId="167295608" sldId="503"/>
            <ac:picMk id="6" creationId="{7E4309DE-06CB-4A13-8DA4-FA17F7DCEAF6}"/>
          </ac:picMkLst>
        </pc:picChg>
      </pc:sldChg>
      <pc:sldChg chg="addSp delSp modSp mod">
        <pc:chgData name="Cesar Augusto Lopez Gallego" userId="0dfa9112-9251-4882-b472-cf2dfcee09d1" providerId="ADAL" clId="{7A8EA5D8-45B7-4B7E-A703-6CC7E9642452}" dt="2025-12-04T16:44:34.082" v="2619" actId="20577"/>
        <pc:sldMkLst>
          <pc:docMk/>
          <pc:sldMk cId="0" sldId="512"/>
        </pc:sldMkLst>
        <pc:spChg chg="add del mod">
          <ac:chgData name="Cesar Augusto Lopez Gallego" userId="0dfa9112-9251-4882-b472-cf2dfcee09d1" providerId="ADAL" clId="{7A8EA5D8-45B7-4B7E-A703-6CC7E9642452}" dt="2025-12-04T13:24:22.462" v="1978" actId="478"/>
          <ac:spMkLst>
            <pc:docMk/>
            <pc:sldMk cId="0" sldId="512"/>
            <ac:spMk id="3" creationId="{53C8CFD5-8B86-4B72-AD9C-FF95DE58B3BA}"/>
          </ac:spMkLst>
        </pc:spChg>
        <pc:spChg chg="mod">
          <ac:chgData name="Cesar Augusto Lopez Gallego" userId="0dfa9112-9251-4882-b472-cf2dfcee09d1" providerId="ADAL" clId="{7A8EA5D8-45B7-4B7E-A703-6CC7E9642452}" dt="2025-12-04T13:24:15.942" v="1976" actId="20577"/>
          <ac:spMkLst>
            <pc:docMk/>
            <pc:sldMk cId="0" sldId="512"/>
            <ac:spMk id="4" creationId="{04CA8CF9-1068-4876-900A-905D29019C7D}"/>
          </ac:spMkLst>
        </pc:spChg>
        <pc:spChg chg="del">
          <ac:chgData name="Cesar Augusto Lopez Gallego" userId="0dfa9112-9251-4882-b472-cf2dfcee09d1" providerId="ADAL" clId="{7A8EA5D8-45B7-4B7E-A703-6CC7E9642452}" dt="2025-12-04T13:24:28.597" v="1979" actId="478"/>
          <ac:spMkLst>
            <pc:docMk/>
            <pc:sldMk cId="0" sldId="512"/>
            <ac:spMk id="6" creationId="{99CF7F93-178E-4AD9-8592-5D43C260BE12}"/>
          </ac:spMkLst>
        </pc:spChg>
        <pc:spChg chg="add mod">
          <ac:chgData name="Cesar Augusto Lopez Gallego" userId="0dfa9112-9251-4882-b472-cf2dfcee09d1" providerId="ADAL" clId="{7A8EA5D8-45B7-4B7E-A703-6CC7E9642452}" dt="2025-12-04T13:24:50.974" v="1988" actId="20577"/>
          <ac:spMkLst>
            <pc:docMk/>
            <pc:sldMk cId="0" sldId="512"/>
            <ac:spMk id="9" creationId="{E54097C4-8CD3-4A21-85F4-A74ED3B20EDD}"/>
          </ac:spMkLst>
        </pc:spChg>
        <pc:spChg chg="add mod">
          <ac:chgData name="Cesar Augusto Lopez Gallego" userId="0dfa9112-9251-4882-b472-cf2dfcee09d1" providerId="ADAL" clId="{7A8EA5D8-45B7-4B7E-A703-6CC7E9642452}" dt="2025-12-04T13:31:05.341" v="2216" actId="20577"/>
          <ac:spMkLst>
            <pc:docMk/>
            <pc:sldMk cId="0" sldId="512"/>
            <ac:spMk id="11" creationId="{02C00546-A74C-46A0-B716-6E059DC4625A}"/>
          </ac:spMkLst>
        </pc:spChg>
        <pc:spChg chg="add del">
          <ac:chgData name="Cesar Augusto Lopez Gallego" userId="0dfa9112-9251-4882-b472-cf2dfcee09d1" providerId="ADAL" clId="{7A8EA5D8-45B7-4B7E-A703-6CC7E9642452}" dt="2025-12-04T13:27:24.062" v="2152" actId="22"/>
          <ac:spMkLst>
            <pc:docMk/>
            <pc:sldMk cId="0" sldId="512"/>
            <ac:spMk id="13" creationId="{BA1386BA-A09C-448D-A81D-8CF54FFE4EE7}"/>
          </ac:spMkLst>
        </pc:spChg>
        <pc:spChg chg="add mod">
          <ac:chgData name="Cesar Augusto Lopez Gallego" userId="0dfa9112-9251-4882-b472-cf2dfcee09d1" providerId="ADAL" clId="{7A8EA5D8-45B7-4B7E-A703-6CC7E9642452}" dt="2025-12-04T13:27:56.436" v="2165" actId="20577"/>
          <ac:spMkLst>
            <pc:docMk/>
            <pc:sldMk cId="0" sldId="512"/>
            <ac:spMk id="15" creationId="{D3A95535-AEA0-4620-97D5-B1EF347D4CA0}"/>
          </ac:spMkLst>
        </pc:spChg>
        <pc:spChg chg="add mod">
          <ac:chgData name="Cesar Augusto Lopez Gallego" userId="0dfa9112-9251-4882-b472-cf2dfcee09d1" providerId="ADAL" clId="{7A8EA5D8-45B7-4B7E-A703-6CC7E9642452}" dt="2025-12-04T16:00:25.799" v="2515" actId="14100"/>
          <ac:spMkLst>
            <pc:docMk/>
            <pc:sldMk cId="0" sldId="512"/>
            <ac:spMk id="29" creationId="{0F52D45E-B9BE-4F17-B3B4-6E72CE733247}"/>
          </ac:spMkLst>
        </pc:spChg>
        <pc:spChg chg="add mod">
          <ac:chgData name="Cesar Augusto Lopez Gallego" userId="0dfa9112-9251-4882-b472-cf2dfcee09d1" providerId="ADAL" clId="{7A8EA5D8-45B7-4B7E-A703-6CC7E9642452}" dt="2025-12-04T16:44:34.082" v="2619" actId="20577"/>
          <ac:spMkLst>
            <pc:docMk/>
            <pc:sldMk cId="0" sldId="512"/>
            <ac:spMk id="30" creationId="{0A802A73-5F9D-4FCE-BD8C-DD86F2CDA248}"/>
          </ac:spMkLst>
        </pc:spChg>
        <pc:spChg chg="del">
          <ac:chgData name="Cesar Augusto Lopez Gallego" userId="0dfa9112-9251-4882-b472-cf2dfcee09d1" providerId="ADAL" clId="{7A8EA5D8-45B7-4B7E-A703-6CC7E9642452}" dt="2025-12-04T13:24:20.692" v="1977" actId="478"/>
          <ac:spMkLst>
            <pc:docMk/>
            <pc:sldMk cId="0" sldId="512"/>
            <ac:spMk id="23556" creationId="{392743E2-E7DF-4460-8CBB-2249E7C207BB}"/>
          </ac:spMkLst>
        </pc:spChg>
        <pc:spChg chg="mod">
          <ac:chgData name="Cesar Augusto Lopez Gallego" userId="0dfa9112-9251-4882-b472-cf2dfcee09d1" providerId="ADAL" clId="{7A8EA5D8-45B7-4B7E-A703-6CC7E9642452}" dt="2025-12-04T16:44:07.917" v="2594" actId="1076"/>
          <ac:spMkLst>
            <pc:docMk/>
            <pc:sldMk cId="0" sldId="512"/>
            <ac:spMk id="23557" creationId="{63A5855D-A7D5-4AF6-A5BA-C3FEF5505090}"/>
          </ac:spMkLst>
        </pc:spChg>
        <pc:cxnChg chg="add mod">
          <ac:chgData name="Cesar Augusto Lopez Gallego" userId="0dfa9112-9251-4882-b472-cf2dfcee09d1" providerId="ADAL" clId="{7A8EA5D8-45B7-4B7E-A703-6CC7E9642452}" dt="2025-12-04T13:28:33.818" v="2169" actId="14100"/>
          <ac:cxnSpMkLst>
            <pc:docMk/>
            <pc:sldMk cId="0" sldId="512"/>
            <ac:cxnSpMk id="12" creationId="{096BC76F-580C-4BF7-B100-138B1073A450}"/>
          </ac:cxnSpMkLst>
        </pc:cxnChg>
        <pc:cxnChg chg="add mod">
          <ac:chgData name="Cesar Augusto Lopez Gallego" userId="0dfa9112-9251-4882-b472-cf2dfcee09d1" providerId="ADAL" clId="{7A8EA5D8-45B7-4B7E-A703-6CC7E9642452}" dt="2025-12-04T13:28:43.193" v="2172" actId="14100"/>
          <ac:cxnSpMkLst>
            <pc:docMk/>
            <pc:sldMk cId="0" sldId="512"/>
            <ac:cxnSpMk id="20" creationId="{32CD9642-259E-497C-B227-5BFC343E82F4}"/>
          </ac:cxnSpMkLst>
        </pc:cxnChg>
        <pc:cxnChg chg="add mod">
          <ac:chgData name="Cesar Augusto Lopez Gallego" userId="0dfa9112-9251-4882-b472-cf2dfcee09d1" providerId="ADAL" clId="{7A8EA5D8-45B7-4B7E-A703-6CC7E9642452}" dt="2025-12-04T13:28:49.003" v="2175" actId="14100"/>
          <ac:cxnSpMkLst>
            <pc:docMk/>
            <pc:sldMk cId="0" sldId="512"/>
            <ac:cxnSpMk id="22" creationId="{58592011-9457-4D73-8902-67257CB7A10E}"/>
          </ac:cxnSpMkLst>
        </pc:cxnChg>
        <pc:cxnChg chg="add mod">
          <ac:chgData name="Cesar Augusto Lopez Gallego" userId="0dfa9112-9251-4882-b472-cf2dfcee09d1" providerId="ADAL" clId="{7A8EA5D8-45B7-4B7E-A703-6CC7E9642452}" dt="2025-12-04T13:28:54.494" v="2177" actId="1076"/>
          <ac:cxnSpMkLst>
            <pc:docMk/>
            <pc:sldMk cId="0" sldId="512"/>
            <ac:cxnSpMk id="24" creationId="{C75E6B77-A2E3-4426-A601-C8F2D97CD84F}"/>
          </ac:cxnSpMkLst>
        </pc:cxnChg>
        <pc:cxnChg chg="add mod">
          <ac:chgData name="Cesar Augusto Lopez Gallego" userId="0dfa9112-9251-4882-b472-cf2dfcee09d1" providerId="ADAL" clId="{7A8EA5D8-45B7-4B7E-A703-6CC7E9642452}" dt="2025-12-04T13:29:00.275" v="2179" actId="1076"/>
          <ac:cxnSpMkLst>
            <pc:docMk/>
            <pc:sldMk cId="0" sldId="512"/>
            <ac:cxnSpMk id="25" creationId="{F9FAA068-BC53-4922-AE2A-A4C0C4AEB213}"/>
          </ac:cxnSpMkLst>
        </pc:cxnChg>
        <pc:cxnChg chg="add mod">
          <ac:chgData name="Cesar Augusto Lopez Gallego" userId="0dfa9112-9251-4882-b472-cf2dfcee09d1" providerId="ADAL" clId="{7A8EA5D8-45B7-4B7E-A703-6CC7E9642452}" dt="2025-12-04T13:29:07.635" v="2182" actId="14100"/>
          <ac:cxnSpMkLst>
            <pc:docMk/>
            <pc:sldMk cId="0" sldId="512"/>
            <ac:cxnSpMk id="26" creationId="{AE96B0A9-BEEA-43CF-80B9-EB9BBE820A94}"/>
          </ac:cxnSpMkLst>
        </pc:cxnChg>
      </pc:sldChg>
      <pc:sldChg chg="del">
        <pc:chgData name="Cesar Augusto Lopez Gallego" userId="0dfa9112-9251-4882-b472-cf2dfcee09d1" providerId="ADAL" clId="{7A8EA5D8-45B7-4B7E-A703-6CC7E9642452}" dt="2025-12-04T13:31:12.595" v="2217" actId="47"/>
        <pc:sldMkLst>
          <pc:docMk/>
          <pc:sldMk cId="0" sldId="513"/>
        </pc:sldMkLst>
      </pc:sldChg>
      <pc:sldChg chg="new del">
        <pc:chgData name="Cesar Augusto Lopez Gallego" userId="0dfa9112-9251-4882-b472-cf2dfcee09d1" providerId="ADAL" clId="{7A8EA5D8-45B7-4B7E-A703-6CC7E9642452}" dt="2025-12-02T22:17:05.397" v="459" actId="47"/>
        <pc:sldMkLst>
          <pc:docMk/>
          <pc:sldMk cId="3662216935" sldId="514"/>
        </pc:sldMkLst>
      </pc:sldChg>
      <pc:sldChg chg="addSp delSp modSp mod modNotesTx">
        <pc:chgData name="Cesar Augusto Lopez Gallego" userId="0dfa9112-9251-4882-b472-cf2dfcee09d1" providerId="ADAL" clId="{7A8EA5D8-45B7-4B7E-A703-6CC7E9642452}" dt="2025-12-04T16:43:32.461" v="2563" actId="20577"/>
        <pc:sldMkLst>
          <pc:docMk/>
          <pc:sldMk cId="0" sldId="516"/>
        </pc:sldMkLst>
        <pc:spChg chg="add del mod">
          <ac:chgData name="Cesar Augusto Lopez Gallego" userId="0dfa9112-9251-4882-b472-cf2dfcee09d1" providerId="ADAL" clId="{7A8EA5D8-45B7-4B7E-A703-6CC7E9642452}" dt="2025-12-04T16:01:05.979" v="2517" actId="478"/>
          <ac:spMkLst>
            <pc:docMk/>
            <pc:sldMk cId="0" sldId="516"/>
            <ac:spMk id="3" creationId="{696CC53A-C5C7-4D71-983F-E06A3B435CE0}"/>
          </ac:spMkLst>
        </pc:spChg>
        <pc:spChg chg="mod">
          <ac:chgData name="Cesar Augusto Lopez Gallego" userId="0dfa9112-9251-4882-b472-cf2dfcee09d1" providerId="ADAL" clId="{7A8EA5D8-45B7-4B7E-A703-6CC7E9642452}" dt="2025-12-04T16:01:32.528" v="2518" actId="20577"/>
          <ac:spMkLst>
            <pc:docMk/>
            <pc:sldMk cId="0" sldId="516"/>
            <ac:spMk id="4" creationId="{52D7BCAA-8557-46BB-9F3C-17223E44156A}"/>
          </ac:spMkLst>
        </pc:spChg>
        <pc:spChg chg="del">
          <ac:chgData name="Cesar Augusto Lopez Gallego" userId="0dfa9112-9251-4882-b472-cf2dfcee09d1" providerId="ADAL" clId="{7A8EA5D8-45B7-4B7E-A703-6CC7E9642452}" dt="2025-12-04T15:58:23.654" v="2329" actId="478"/>
          <ac:spMkLst>
            <pc:docMk/>
            <pc:sldMk cId="0" sldId="516"/>
            <ac:spMk id="6" creationId="{377800EA-1470-40AC-9448-8DB7516940E8}"/>
          </ac:spMkLst>
        </pc:spChg>
        <pc:spChg chg="add mod">
          <ac:chgData name="Cesar Augusto Lopez Gallego" userId="0dfa9112-9251-4882-b472-cf2dfcee09d1" providerId="ADAL" clId="{7A8EA5D8-45B7-4B7E-A703-6CC7E9642452}" dt="2025-12-04T16:02:47.043" v="2529" actId="20577"/>
          <ac:spMkLst>
            <pc:docMk/>
            <pc:sldMk cId="0" sldId="516"/>
            <ac:spMk id="9" creationId="{F60063B6-1E91-44F5-ADC1-BFCB3CA98E3C}"/>
          </ac:spMkLst>
        </pc:spChg>
        <pc:spChg chg="add del">
          <ac:chgData name="Cesar Augusto Lopez Gallego" userId="0dfa9112-9251-4882-b472-cf2dfcee09d1" providerId="ADAL" clId="{7A8EA5D8-45B7-4B7E-A703-6CC7E9642452}" dt="2025-12-04T16:42:16.931" v="2534" actId="478"/>
          <ac:spMkLst>
            <pc:docMk/>
            <pc:sldMk cId="0" sldId="516"/>
            <ac:spMk id="11" creationId="{9319FF3C-8B2C-4174-903D-39E04584A595}"/>
          </ac:spMkLst>
        </pc:spChg>
        <pc:spChg chg="add del">
          <ac:chgData name="Cesar Augusto Lopez Gallego" userId="0dfa9112-9251-4882-b472-cf2dfcee09d1" providerId="ADAL" clId="{7A8EA5D8-45B7-4B7E-A703-6CC7E9642452}" dt="2025-12-04T16:42:30.125" v="2536" actId="22"/>
          <ac:spMkLst>
            <pc:docMk/>
            <pc:sldMk cId="0" sldId="516"/>
            <ac:spMk id="13" creationId="{5BD819EF-0102-4B6E-BC3F-69F3FC3D80D6}"/>
          </ac:spMkLst>
        </pc:spChg>
        <pc:spChg chg="add mod">
          <ac:chgData name="Cesar Augusto Lopez Gallego" userId="0dfa9112-9251-4882-b472-cf2dfcee09d1" providerId="ADAL" clId="{7A8EA5D8-45B7-4B7E-A703-6CC7E9642452}" dt="2025-12-04T16:43:03.287" v="2556" actId="1076"/>
          <ac:spMkLst>
            <pc:docMk/>
            <pc:sldMk cId="0" sldId="516"/>
            <ac:spMk id="15" creationId="{DE63B0C9-4171-4A6C-AAC2-52305C5FE187}"/>
          </ac:spMkLst>
        </pc:spChg>
        <pc:spChg chg="add del">
          <ac:chgData name="Cesar Augusto Lopez Gallego" userId="0dfa9112-9251-4882-b472-cf2dfcee09d1" providerId="ADAL" clId="{7A8EA5D8-45B7-4B7E-A703-6CC7E9642452}" dt="2025-12-04T16:43:17.079" v="2558" actId="22"/>
          <ac:spMkLst>
            <pc:docMk/>
            <pc:sldMk cId="0" sldId="516"/>
            <ac:spMk id="17" creationId="{3EA998D7-A38E-499A-9FE3-814DFF4EACB0}"/>
          </ac:spMkLst>
        </pc:spChg>
        <pc:spChg chg="add mod">
          <ac:chgData name="Cesar Augusto Lopez Gallego" userId="0dfa9112-9251-4882-b472-cf2dfcee09d1" providerId="ADAL" clId="{7A8EA5D8-45B7-4B7E-A703-6CC7E9642452}" dt="2025-12-04T16:43:25.143" v="2561" actId="403"/>
          <ac:spMkLst>
            <pc:docMk/>
            <pc:sldMk cId="0" sldId="516"/>
            <ac:spMk id="19" creationId="{9EEBBD89-85F4-41A2-A1A6-8CE525DB54BE}"/>
          </ac:spMkLst>
        </pc:spChg>
        <pc:spChg chg="del">
          <ac:chgData name="Cesar Augusto Lopez Gallego" userId="0dfa9112-9251-4882-b472-cf2dfcee09d1" providerId="ADAL" clId="{7A8EA5D8-45B7-4B7E-A703-6CC7E9642452}" dt="2025-12-04T16:01:03.080" v="2516" actId="478"/>
          <ac:spMkLst>
            <pc:docMk/>
            <pc:sldMk cId="0" sldId="516"/>
            <ac:spMk id="28676" creationId="{47125414-07D7-4F3D-9706-8823815719D1}"/>
          </ac:spMkLst>
        </pc:spChg>
        <pc:spChg chg="mod">
          <ac:chgData name="Cesar Augusto Lopez Gallego" userId="0dfa9112-9251-4882-b472-cf2dfcee09d1" providerId="ADAL" clId="{7A8EA5D8-45B7-4B7E-A703-6CC7E9642452}" dt="2025-12-04T16:43:32.461" v="2563" actId="20577"/>
          <ac:spMkLst>
            <pc:docMk/>
            <pc:sldMk cId="0" sldId="516"/>
            <ac:spMk id="28677" creationId="{5AF8D17F-5C53-4EAC-9E4B-3FE73DF968DA}"/>
          </ac:spMkLst>
        </pc:spChg>
      </pc:sldChg>
      <pc:sldChg chg="addSp delSp modSp mod modNotesTx">
        <pc:chgData name="Cesar Augusto Lopez Gallego" userId="0dfa9112-9251-4882-b472-cf2dfcee09d1" providerId="ADAL" clId="{7A8EA5D8-45B7-4B7E-A703-6CC7E9642452}" dt="2025-12-04T17:08:51.371" v="2817" actId="1076"/>
        <pc:sldMkLst>
          <pc:docMk/>
          <pc:sldMk cId="0" sldId="518"/>
        </pc:sldMkLst>
        <pc:spChg chg="add del mod">
          <ac:chgData name="Cesar Augusto Lopez Gallego" userId="0dfa9112-9251-4882-b472-cf2dfcee09d1" providerId="ADAL" clId="{7A8EA5D8-45B7-4B7E-A703-6CC7E9642452}" dt="2025-12-04T16:55:03.041" v="2622" actId="478"/>
          <ac:spMkLst>
            <pc:docMk/>
            <pc:sldMk cId="0" sldId="518"/>
            <ac:spMk id="3" creationId="{7B036134-C9D9-4F3E-9DE1-AAD19D8CDD28}"/>
          </ac:spMkLst>
        </pc:spChg>
        <pc:spChg chg="mod">
          <ac:chgData name="Cesar Augusto Lopez Gallego" userId="0dfa9112-9251-4882-b472-cf2dfcee09d1" providerId="ADAL" clId="{7A8EA5D8-45B7-4B7E-A703-6CC7E9642452}" dt="2025-12-04T17:07:25.530" v="2759" actId="20577"/>
          <ac:spMkLst>
            <pc:docMk/>
            <pc:sldMk cId="0" sldId="518"/>
            <ac:spMk id="4" creationId="{A165E67E-9014-4A0D-903F-B1A8199C98C6}"/>
          </ac:spMkLst>
        </pc:spChg>
        <pc:spChg chg="del">
          <ac:chgData name="Cesar Augusto Lopez Gallego" userId="0dfa9112-9251-4882-b472-cf2dfcee09d1" providerId="ADAL" clId="{7A8EA5D8-45B7-4B7E-A703-6CC7E9642452}" dt="2025-12-04T16:45:19.543" v="2620" actId="478"/>
          <ac:spMkLst>
            <pc:docMk/>
            <pc:sldMk cId="0" sldId="518"/>
            <ac:spMk id="6" creationId="{42F5918A-92A0-4960-9F8C-779842E5FE8F}"/>
          </ac:spMkLst>
        </pc:spChg>
        <pc:spChg chg="add mod">
          <ac:chgData name="Cesar Augusto Lopez Gallego" userId="0dfa9112-9251-4882-b472-cf2dfcee09d1" providerId="ADAL" clId="{7A8EA5D8-45B7-4B7E-A703-6CC7E9642452}" dt="2025-12-04T17:08:51.371" v="2817" actId="1076"/>
          <ac:spMkLst>
            <pc:docMk/>
            <pc:sldMk cId="0" sldId="518"/>
            <ac:spMk id="8" creationId="{2D4F1A9F-E989-46E8-A748-1C32F72C5473}"/>
          </ac:spMkLst>
        </pc:spChg>
        <pc:spChg chg="add mod">
          <ac:chgData name="Cesar Augusto Lopez Gallego" userId="0dfa9112-9251-4882-b472-cf2dfcee09d1" providerId="ADAL" clId="{7A8EA5D8-45B7-4B7E-A703-6CC7E9642452}" dt="2025-12-04T17:07:21.314" v="2758" actId="1076"/>
          <ac:spMkLst>
            <pc:docMk/>
            <pc:sldMk cId="0" sldId="518"/>
            <ac:spMk id="9" creationId="{FC94B7CA-F7B5-4B8D-A077-E4EDBFEA4F64}"/>
          </ac:spMkLst>
        </pc:spChg>
        <pc:spChg chg="add mod">
          <ac:chgData name="Cesar Augusto Lopez Gallego" userId="0dfa9112-9251-4882-b472-cf2dfcee09d1" providerId="ADAL" clId="{7A8EA5D8-45B7-4B7E-A703-6CC7E9642452}" dt="2025-12-04T17:08:45.312" v="2815" actId="20577"/>
          <ac:spMkLst>
            <pc:docMk/>
            <pc:sldMk cId="0" sldId="518"/>
            <ac:spMk id="13" creationId="{E0BD1C7F-E45C-4A5F-8A31-8E1456025E56}"/>
          </ac:spMkLst>
        </pc:spChg>
        <pc:spChg chg="del">
          <ac:chgData name="Cesar Augusto Lopez Gallego" userId="0dfa9112-9251-4882-b472-cf2dfcee09d1" providerId="ADAL" clId="{7A8EA5D8-45B7-4B7E-A703-6CC7E9642452}" dt="2025-12-04T16:55:00.831" v="2621" actId="478"/>
          <ac:spMkLst>
            <pc:docMk/>
            <pc:sldMk cId="0" sldId="518"/>
            <ac:spMk id="30724" creationId="{381EF4FF-2EA4-4852-864F-97DA935FB32C}"/>
          </ac:spMkLst>
        </pc:spChg>
        <pc:spChg chg="mod">
          <ac:chgData name="Cesar Augusto Lopez Gallego" userId="0dfa9112-9251-4882-b472-cf2dfcee09d1" providerId="ADAL" clId="{7A8EA5D8-45B7-4B7E-A703-6CC7E9642452}" dt="2025-12-04T17:07:17.109" v="2756" actId="14100"/>
          <ac:spMkLst>
            <pc:docMk/>
            <pc:sldMk cId="0" sldId="518"/>
            <ac:spMk id="30725" creationId="{4483CA84-7BF2-4DE8-BB68-BC17883A624C}"/>
          </ac:spMkLst>
        </pc:spChg>
        <pc:picChg chg="add mod">
          <ac:chgData name="Cesar Augusto Lopez Gallego" userId="0dfa9112-9251-4882-b472-cf2dfcee09d1" providerId="ADAL" clId="{7A8EA5D8-45B7-4B7E-A703-6CC7E9642452}" dt="2025-12-04T17:08:48.992" v="2816" actId="1076"/>
          <ac:picMkLst>
            <pc:docMk/>
            <pc:sldMk cId="0" sldId="518"/>
            <ac:picMk id="7" creationId="{40FA2D0E-6B46-4AAE-AFC8-6BC9AE70ADBF}"/>
          </ac:picMkLst>
        </pc:picChg>
        <pc:picChg chg="add del mod">
          <ac:chgData name="Cesar Augusto Lopez Gallego" userId="0dfa9112-9251-4882-b472-cf2dfcee09d1" providerId="ADAL" clId="{7A8EA5D8-45B7-4B7E-A703-6CC7E9642452}" dt="2025-12-04T17:08:37.248" v="2803" actId="478"/>
          <ac:picMkLst>
            <pc:docMk/>
            <pc:sldMk cId="0" sldId="518"/>
            <ac:picMk id="14" creationId="{0861B3C6-6EB1-42BE-B45D-3325EBE7CEE3}"/>
          </ac:picMkLst>
        </pc:picChg>
      </pc:sldChg>
      <pc:sldChg chg="addSp delSp modSp mod">
        <pc:chgData name="Cesar Augusto Lopez Gallego" userId="0dfa9112-9251-4882-b472-cf2dfcee09d1" providerId="ADAL" clId="{7A8EA5D8-45B7-4B7E-A703-6CC7E9642452}" dt="2025-12-04T15:59:01.467" v="2345" actId="403"/>
        <pc:sldMkLst>
          <pc:docMk/>
          <pc:sldMk cId="0" sldId="527"/>
        </pc:sldMkLst>
        <pc:spChg chg="add del mod">
          <ac:chgData name="Cesar Augusto Lopez Gallego" userId="0dfa9112-9251-4882-b472-cf2dfcee09d1" providerId="ADAL" clId="{7A8EA5D8-45B7-4B7E-A703-6CC7E9642452}" dt="2025-12-04T13:31:27.944" v="2220" actId="478"/>
          <ac:spMkLst>
            <pc:docMk/>
            <pc:sldMk cId="0" sldId="527"/>
            <ac:spMk id="4" creationId="{9612B333-CE66-4F09-BE12-A150652EC185}"/>
          </ac:spMkLst>
        </pc:spChg>
        <pc:spChg chg="add mod">
          <ac:chgData name="Cesar Augusto Lopez Gallego" userId="0dfa9112-9251-4882-b472-cf2dfcee09d1" providerId="ADAL" clId="{7A8EA5D8-45B7-4B7E-A703-6CC7E9642452}" dt="2025-12-04T13:32:31.891" v="2296" actId="1076"/>
          <ac:spMkLst>
            <pc:docMk/>
            <pc:sldMk cId="0" sldId="527"/>
            <ac:spMk id="5" creationId="{5AD17FE0-0520-4A01-AEE6-8380A5D117B6}"/>
          </ac:spMkLst>
        </pc:spChg>
        <pc:spChg chg="add mod">
          <ac:chgData name="Cesar Augusto Lopez Gallego" userId="0dfa9112-9251-4882-b472-cf2dfcee09d1" providerId="ADAL" clId="{7A8EA5D8-45B7-4B7E-A703-6CC7E9642452}" dt="2025-12-04T13:31:46.493" v="2261" actId="20577"/>
          <ac:spMkLst>
            <pc:docMk/>
            <pc:sldMk cId="0" sldId="527"/>
            <ac:spMk id="8" creationId="{2A9E57B8-4D94-44B3-996F-BB11E8E68599}"/>
          </ac:spMkLst>
        </pc:spChg>
        <pc:spChg chg="del mod">
          <ac:chgData name="Cesar Augusto Lopez Gallego" userId="0dfa9112-9251-4882-b472-cf2dfcee09d1" providerId="ADAL" clId="{7A8EA5D8-45B7-4B7E-A703-6CC7E9642452}" dt="2025-12-04T13:31:24.387" v="2219" actId="478"/>
          <ac:spMkLst>
            <pc:docMk/>
            <pc:sldMk cId="0" sldId="527"/>
            <ac:spMk id="27650" creationId="{7D788E32-0679-4EA8-BCD3-598FA2BFBCF9}"/>
          </ac:spMkLst>
        </pc:spChg>
        <pc:spChg chg="mod">
          <ac:chgData name="Cesar Augusto Lopez Gallego" userId="0dfa9112-9251-4882-b472-cf2dfcee09d1" providerId="ADAL" clId="{7A8EA5D8-45B7-4B7E-A703-6CC7E9642452}" dt="2025-12-04T15:59:01.467" v="2345" actId="403"/>
          <ac:spMkLst>
            <pc:docMk/>
            <pc:sldMk cId="0" sldId="527"/>
            <ac:spMk id="27653" creationId="{7565A130-56C8-4D13-8385-12AD322CE539}"/>
          </ac:spMkLst>
        </pc:spChg>
      </pc:sldChg>
      <pc:sldChg chg="addSp delSp modSp new mod">
        <pc:chgData name="Cesar Augusto Lopez Gallego" userId="0dfa9112-9251-4882-b472-cf2dfcee09d1" providerId="ADAL" clId="{7A8EA5D8-45B7-4B7E-A703-6CC7E9642452}" dt="2025-12-04T13:10:03.733" v="1903" actId="1076"/>
        <pc:sldMkLst>
          <pc:docMk/>
          <pc:sldMk cId="1484096506" sldId="528"/>
        </pc:sldMkLst>
        <pc:spChg chg="del">
          <ac:chgData name="Cesar Augusto Lopez Gallego" userId="0dfa9112-9251-4882-b472-cf2dfcee09d1" providerId="ADAL" clId="{7A8EA5D8-45B7-4B7E-A703-6CC7E9642452}" dt="2025-12-03T16:23:49.601" v="466" actId="478"/>
          <ac:spMkLst>
            <pc:docMk/>
            <pc:sldMk cId="1484096506" sldId="528"/>
            <ac:spMk id="2" creationId="{4917F83A-8FFE-46EF-8C15-9713E58E4C93}"/>
          </ac:spMkLst>
        </pc:spChg>
        <pc:spChg chg="add mod">
          <ac:chgData name="Cesar Augusto Lopez Gallego" userId="0dfa9112-9251-4882-b472-cf2dfcee09d1" providerId="ADAL" clId="{7A8EA5D8-45B7-4B7E-A703-6CC7E9642452}" dt="2025-12-04T13:09:46.069" v="1901" actId="20577"/>
          <ac:spMkLst>
            <pc:docMk/>
            <pc:sldMk cId="1484096506" sldId="528"/>
            <ac:spMk id="2" creationId="{58DBB7BB-D94D-447F-A900-7B27BFC9370F}"/>
          </ac:spMkLst>
        </pc:spChg>
        <pc:spChg chg="del">
          <ac:chgData name="Cesar Augusto Lopez Gallego" userId="0dfa9112-9251-4882-b472-cf2dfcee09d1" providerId="ADAL" clId="{7A8EA5D8-45B7-4B7E-A703-6CC7E9642452}" dt="2025-12-03T16:23:49.601" v="466" actId="478"/>
          <ac:spMkLst>
            <pc:docMk/>
            <pc:sldMk cId="1484096506" sldId="528"/>
            <ac:spMk id="3" creationId="{D293D381-E772-43FA-8CFE-C642CB9E4579}"/>
          </ac:spMkLst>
        </pc:spChg>
        <pc:spChg chg="add mod">
          <ac:chgData name="Cesar Augusto Lopez Gallego" userId="0dfa9112-9251-4882-b472-cf2dfcee09d1" providerId="ADAL" clId="{7A8EA5D8-45B7-4B7E-A703-6CC7E9642452}" dt="2025-12-04T12:53:19.690" v="1734" actId="20577"/>
          <ac:spMkLst>
            <pc:docMk/>
            <pc:sldMk cId="1484096506" sldId="528"/>
            <ac:spMk id="5" creationId="{3518E24D-F7F2-49B2-8369-EF43C309101E}"/>
          </ac:spMkLst>
        </pc:spChg>
        <pc:spChg chg="add mod">
          <ac:chgData name="Cesar Augusto Lopez Gallego" userId="0dfa9112-9251-4882-b472-cf2dfcee09d1" providerId="ADAL" clId="{7A8EA5D8-45B7-4B7E-A703-6CC7E9642452}" dt="2025-12-04T12:42:25.975" v="680" actId="20577"/>
          <ac:spMkLst>
            <pc:docMk/>
            <pc:sldMk cId="1484096506" sldId="528"/>
            <ac:spMk id="7" creationId="{88C63A74-D81B-453E-AF6C-A65A4A9A4881}"/>
          </ac:spMkLst>
        </pc:spChg>
        <pc:spChg chg="add del mod">
          <ac:chgData name="Cesar Augusto Lopez Gallego" userId="0dfa9112-9251-4882-b472-cf2dfcee09d1" providerId="ADAL" clId="{7A8EA5D8-45B7-4B7E-A703-6CC7E9642452}" dt="2025-12-04T12:47:41.878" v="1348" actId="478"/>
          <ac:spMkLst>
            <pc:docMk/>
            <pc:sldMk cId="1484096506" sldId="528"/>
            <ac:spMk id="8" creationId="{F6F6AD08-7EAB-4E70-A69F-B78E3A9CB5E7}"/>
          </ac:spMkLst>
        </pc:spChg>
        <pc:spChg chg="add del mod">
          <ac:chgData name="Cesar Augusto Lopez Gallego" userId="0dfa9112-9251-4882-b472-cf2dfcee09d1" providerId="ADAL" clId="{7A8EA5D8-45B7-4B7E-A703-6CC7E9642452}" dt="2025-12-04T12:47:41.878" v="1348" actId="478"/>
          <ac:spMkLst>
            <pc:docMk/>
            <pc:sldMk cId="1484096506" sldId="528"/>
            <ac:spMk id="9" creationId="{87E00C6C-EEAA-4190-9639-D1AAC53F60B0}"/>
          </ac:spMkLst>
        </pc:spChg>
        <pc:spChg chg="add mod">
          <ac:chgData name="Cesar Augusto Lopez Gallego" userId="0dfa9112-9251-4882-b472-cf2dfcee09d1" providerId="ADAL" clId="{7A8EA5D8-45B7-4B7E-A703-6CC7E9642452}" dt="2025-12-04T13:10:03.733" v="1903" actId="1076"/>
          <ac:spMkLst>
            <pc:docMk/>
            <pc:sldMk cId="1484096506" sldId="528"/>
            <ac:spMk id="10" creationId="{44FDF83A-AA46-412A-9E77-34F20363D3BC}"/>
          </ac:spMkLst>
        </pc:spChg>
        <pc:spChg chg="add del mod">
          <ac:chgData name="Cesar Augusto Lopez Gallego" userId="0dfa9112-9251-4882-b472-cf2dfcee09d1" providerId="ADAL" clId="{7A8EA5D8-45B7-4B7E-A703-6CC7E9642452}" dt="2025-12-04T12:42:34.956" v="681" actId="478"/>
          <ac:spMkLst>
            <pc:docMk/>
            <pc:sldMk cId="1484096506" sldId="528"/>
            <ac:spMk id="14" creationId="{EEF85124-D404-472C-A28C-EB774B6C86A4}"/>
          </ac:spMkLst>
        </pc:spChg>
        <pc:spChg chg="add del mod">
          <ac:chgData name="Cesar Augusto Lopez Gallego" userId="0dfa9112-9251-4882-b472-cf2dfcee09d1" providerId="ADAL" clId="{7A8EA5D8-45B7-4B7E-A703-6CC7E9642452}" dt="2025-12-04T12:42:40.055" v="682" actId="478"/>
          <ac:spMkLst>
            <pc:docMk/>
            <pc:sldMk cId="1484096506" sldId="528"/>
            <ac:spMk id="15" creationId="{60E8737A-1A31-437F-B057-4F0944A2BD52}"/>
          </ac:spMkLst>
        </pc:spChg>
        <pc:spChg chg="add del mod">
          <ac:chgData name="Cesar Augusto Lopez Gallego" userId="0dfa9112-9251-4882-b472-cf2dfcee09d1" providerId="ADAL" clId="{7A8EA5D8-45B7-4B7E-A703-6CC7E9642452}" dt="2025-12-04T12:42:40.055" v="682" actId="478"/>
          <ac:spMkLst>
            <pc:docMk/>
            <pc:sldMk cId="1484096506" sldId="528"/>
            <ac:spMk id="16" creationId="{83699D8C-1D6A-4CC2-8E92-74221EE21285}"/>
          </ac:spMkLst>
        </pc:spChg>
        <pc:spChg chg="add del mod">
          <ac:chgData name="Cesar Augusto Lopez Gallego" userId="0dfa9112-9251-4882-b472-cf2dfcee09d1" providerId="ADAL" clId="{7A8EA5D8-45B7-4B7E-A703-6CC7E9642452}" dt="2025-12-04T12:42:40.055" v="682" actId="478"/>
          <ac:spMkLst>
            <pc:docMk/>
            <pc:sldMk cId="1484096506" sldId="528"/>
            <ac:spMk id="17" creationId="{0CF128C5-A87C-4CCB-AC62-7D9D424D1C29}"/>
          </ac:spMkLst>
        </pc:spChg>
        <pc:picChg chg="add mod">
          <ac:chgData name="Cesar Augusto Lopez Gallego" userId="0dfa9112-9251-4882-b472-cf2dfcee09d1" providerId="ADAL" clId="{7A8EA5D8-45B7-4B7E-A703-6CC7E9642452}" dt="2025-12-04T12:52:56.308" v="1687" actId="1076"/>
          <ac:picMkLst>
            <pc:docMk/>
            <pc:sldMk cId="1484096506" sldId="528"/>
            <ac:picMk id="4" creationId="{7E41A541-E3F9-428A-BA08-9BD81982F541}"/>
          </ac:picMkLst>
        </pc:picChg>
        <pc:picChg chg="add del mod">
          <ac:chgData name="Cesar Augusto Lopez Gallego" userId="0dfa9112-9251-4882-b472-cf2dfcee09d1" providerId="ADAL" clId="{7A8EA5D8-45B7-4B7E-A703-6CC7E9642452}" dt="2025-12-03T16:31:20.310" v="510" actId="478"/>
          <ac:picMkLst>
            <pc:docMk/>
            <pc:sldMk cId="1484096506" sldId="528"/>
            <ac:picMk id="5" creationId="{9EB6B174-21C7-4D7D-9C19-597633B1DE4B}"/>
          </ac:picMkLst>
        </pc:picChg>
        <pc:picChg chg="add del mod">
          <ac:chgData name="Cesar Augusto Lopez Gallego" userId="0dfa9112-9251-4882-b472-cf2dfcee09d1" providerId="ADAL" clId="{7A8EA5D8-45B7-4B7E-A703-6CC7E9642452}" dt="2025-12-04T12:42:34.956" v="681" actId="478"/>
          <ac:picMkLst>
            <pc:docMk/>
            <pc:sldMk cId="1484096506" sldId="528"/>
            <ac:picMk id="6" creationId="{3A9ACB42-FFA7-4876-81D3-9E1835C0A827}"/>
          </ac:picMkLst>
        </pc:picChg>
        <pc:cxnChg chg="add del mod">
          <ac:chgData name="Cesar Augusto Lopez Gallego" userId="0dfa9112-9251-4882-b472-cf2dfcee09d1" providerId="ADAL" clId="{7A8EA5D8-45B7-4B7E-A703-6CC7E9642452}" dt="2025-12-04T12:42:34.956" v="681" actId="478"/>
          <ac:cxnSpMkLst>
            <pc:docMk/>
            <pc:sldMk cId="1484096506" sldId="528"/>
            <ac:cxnSpMk id="11" creationId="{84DFFB92-12B8-4920-8BB7-5346064036CC}"/>
          </ac:cxnSpMkLst>
        </pc:cxnChg>
      </pc:sldChg>
      <pc:sldChg chg="addSp delSp modSp new mod modClrScheme chgLayout">
        <pc:chgData name="Cesar Augusto Lopez Gallego" userId="0dfa9112-9251-4882-b472-cf2dfcee09d1" providerId="ADAL" clId="{7A8EA5D8-45B7-4B7E-A703-6CC7E9642452}" dt="2025-12-03T16:46:08.529" v="567" actId="14100"/>
        <pc:sldMkLst>
          <pc:docMk/>
          <pc:sldMk cId="3900832475" sldId="529"/>
        </pc:sldMkLst>
        <pc:spChg chg="del">
          <ac:chgData name="Cesar Augusto Lopez Gallego" userId="0dfa9112-9251-4882-b472-cf2dfcee09d1" providerId="ADAL" clId="{7A8EA5D8-45B7-4B7E-A703-6CC7E9642452}" dt="2025-12-03T16:24:24.075" v="473" actId="478"/>
          <ac:spMkLst>
            <pc:docMk/>
            <pc:sldMk cId="3900832475" sldId="529"/>
            <ac:spMk id="2" creationId="{6419E2D0-6BE1-46F6-8ECF-F754EDA34BEA}"/>
          </ac:spMkLst>
        </pc:spChg>
        <pc:spChg chg="del">
          <ac:chgData name="Cesar Augusto Lopez Gallego" userId="0dfa9112-9251-4882-b472-cf2dfcee09d1" providerId="ADAL" clId="{7A8EA5D8-45B7-4B7E-A703-6CC7E9642452}" dt="2025-12-03T16:24:24.075" v="473" actId="478"/>
          <ac:spMkLst>
            <pc:docMk/>
            <pc:sldMk cId="3900832475" sldId="529"/>
            <ac:spMk id="3" creationId="{4F46D1FD-81C3-471A-8E41-9C8FF953A47F}"/>
          </ac:spMkLst>
        </pc:spChg>
        <pc:spChg chg="add mod">
          <ac:chgData name="Cesar Augusto Lopez Gallego" userId="0dfa9112-9251-4882-b472-cf2dfcee09d1" providerId="ADAL" clId="{7A8EA5D8-45B7-4B7E-A703-6CC7E9642452}" dt="2025-12-03T16:25:19.140" v="506" actId="20577"/>
          <ac:spMkLst>
            <pc:docMk/>
            <pc:sldMk cId="3900832475" sldId="529"/>
            <ac:spMk id="4" creationId="{DE8FA6D1-A39C-49DB-919E-B4682B286E2F}"/>
          </ac:spMkLst>
        </pc:spChg>
        <pc:spChg chg="add mod">
          <ac:chgData name="Cesar Augusto Lopez Gallego" userId="0dfa9112-9251-4882-b472-cf2dfcee09d1" providerId="ADAL" clId="{7A8EA5D8-45B7-4B7E-A703-6CC7E9642452}" dt="2025-12-03T16:45:49.188" v="562" actId="1076"/>
          <ac:spMkLst>
            <pc:docMk/>
            <pc:sldMk cId="3900832475" sldId="529"/>
            <ac:spMk id="17" creationId="{79B927B6-A9B6-4FB8-A848-944EE827FA40}"/>
          </ac:spMkLst>
        </pc:spChg>
        <pc:spChg chg="add mod">
          <ac:chgData name="Cesar Augusto Lopez Gallego" userId="0dfa9112-9251-4882-b472-cf2dfcee09d1" providerId="ADAL" clId="{7A8EA5D8-45B7-4B7E-A703-6CC7E9642452}" dt="2025-12-03T16:45:42.897" v="561" actId="20577"/>
          <ac:spMkLst>
            <pc:docMk/>
            <pc:sldMk cId="3900832475" sldId="529"/>
            <ac:spMk id="18" creationId="{EF157EC4-8EA9-46DA-8364-4038C71ACA5F}"/>
          </ac:spMkLst>
        </pc:spChg>
        <pc:picChg chg="add del mod">
          <ac:chgData name="Cesar Augusto Lopez Gallego" userId="0dfa9112-9251-4882-b472-cf2dfcee09d1" providerId="ADAL" clId="{7A8EA5D8-45B7-4B7E-A703-6CC7E9642452}" dt="2025-12-03T16:31:23.487" v="511" actId="21"/>
          <ac:picMkLst>
            <pc:docMk/>
            <pc:sldMk cId="3900832475" sldId="529"/>
            <ac:picMk id="6" creationId="{EEA91A8E-B051-475F-846C-F4DBA57A05C9}"/>
          </ac:picMkLst>
        </pc:picChg>
        <pc:picChg chg="add mod">
          <ac:chgData name="Cesar Augusto Lopez Gallego" userId="0dfa9112-9251-4882-b472-cf2dfcee09d1" providerId="ADAL" clId="{7A8EA5D8-45B7-4B7E-A703-6CC7E9642452}" dt="2025-12-03T16:45:50.540" v="563" actId="1076"/>
          <ac:picMkLst>
            <pc:docMk/>
            <pc:sldMk cId="3900832475" sldId="529"/>
            <ac:picMk id="8" creationId="{608EF938-08D2-4B4A-BDD0-C276F9D5933A}"/>
          </ac:picMkLst>
        </pc:picChg>
        <pc:picChg chg="add del mod">
          <ac:chgData name="Cesar Augusto Lopez Gallego" userId="0dfa9112-9251-4882-b472-cf2dfcee09d1" providerId="ADAL" clId="{7A8EA5D8-45B7-4B7E-A703-6CC7E9642452}" dt="2025-12-03T16:41:31.569" v="520" actId="22"/>
          <ac:picMkLst>
            <pc:docMk/>
            <pc:sldMk cId="3900832475" sldId="529"/>
            <ac:picMk id="10" creationId="{ECF7419E-0720-4005-87CA-54DFBD0C6479}"/>
          </ac:picMkLst>
        </pc:picChg>
        <pc:picChg chg="add mod">
          <ac:chgData name="Cesar Augusto Lopez Gallego" userId="0dfa9112-9251-4882-b472-cf2dfcee09d1" providerId="ADAL" clId="{7A8EA5D8-45B7-4B7E-A703-6CC7E9642452}" dt="2025-12-03T16:44:56.874" v="533" actId="1076"/>
          <ac:picMkLst>
            <pc:docMk/>
            <pc:sldMk cId="3900832475" sldId="529"/>
            <ac:picMk id="12" creationId="{FB33B9F2-B9C9-4730-BB5E-EC33183A3DB2}"/>
          </ac:picMkLst>
        </pc:picChg>
        <pc:picChg chg="add mod">
          <ac:chgData name="Cesar Augusto Lopez Gallego" userId="0dfa9112-9251-4882-b472-cf2dfcee09d1" providerId="ADAL" clId="{7A8EA5D8-45B7-4B7E-A703-6CC7E9642452}" dt="2025-12-03T16:44:56.874" v="533" actId="1076"/>
          <ac:picMkLst>
            <pc:docMk/>
            <pc:sldMk cId="3900832475" sldId="529"/>
            <ac:picMk id="14" creationId="{BFA338A3-3B03-4657-B934-39D2FD2C8755}"/>
          </ac:picMkLst>
        </pc:picChg>
        <pc:picChg chg="add mod">
          <ac:chgData name="Cesar Augusto Lopez Gallego" userId="0dfa9112-9251-4882-b472-cf2dfcee09d1" providerId="ADAL" clId="{7A8EA5D8-45B7-4B7E-A703-6CC7E9642452}" dt="2025-12-03T16:44:56.874" v="533" actId="1076"/>
          <ac:picMkLst>
            <pc:docMk/>
            <pc:sldMk cId="3900832475" sldId="529"/>
            <ac:picMk id="16" creationId="{C38732C7-DE9F-4E55-A3AE-7170A6C81793}"/>
          </ac:picMkLst>
        </pc:picChg>
        <pc:cxnChg chg="add mod">
          <ac:chgData name="Cesar Augusto Lopez Gallego" userId="0dfa9112-9251-4882-b472-cf2dfcee09d1" providerId="ADAL" clId="{7A8EA5D8-45B7-4B7E-A703-6CC7E9642452}" dt="2025-12-03T16:46:08.529" v="567" actId="14100"/>
          <ac:cxnSpMkLst>
            <pc:docMk/>
            <pc:sldMk cId="3900832475" sldId="529"/>
            <ac:cxnSpMk id="20" creationId="{583585BF-6BE7-4F3C-88DE-865B205705DF}"/>
          </ac:cxnSpMkLst>
        </pc:cxnChg>
      </pc:sldChg>
      <pc:sldChg chg="modSp add mod">
        <pc:chgData name="Cesar Augusto Lopez Gallego" userId="0dfa9112-9251-4882-b472-cf2dfcee09d1" providerId="ADAL" clId="{7A8EA5D8-45B7-4B7E-A703-6CC7E9642452}" dt="2025-12-04T13:10:42.912" v="1920" actId="1076"/>
        <pc:sldMkLst>
          <pc:docMk/>
          <pc:sldMk cId="1332079934" sldId="530"/>
        </pc:sldMkLst>
        <pc:spChg chg="mod">
          <ac:chgData name="Cesar Augusto Lopez Gallego" userId="0dfa9112-9251-4882-b472-cf2dfcee09d1" providerId="ADAL" clId="{7A8EA5D8-45B7-4B7E-A703-6CC7E9642452}" dt="2025-12-04T13:10:13.499" v="1916" actId="20577"/>
          <ac:spMkLst>
            <pc:docMk/>
            <pc:sldMk cId="1332079934" sldId="530"/>
            <ac:spMk id="7" creationId="{88C63A74-D81B-453E-AF6C-A65A4A9A4881}"/>
          </ac:spMkLst>
        </pc:spChg>
        <pc:spChg chg="mod">
          <ac:chgData name="Cesar Augusto Lopez Gallego" userId="0dfa9112-9251-4882-b472-cf2dfcee09d1" providerId="ADAL" clId="{7A8EA5D8-45B7-4B7E-A703-6CC7E9642452}" dt="2025-12-04T13:10:33.258" v="1918" actId="1076"/>
          <ac:spMkLst>
            <pc:docMk/>
            <pc:sldMk cId="1332079934" sldId="530"/>
            <ac:spMk id="8" creationId="{F6F6AD08-7EAB-4E70-A69F-B78E3A9CB5E7}"/>
          </ac:spMkLst>
        </pc:spChg>
        <pc:spChg chg="mod">
          <ac:chgData name="Cesar Augusto Lopez Gallego" userId="0dfa9112-9251-4882-b472-cf2dfcee09d1" providerId="ADAL" clId="{7A8EA5D8-45B7-4B7E-A703-6CC7E9642452}" dt="2025-12-04T13:10:33.258" v="1918" actId="1076"/>
          <ac:spMkLst>
            <pc:docMk/>
            <pc:sldMk cId="1332079934" sldId="530"/>
            <ac:spMk id="9" creationId="{87E00C6C-EEAA-4190-9639-D1AAC53F60B0}"/>
          </ac:spMkLst>
        </pc:spChg>
        <pc:spChg chg="mod">
          <ac:chgData name="Cesar Augusto Lopez Gallego" userId="0dfa9112-9251-4882-b472-cf2dfcee09d1" providerId="ADAL" clId="{7A8EA5D8-45B7-4B7E-A703-6CC7E9642452}" dt="2025-12-04T13:10:33.258" v="1918" actId="1076"/>
          <ac:spMkLst>
            <pc:docMk/>
            <pc:sldMk cId="1332079934" sldId="530"/>
            <ac:spMk id="14" creationId="{EEF85124-D404-472C-A28C-EB774B6C86A4}"/>
          </ac:spMkLst>
        </pc:spChg>
        <pc:spChg chg="mod">
          <ac:chgData name="Cesar Augusto Lopez Gallego" userId="0dfa9112-9251-4882-b472-cf2dfcee09d1" providerId="ADAL" clId="{7A8EA5D8-45B7-4B7E-A703-6CC7E9642452}" dt="2025-12-04T13:10:42.912" v="1920" actId="1076"/>
          <ac:spMkLst>
            <pc:docMk/>
            <pc:sldMk cId="1332079934" sldId="530"/>
            <ac:spMk id="15" creationId="{60E8737A-1A31-437F-B057-4F0944A2BD52}"/>
          </ac:spMkLst>
        </pc:spChg>
        <pc:spChg chg="mod">
          <ac:chgData name="Cesar Augusto Lopez Gallego" userId="0dfa9112-9251-4882-b472-cf2dfcee09d1" providerId="ADAL" clId="{7A8EA5D8-45B7-4B7E-A703-6CC7E9642452}" dt="2025-12-04T13:10:38.912" v="1919" actId="1076"/>
          <ac:spMkLst>
            <pc:docMk/>
            <pc:sldMk cId="1332079934" sldId="530"/>
            <ac:spMk id="16" creationId="{83699D8C-1D6A-4CC2-8E92-74221EE21285}"/>
          </ac:spMkLst>
        </pc:spChg>
        <pc:spChg chg="mod">
          <ac:chgData name="Cesar Augusto Lopez Gallego" userId="0dfa9112-9251-4882-b472-cf2dfcee09d1" providerId="ADAL" clId="{7A8EA5D8-45B7-4B7E-A703-6CC7E9642452}" dt="2025-12-04T13:10:33.258" v="1918" actId="1076"/>
          <ac:spMkLst>
            <pc:docMk/>
            <pc:sldMk cId="1332079934" sldId="530"/>
            <ac:spMk id="17" creationId="{0CF128C5-A87C-4CCB-AC62-7D9D424D1C29}"/>
          </ac:spMkLst>
        </pc:spChg>
        <pc:picChg chg="mod">
          <ac:chgData name="Cesar Augusto Lopez Gallego" userId="0dfa9112-9251-4882-b472-cf2dfcee09d1" providerId="ADAL" clId="{7A8EA5D8-45B7-4B7E-A703-6CC7E9642452}" dt="2025-12-04T13:10:33.258" v="1918" actId="1076"/>
          <ac:picMkLst>
            <pc:docMk/>
            <pc:sldMk cId="1332079934" sldId="530"/>
            <ac:picMk id="6" creationId="{3A9ACB42-FFA7-4876-81D3-9E1835C0A827}"/>
          </ac:picMkLst>
        </pc:picChg>
        <pc:cxnChg chg="mod">
          <ac:chgData name="Cesar Augusto Lopez Gallego" userId="0dfa9112-9251-4882-b472-cf2dfcee09d1" providerId="ADAL" clId="{7A8EA5D8-45B7-4B7E-A703-6CC7E9642452}" dt="2025-12-04T13:10:33.258" v="1918" actId="1076"/>
          <ac:cxnSpMkLst>
            <pc:docMk/>
            <pc:sldMk cId="1332079934" sldId="530"/>
            <ac:cxnSpMk id="11" creationId="{84DFFB92-12B8-4920-8BB7-5346064036CC}"/>
          </ac:cxnSpMkLst>
        </pc:cxnChg>
      </pc:sldChg>
      <pc:sldChg chg="new del">
        <pc:chgData name="Cesar Augusto Lopez Gallego" userId="0dfa9112-9251-4882-b472-cf2dfcee09d1" providerId="ADAL" clId="{7A8EA5D8-45B7-4B7E-A703-6CC7E9642452}" dt="2025-12-04T12:42:16.439" v="673" actId="47"/>
        <pc:sldMkLst>
          <pc:docMk/>
          <pc:sldMk cId="3044836401" sldId="530"/>
        </pc:sldMkLst>
      </pc:sldChg>
      <pc:sldChg chg="addSp modSp new mod">
        <pc:chgData name="Cesar Augusto Lopez Gallego" userId="0dfa9112-9251-4882-b472-cf2dfcee09d1" providerId="ADAL" clId="{7A8EA5D8-45B7-4B7E-A703-6CC7E9642452}" dt="2025-12-04T13:23:33.402" v="1973" actId="20577"/>
        <pc:sldMkLst>
          <pc:docMk/>
          <pc:sldMk cId="4289385972" sldId="531"/>
        </pc:sldMkLst>
        <pc:spChg chg="add mod">
          <ac:chgData name="Cesar Augusto Lopez Gallego" userId="0dfa9112-9251-4882-b472-cf2dfcee09d1" providerId="ADAL" clId="{7A8EA5D8-45B7-4B7E-A703-6CC7E9642452}" dt="2025-12-04T13:22:11.252" v="1935"/>
          <ac:spMkLst>
            <pc:docMk/>
            <pc:sldMk cId="4289385972" sldId="531"/>
            <ac:spMk id="4" creationId="{63FCF3BC-F9ED-49BC-AFAF-F628668AF224}"/>
          </ac:spMkLst>
        </pc:spChg>
        <pc:spChg chg="add mod">
          <ac:chgData name="Cesar Augusto Lopez Gallego" userId="0dfa9112-9251-4882-b472-cf2dfcee09d1" providerId="ADAL" clId="{7A8EA5D8-45B7-4B7E-A703-6CC7E9642452}" dt="2025-12-04T13:23:08.820" v="1942" actId="1076"/>
          <ac:spMkLst>
            <pc:docMk/>
            <pc:sldMk cId="4289385972" sldId="531"/>
            <ac:spMk id="6" creationId="{7BAA1FD0-AEE3-4653-A6B0-4F0E74CD9FB2}"/>
          </ac:spMkLst>
        </pc:spChg>
        <pc:spChg chg="add mod">
          <ac:chgData name="Cesar Augusto Lopez Gallego" userId="0dfa9112-9251-4882-b472-cf2dfcee09d1" providerId="ADAL" clId="{7A8EA5D8-45B7-4B7E-A703-6CC7E9642452}" dt="2025-12-04T13:23:33.402" v="1973" actId="20577"/>
          <ac:spMkLst>
            <pc:docMk/>
            <pc:sldMk cId="4289385972" sldId="531"/>
            <ac:spMk id="8" creationId="{273AFD2E-3DB9-4686-9C86-A9640D69E8CD}"/>
          </ac:spMkLst>
        </pc:spChg>
        <pc:picChg chg="add mod">
          <ac:chgData name="Cesar Augusto Lopez Gallego" userId="0dfa9112-9251-4882-b472-cf2dfcee09d1" providerId="ADAL" clId="{7A8EA5D8-45B7-4B7E-A703-6CC7E9642452}" dt="2025-12-04T13:23:10.614" v="1943" actId="1076"/>
          <ac:picMkLst>
            <pc:docMk/>
            <pc:sldMk cId="4289385972" sldId="531"/>
            <ac:picMk id="3" creationId="{863588F6-9ED3-4FA1-A4B1-26DDECE8EBD2}"/>
          </ac:picMkLst>
        </pc:picChg>
      </pc:sldChg>
      <pc:sldChg chg="addSp delSp modSp new mod">
        <pc:chgData name="Cesar Augusto Lopez Gallego" userId="0dfa9112-9251-4882-b472-cf2dfcee09d1" providerId="ADAL" clId="{7A8EA5D8-45B7-4B7E-A703-6CC7E9642452}" dt="2025-12-04T19:41:12.958" v="3253" actId="1076"/>
        <pc:sldMkLst>
          <pc:docMk/>
          <pc:sldMk cId="875024308" sldId="532"/>
        </pc:sldMkLst>
        <pc:spChg chg="add mod">
          <ac:chgData name="Cesar Augusto Lopez Gallego" userId="0dfa9112-9251-4882-b472-cf2dfcee09d1" providerId="ADAL" clId="{7A8EA5D8-45B7-4B7E-A703-6CC7E9642452}" dt="2025-12-04T17:12:35.471" v="2909" actId="20577"/>
          <ac:spMkLst>
            <pc:docMk/>
            <pc:sldMk cId="875024308" sldId="532"/>
            <ac:spMk id="4" creationId="{BE978C02-42D8-4827-A0AC-73210809E0DE}"/>
          </ac:spMkLst>
        </pc:spChg>
        <pc:spChg chg="add mod">
          <ac:chgData name="Cesar Augusto Lopez Gallego" userId="0dfa9112-9251-4882-b472-cf2dfcee09d1" providerId="ADAL" clId="{7A8EA5D8-45B7-4B7E-A703-6CC7E9642452}" dt="2025-12-04T17:16:57.921" v="2980" actId="13926"/>
          <ac:spMkLst>
            <pc:docMk/>
            <pc:sldMk cId="875024308" sldId="532"/>
            <ac:spMk id="6" creationId="{12817083-8660-4087-8422-E415C9F9531C}"/>
          </ac:spMkLst>
        </pc:spChg>
        <pc:spChg chg="add mod">
          <ac:chgData name="Cesar Augusto Lopez Gallego" userId="0dfa9112-9251-4882-b472-cf2dfcee09d1" providerId="ADAL" clId="{7A8EA5D8-45B7-4B7E-A703-6CC7E9642452}" dt="2025-12-04T17:22:41.925" v="3157" actId="1076"/>
          <ac:spMkLst>
            <pc:docMk/>
            <pc:sldMk cId="875024308" sldId="532"/>
            <ac:spMk id="8" creationId="{03EABF77-C91D-4187-9C40-8B8A50CCD9C5}"/>
          </ac:spMkLst>
        </pc:spChg>
        <pc:spChg chg="add mod">
          <ac:chgData name="Cesar Augusto Lopez Gallego" userId="0dfa9112-9251-4882-b472-cf2dfcee09d1" providerId="ADAL" clId="{7A8EA5D8-45B7-4B7E-A703-6CC7E9642452}" dt="2025-12-04T17:20:45.570" v="3081" actId="403"/>
          <ac:spMkLst>
            <pc:docMk/>
            <pc:sldMk cId="875024308" sldId="532"/>
            <ac:spMk id="10" creationId="{0411E726-34C6-4D05-BEA4-50D0C4EEC1CC}"/>
          </ac:spMkLst>
        </pc:spChg>
        <pc:spChg chg="add mod">
          <ac:chgData name="Cesar Augusto Lopez Gallego" userId="0dfa9112-9251-4882-b472-cf2dfcee09d1" providerId="ADAL" clId="{7A8EA5D8-45B7-4B7E-A703-6CC7E9642452}" dt="2025-12-04T19:41:12.958" v="3253" actId="1076"/>
          <ac:spMkLst>
            <pc:docMk/>
            <pc:sldMk cId="875024308" sldId="532"/>
            <ac:spMk id="11" creationId="{77B45819-ABF2-4B82-A259-0C626800A1E2}"/>
          </ac:spMkLst>
        </pc:spChg>
        <pc:picChg chg="add del">
          <ac:chgData name="Cesar Augusto Lopez Gallego" userId="0dfa9112-9251-4882-b472-cf2dfcee09d1" providerId="ADAL" clId="{7A8EA5D8-45B7-4B7E-A703-6CC7E9642452}" dt="2025-12-04T17:12:15.386" v="2866" actId="478"/>
          <ac:picMkLst>
            <pc:docMk/>
            <pc:sldMk cId="875024308" sldId="532"/>
            <ac:picMk id="3" creationId="{8E000D1E-65BD-4C5C-A355-AE0E3653B629}"/>
          </ac:picMkLst>
        </pc:picChg>
      </pc:sldChg>
      <pc:sldChg chg="addSp modSp new mod">
        <pc:chgData name="Cesar Augusto Lopez Gallego" userId="0dfa9112-9251-4882-b472-cf2dfcee09d1" providerId="ADAL" clId="{7A8EA5D8-45B7-4B7E-A703-6CC7E9642452}" dt="2025-12-04T19:54:00.373" v="3447" actId="1076"/>
        <pc:sldMkLst>
          <pc:docMk/>
          <pc:sldMk cId="2756844580" sldId="533"/>
        </pc:sldMkLst>
        <pc:spChg chg="add mod">
          <ac:chgData name="Cesar Augusto Lopez Gallego" userId="0dfa9112-9251-4882-b472-cf2dfcee09d1" providerId="ADAL" clId="{7A8EA5D8-45B7-4B7E-A703-6CC7E9642452}" dt="2025-12-04T17:24:01.812" v="3179"/>
          <ac:spMkLst>
            <pc:docMk/>
            <pc:sldMk cId="2756844580" sldId="533"/>
            <ac:spMk id="2" creationId="{72D50AB0-D113-4B5A-8D6E-FDA9A0A523FB}"/>
          </ac:spMkLst>
        </pc:spChg>
        <pc:spChg chg="add mod">
          <ac:chgData name="Cesar Augusto Lopez Gallego" userId="0dfa9112-9251-4882-b472-cf2dfcee09d1" providerId="ADAL" clId="{7A8EA5D8-45B7-4B7E-A703-6CC7E9642452}" dt="2025-12-04T19:46:29.238" v="3288" actId="1076"/>
          <ac:spMkLst>
            <pc:docMk/>
            <pc:sldMk cId="2756844580" sldId="533"/>
            <ac:spMk id="4" creationId="{58565E5D-36C8-49C8-977A-48C05B2CE285}"/>
          </ac:spMkLst>
        </pc:spChg>
        <pc:spChg chg="add mod">
          <ac:chgData name="Cesar Augusto Lopez Gallego" userId="0dfa9112-9251-4882-b472-cf2dfcee09d1" providerId="ADAL" clId="{7A8EA5D8-45B7-4B7E-A703-6CC7E9642452}" dt="2025-12-04T19:50:38.093" v="3407" actId="20577"/>
          <ac:spMkLst>
            <pc:docMk/>
            <pc:sldMk cId="2756844580" sldId="533"/>
            <ac:spMk id="6" creationId="{996A4D6F-5F45-46D9-83AF-60F23F06A84C}"/>
          </ac:spMkLst>
        </pc:spChg>
        <pc:spChg chg="add mod">
          <ac:chgData name="Cesar Augusto Lopez Gallego" userId="0dfa9112-9251-4882-b472-cf2dfcee09d1" providerId="ADAL" clId="{7A8EA5D8-45B7-4B7E-A703-6CC7E9642452}" dt="2025-12-04T19:46:31.292" v="3289" actId="1076"/>
          <ac:spMkLst>
            <pc:docMk/>
            <pc:sldMk cId="2756844580" sldId="533"/>
            <ac:spMk id="8" creationId="{8B75C7E6-7D84-4148-AA9D-C58A904F9DA7}"/>
          </ac:spMkLst>
        </pc:spChg>
        <pc:spChg chg="add mod">
          <ac:chgData name="Cesar Augusto Lopez Gallego" userId="0dfa9112-9251-4882-b472-cf2dfcee09d1" providerId="ADAL" clId="{7A8EA5D8-45B7-4B7E-A703-6CC7E9642452}" dt="2025-12-04T19:50:25.230" v="3401" actId="2711"/>
          <ac:spMkLst>
            <pc:docMk/>
            <pc:sldMk cId="2756844580" sldId="533"/>
            <ac:spMk id="10" creationId="{F90B8ECF-FE36-4726-91B3-F8D8C7AB5A47}"/>
          </ac:spMkLst>
        </pc:spChg>
        <pc:spChg chg="add mod">
          <ac:chgData name="Cesar Augusto Lopez Gallego" userId="0dfa9112-9251-4882-b472-cf2dfcee09d1" providerId="ADAL" clId="{7A8EA5D8-45B7-4B7E-A703-6CC7E9642452}" dt="2025-12-04T19:54:00.373" v="3447" actId="1076"/>
          <ac:spMkLst>
            <pc:docMk/>
            <pc:sldMk cId="2756844580" sldId="533"/>
            <ac:spMk id="16" creationId="{92C46A4A-1CCF-475A-A5B4-44245864FC8C}"/>
          </ac:spMkLst>
        </pc:spChg>
        <pc:cxnChg chg="add mod">
          <ac:chgData name="Cesar Augusto Lopez Gallego" userId="0dfa9112-9251-4882-b472-cf2dfcee09d1" providerId="ADAL" clId="{7A8EA5D8-45B7-4B7E-A703-6CC7E9642452}" dt="2025-12-04T19:50:52.554" v="3408" actId="14100"/>
          <ac:cxnSpMkLst>
            <pc:docMk/>
            <pc:sldMk cId="2756844580" sldId="533"/>
            <ac:cxnSpMk id="12" creationId="{05695C46-9668-4F28-BED2-CC7DD7924A8C}"/>
          </ac:cxnSpMkLst>
        </pc:cxnChg>
        <pc:cxnChg chg="add mod">
          <ac:chgData name="Cesar Augusto Lopez Gallego" userId="0dfa9112-9251-4882-b472-cf2dfcee09d1" providerId="ADAL" clId="{7A8EA5D8-45B7-4B7E-A703-6CC7E9642452}" dt="2025-12-04T19:53:35.967" v="3410" actId="13822"/>
          <ac:cxnSpMkLst>
            <pc:docMk/>
            <pc:sldMk cId="2756844580" sldId="533"/>
            <ac:cxnSpMk id="15" creationId="{8E389C23-3E85-4BA1-A914-485556E59C31}"/>
          </ac:cxnSpMkLst>
        </pc:cxnChg>
      </pc:sldChg>
      <pc:sldChg chg="addSp modSp new mod">
        <pc:chgData name="Cesar Augusto Lopez Gallego" userId="0dfa9112-9251-4882-b472-cf2dfcee09d1" providerId="ADAL" clId="{7A8EA5D8-45B7-4B7E-A703-6CC7E9642452}" dt="2025-12-04T20:12:34.788" v="3613" actId="1076"/>
        <pc:sldMkLst>
          <pc:docMk/>
          <pc:sldMk cId="1299926678" sldId="534"/>
        </pc:sldMkLst>
        <pc:spChg chg="add mod">
          <ac:chgData name="Cesar Augusto Lopez Gallego" userId="0dfa9112-9251-4882-b472-cf2dfcee09d1" providerId="ADAL" clId="{7A8EA5D8-45B7-4B7E-A703-6CC7E9642452}" dt="2025-12-04T20:05:01.494" v="3517" actId="20577"/>
          <ac:spMkLst>
            <pc:docMk/>
            <pc:sldMk cId="1299926678" sldId="534"/>
            <ac:spMk id="2" creationId="{6699F324-2389-48CD-9113-2DC14E333650}"/>
          </ac:spMkLst>
        </pc:spChg>
        <pc:spChg chg="add mod">
          <ac:chgData name="Cesar Augusto Lopez Gallego" userId="0dfa9112-9251-4882-b472-cf2dfcee09d1" providerId="ADAL" clId="{7A8EA5D8-45B7-4B7E-A703-6CC7E9642452}" dt="2025-12-04T20:12:26.783" v="3610" actId="113"/>
          <ac:spMkLst>
            <pc:docMk/>
            <pc:sldMk cId="1299926678" sldId="534"/>
            <ac:spMk id="6" creationId="{A9495D03-33B9-4E2B-B156-52886D522E37}"/>
          </ac:spMkLst>
        </pc:spChg>
        <pc:spChg chg="add mod">
          <ac:chgData name="Cesar Augusto Lopez Gallego" userId="0dfa9112-9251-4882-b472-cf2dfcee09d1" providerId="ADAL" clId="{7A8EA5D8-45B7-4B7E-A703-6CC7E9642452}" dt="2025-12-04T20:12:34.788" v="3613" actId="1076"/>
          <ac:spMkLst>
            <pc:docMk/>
            <pc:sldMk cId="1299926678" sldId="534"/>
            <ac:spMk id="8" creationId="{F3B276F3-CEB5-48ED-8FE6-3650EE5CE290}"/>
          </ac:spMkLst>
        </pc:spChg>
        <pc:spChg chg="add mod">
          <ac:chgData name="Cesar Augusto Lopez Gallego" userId="0dfa9112-9251-4882-b472-cf2dfcee09d1" providerId="ADAL" clId="{7A8EA5D8-45B7-4B7E-A703-6CC7E9642452}" dt="2025-12-04T20:11:44.652" v="3608" actId="1076"/>
          <ac:spMkLst>
            <pc:docMk/>
            <pc:sldMk cId="1299926678" sldId="534"/>
            <ac:spMk id="10" creationId="{7574AD59-4411-4F08-A076-2B3D5557B7C3}"/>
          </ac:spMkLst>
        </pc:spChg>
        <pc:picChg chg="add mod">
          <ac:chgData name="Cesar Augusto Lopez Gallego" userId="0dfa9112-9251-4882-b472-cf2dfcee09d1" providerId="ADAL" clId="{7A8EA5D8-45B7-4B7E-A703-6CC7E9642452}" dt="2025-12-04T20:03:04.260" v="3506" actId="1076"/>
          <ac:picMkLst>
            <pc:docMk/>
            <pc:sldMk cId="1299926678" sldId="534"/>
            <ac:picMk id="4" creationId="{8345A07F-C023-4BBC-96C7-3DD6D48D635B}"/>
          </ac:picMkLst>
        </pc:picChg>
      </pc:sldChg>
      <pc:sldChg chg="addSp delSp modSp new mod">
        <pc:chgData name="Cesar Augusto Lopez Gallego" userId="0dfa9112-9251-4882-b472-cf2dfcee09d1" providerId="ADAL" clId="{7A8EA5D8-45B7-4B7E-A703-6CC7E9642452}" dt="2025-12-04T20:48:19.899" v="3852" actId="1076"/>
        <pc:sldMkLst>
          <pc:docMk/>
          <pc:sldMk cId="3265143560" sldId="535"/>
        </pc:sldMkLst>
        <pc:spChg chg="add mod">
          <ac:chgData name="Cesar Augusto Lopez Gallego" userId="0dfa9112-9251-4882-b472-cf2dfcee09d1" providerId="ADAL" clId="{7A8EA5D8-45B7-4B7E-A703-6CC7E9642452}" dt="2025-12-04T20:08:49.678" v="3539" actId="20577"/>
          <ac:spMkLst>
            <pc:docMk/>
            <pc:sldMk cId="3265143560" sldId="535"/>
            <ac:spMk id="4" creationId="{BE8C964B-FEDE-4AD1-B953-C7CDE74F0906}"/>
          </ac:spMkLst>
        </pc:spChg>
        <pc:spChg chg="add del mod">
          <ac:chgData name="Cesar Augusto Lopez Gallego" userId="0dfa9112-9251-4882-b472-cf2dfcee09d1" providerId="ADAL" clId="{7A8EA5D8-45B7-4B7E-A703-6CC7E9642452}" dt="2025-12-04T20:14:28.824" v="3622" actId="478"/>
          <ac:spMkLst>
            <pc:docMk/>
            <pc:sldMk cId="3265143560" sldId="535"/>
            <ac:spMk id="6" creationId="{4E2E4F95-19BB-43F8-A84C-B70965114BE9}"/>
          </ac:spMkLst>
        </pc:spChg>
        <pc:spChg chg="add mod">
          <ac:chgData name="Cesar Augusto Lopez Gallego" userId="0dfa9112-9251-4882-b472-cf2dfcee09d1" providerId="ADAL" clId="{7A8EA5D8-45B7-4B7E-A703-6CC7E9642452}" dt="2025-12-04T20:18:55.441" v="3646" actId="20577"/>
          <ac:spMkLst>
            <pc:docMk/>
            <pc:sldMk cId="3265143560" sldId="535"/>
            <ac:spMk id="12" creationId="{C3C74E27-FB2E-4F5F-9642-48B56E87AB07}"/>
          </ac:spMkLst>
        </pc:spChg>
        <pc:spChg chg="add mod">
          <ac:chgData name="Cesar Augusto Lopez Gallego" userId="0dfa9112-9251-4882-b472-cf2dfcee09d1" providerId="ADAL" clId="{7A8EA5D8-45B7-4B7E-A703-6CC7E9642452}" dt="2025-12-04T20:20:32.132" v="3697" actId="1076"/>
          <ac:spMkLst>
            <pc:docMk/>
            <pc:sldMk cId="3265143560" sldId="535"/>
            <ac:spMk id="14" creationId="{0B5B5E95-A0D0-49CF-9329-CA286B1B5628}"/>
          </ac:spMkLst>
        </pc:spChg>
        <pc:spChg chg="add mod">
          <ac:chgData name="Cesar Augusto Lopez Gallego" userId="0dfa9112-9251-4882-b472-cf2dfcee09d1" providerId="ADAL" clId="{7A8EA5D8-45B7-4B7E-A703-6CC7E9642452}" dt="2025-12-04T20:48:19.899" v="3852" actId="1076"/>
          <ac:spMkLst>
            <pc:docMk/>
            <pc:sldMk cId="3265143560" sldId="535"/>
            <ac:spMk id="15" creationId="{9355E307-46BF-492B-8EE0-5C2FE1E901B8}"/>
          </ac:spMkLst>
        </pc:spChg>
        <pc:picChg chg="add mod">
          <ac:chgData name="Cesar Augusto Lopez Gallego" userId="0dfa9112-9251-4882-b472-cf2dfcee09d1" providerId="ADAL" clId="{7A8EA5D8-45B7-4B7E-A703-6CC7E9642452}" dt="2025-12-04T20:16:01.989" v="3635" actId="1076"/>
          <ac:picMkLst>
            <pc:docMk/>
            <pc:sldMk cId="3265143560" sldId="535"/>
            <ac:picMk id="3" creationId="{971E2561-A83F-457A-951D-35C88BD684E3}"/>
          </ac:picMkLst>
        </pc:picChg>
        <pc:picChg chg="add del mod">
          <ac:chgData name="Cesar Augusto Lopez Gallego" userId="0dfa9112-9251-4882-b472-cf2dfcee09d1" providerId="ADAL" clId="{7A8EA5D8-45B7-4B7E-A703-6CC7E9642452}" dt="2025-12-04T20:15:50.104" v="3631" actId="478"/>
          <ac:picMkLst>
            <pc:docMk/>
            <pc:sldMk cId="3265143560" sldId="535"/>
            <ac:picMk id="8" creationId="{84228243-C7F0-4688-BE00-53997AA7DF42}"/>
          </ac:picMkLst>
        </pc:picChg>
        <pc:picChg chg="add mod">
          <ac:chgData name="Cesar Augusto Lopez Gallego" userId="0dfa9112-9251-4882-b472-cf2dfcee09d1" providerId="ADAL" clId="{7A8EA5D8-45B7-4B7E-A703-6CC7E9642452}" dt="2025-12-04T20:15:55.989" v="3634" actId="1076"/>
          <ac:picMkLst>
            <pc:docMk/>
            <pc:sldMk cId="3265143560" sldId="535"/>
            <ac:picMk id="10" creationId="{A9B1E1A1-BED9-4B35-B542-2CACA646FC6E}"/>
          </ac:picMkLst>
        </pc:picChg>
      </pc:sldChg>
      <pc:sldChg chg="addSp modSp new mod">
        <pc:chgData name="Cesar Augusto Lopez Gallego" userId="0dfa9112-9251-4882-b472-cf2dfcee09d1" providerId="ADAL" clId="{7A8EA5D8-45B7-4B7E-A703-6CC7E9642452}" dt="2025-12-04T20:11:04.964" v="3590" actId="20577"/>
        <pc:sldMkLst>
          <pc:docMk/>
          <pc:sldMk cId="1591123336" sldId="536"/>
        </pc:sldMkLst>
        <pc:spChg chg="add mod">
          <ac:chgData name="Cesar Augusto Lopez Gallego" userId="0dfa9112-9251-4882-b472-cf2dfcee09d1" providerId="ADAL" clId="{7A8EA5D8-45B7-4B7E-A703-6CC7E9642452}" dt="2025-12-04T20:11:04.964" v="3590" actId="20577"/>
          <ac:spMkLst>
            <pc:docMk/>
            <pc:sldMk cId="1591123336" sldId="536"/>
            <ac:spMk id="4" creationId="{AE56ADCF-FA55-45FF-885D-E6FD1FEEC211}"/>
          </ac:spMkLst>
        </pc:spChg>
        <pc:picChg chg="add mod">
          <ac:chgData name="Cesar Augusto Lopez Gallego" userId="0dfa9112-9251-4882-b472-cf2dfcee09d1" providerId="ADAL" clId="{7A8EA5D8-45B7-4B7E-A703-6CC7E9642452}" dt="2025-12-04T20:09:29.263" v="3544" actId="1076"/>
          <ac:picMkLst>
            <pc:docMk/>
            <pc:sldMk cId="1591123336" sldId="536"/>
            <ac:picMk id="1026" creationId="{76D7DB81-36FC-4C79-B5B1-08D605DC2DA9}"/>
          </ac:picMkLst>
        </pc:picChg>
      </pc:sldChg>
      <pc:sldChg chg="addSp delSp modSp new mod">
        <pc:chgData name="Cesar Augusto Lopez Gallego" userId="0dfa9112-9251-4882-b472-cf2dfcee09d1" providerId="ADAL" clId="{7A8EA5D8-45B7-4B7E-A703-6CC7E9642452}" dt="2025-12-04T22:49:48.648" v="4025" actId="1076"/>
        <pc:sldMkLst>
          <pc:docMk/>
          <pc:sldMk cId="2740946793" sldId="537"/>
        </pc:sldMkLst>
        <pc:spChg chg="add mod">
          <ac:chgData name="Cesar Augusto Lopez Gallego" userId="0dfa9112-9251-4882-b472-cf2dfcee09d1" providerId="ADAL" clId="{7A8EA5D8-45B7-4B7E-A703-6CC7E9642452}" dt="2025-12-04T22:49:48.648" v="4025" actId="1076"/>
          <ac:spMkLst>
            <pc:docMk/>
            <pc:sldMk cId="2740946793" sldId="537"/>
            <ac:spMk id="2" creationId="{980BB126-8454-4ED3-B3B8-5F4D2F25D929}"/>
          </ac:spMkLst>
        </pc:spChg>
        <pc:spChg chg="add mod">
          <ac:chgData name="Cesar Augusto Lopez Gallego" userId="0dfa9112-9251-4882-b472-cf2dfcee09d1" providerId="ADAL" clId="{7A8EA5D8-45B7-4B7E-A703-6CC7E9642452}" dt="2025-12-04T20:34:25.211" v="3722" actId="20577"/>
          <ac:spMkLst>
            <pc:docMk/>
            <pc:sldMk cId="2740946793" sldId="537"/>
            <ac:spMk id="8" creationId="{C7174999-9764-4C47-BB67-25EE6450EE26}"/>
          </ac:spMkLst>
        </pc:spChg>
        <pc:spChg chg="add mod">
          <ac:chgData name="Cesar Augusto Lopez Gallego" userId="0dfa9112-9251-4882-b472-cf2dfcee09d1" providerId="ADAL" clId="{7A8EA5D8-45B7-4B7E-A703-6CC7E9642452}" dt="2025-12-04T22:47:42.600" v="3992" actId="1076"/>
          <ac:spMkLst>
            <pc:docMk/>
            <pc:sldMk cId="2740946793" sldId="537"/>
            <ac:spMk id="10" creationId="{28A419F2-2129-4E66-8918-8DBA7867D671}"/>
          </ac:spMkLst>
        </pc:spChg>
        <pc:spChg chg="add mod">
          <ac:chgData name="Cesar Augusto Lopez Gallego" userId="0dfa9112-9251-4882-b472-cf2dfcee09d1" providerId="ADAL" clId="{7A8EA5D8-45B7-4B7E-A703-6CC7E9642452}" dt="2025-12-04T20:48:25.786" v="3854" actId="1076"/>
          <ac:spMkLst>
            <pc:docMk/>
            <pc:sldMk cId="2740946793" sldId="537"/>
            <ac:spMk id="11" creationId="{A8174E33-0C1A-4B97-AF41-32B0F236A082}"/>
          </ac:spMkLst>
        </pc:spChg>
        <pc:picChg chg="add mod">
          <ac:chgData name="Cesar Augusto Lopez Gallego" userId="0dfa9112-9251-4882-b472-cf2dfcee09d1" providerId="ADAL" clId="{7A8EA5D8-45B7-4B7E-A703-6CC7E9642452}" dt="2025-12-04T20:36:52.214" v="3811" actId="14100"/>
          <ac:picMkLst>
            <pc:docMk/>
            <pc:sldMk cId="2740946793" sldId="537"/>
            <ac:picMk id="3" creationId="{45FE75A3-C555-4B3A-AE84-1F62BD363C5C}"/>
          </ac:picMkLst>
        </pc:picChg>
        <pc:picChg chg="add del mod">
          <ac:chgData name="Cesar Augusto Lopez Gallego" userId="0dfa9112-9251-4882-b472-cf2dfcee09d1" providerId="ADAL" clId="{7A8EA5D8-45B7-4B7E-A703-6CC7E9642452}" dt="2025-12-04T20:33:27.606" v="3706" actId="478"/>
          <ac:picMkLst>
            <pc:docMk/>
            <pc:sldMk cId="2740946793" sldId="537"/>
            <ac:picMk id="5" creationId="{56652173-5C25-400D-AD60-F83528E3B645}"/>
          </ac:picMkLst>
        </pc:picChg>
        <pc:picChg chg="add mod">
          <ac:chgData name="Cesar Augusto Lopez Gallego" userId="0dfa9112-9251-4882-b472-cf2dfcee09d1" providerId="ADAL" clId="{7A8EA5D8-45B7-4B7E-A703-6CC7E9642452}" dt="2025-12-04T20:36:54.234" v="3812" actId="14100"/>
          <ac:picMkLst>
            <pc:docMk/>
            <pc:sldMk cId="2740946793" sldId="537"/>
            <ac:picMk id="7" creationId="{1DC7E313-E0BE-4744-8F43-244355CB7BF3}"/>
          </ac:picMkLst>
        </pc:picChg>
      </pc:sldChg>
      <pc:sldChg chg="addSp modSp new mod">
        <pc:chgData name="Cesar Augusto Lopez Gallego" userId="0dfa9112-9251-4882-b472-cf2dfcee09d1" providerId="ADAL" clId="{7A8EA5D8-45B7-4B7E-A703-6CC7E9642452}" dt="2025-12-04T22:50:19.792" v="4064" actId="20577"/>
        <pc:sldMkLst>
          <pc:docMk/>
          <pc:sldMk cId="2205580069" sldId="538"/>
        </pc:sldMkLst>
        <pc:spChg chg="add mod">
          <ac:chgData name="Cesar Augusto Lopez Gallego" userId="0dfa9112-9251-4882-b472-cf2dfcee09d1" providerId="ADAL" clId="{7A8EA5D8-45B7-4B7E-A703-6CC7E9642452}" dt="2025-12-04T20:46:02.938" v="3846" actId="20577"/>
          <ac:spMkLst>
            <pc:docMk/>
            <pc:sldMk cId="2205580069" sldId="538"/>
            <ac:spMk id="2" creationId="{B6DF296E-E557-454D-ABAB-15AC7240403E}"/>
          </ac:spMkLst>
        </pc:spChg>
        <pc:spChg chg="add mod">
          <ac:chgData name="Cesar Augusto Lopez Gallego" userId="0dfa9112-9251-4882-b472-cf2dfcee09d1" providerId="ADAL" clId="{7A8EA5D8-45B7-4B7E-A703-6CC7E9642452}" dt="2025-12-04T20:48:30.555" v="3856" actId="1076"/>
          <ac:spMkLst>
            <pc:docMk/>
            <pc:sldMk cId="2205580069" sldId="538"/>
            <ac:spMk id="5" creationId="{D191787F-479A-4F77-9398-446580F36C94}"/>
          </ac:spMkLst>
        </pc:spChg>
        <pc:spChg chg="add mod">
          <ac:chgData name="Cesar Augusto Lopez Gallego" userId="0dfa9112-9251-4882-b472-cf2dfcee09d1" providerId="ADAL" clId="{7A8EA5D8-45B7-4B7E-A703-6CC7E9642452}" dt="2025-12-04T20:53:36.354" v="3903" actId="14100"/>
          <ac:spMkLst>
            <pc:docMk/>
            <pc:sldMk cId="2205580069" sldId="538"/>
            <ac:spMk id="7" creationId="{444C4E5C-358A-4408-A830-864F8C08B712}"/>
          </ac:spMkLst>
        </pc:spChg>
        <pc:spChg chg="add mod">
          <ac:chgData name="Cesar Augusto Lopez Gallego" userId="0dfa9112-9251-4882-b472-cf2dfcee09d1" providerId="ADAL" clId="{7A8EA5D8-45B7-4B7E-A703-6CC7E9642452}" dt="2025-12-04T22:50:19.792" v="4064" actId="20577"/>
          <ac:spMkLst>
            <pc:docMk/>
            <pc:sldMk cId="2205580069" sldId="538"/>
            <ac:spMk id="8" creationId="{53493137-2A9F-4DEF-94A5-051B6B914914}"/>
          </ac:spMkLst>
        </pc:spChg>
        <pc:spChg chg="add mod">
          <ac:chgData name="Cesar Augusto Lopez Gallego" userId="0dfa9112-9251-4882-b472-cf2dfcee09d1" providerId="ADAL" clId="{7A8EA5D8-45B7-4B7E-A703-6CC7E9642452}" dt="2025-12-04T20:54:03.068" v="3941" actId="20577"/>
          <ac:spMkLst>
            <pc:docMk/>
            <pc:sldMk cId="2205580069" sldId="538"/>
            <ac:spMk id="9" creationId="{8DB6C7F0-9EB7-4B1D-A761-66279FDC6100}"/>
          </ac:spMkLst>
        </pc:spChg>
        <pc:picChg chg="add mod">
          <ac:chgData name="Cesar Augusto Lopez Gallego" userId="0dfa9112-9251-4882-b472-cf2dfcee09d1" providerId="ADAL" clId="{7A8EA5D8-45B7-4B7E-A703-6CC7E9642452}" dt="2025-12-04T20:53:43.585" v="3905" actId="1076"/>
          <ac:picMkLst>
            <pc:docMk/>
            <pc:sldMk cId="2205580069" sldId="538"/>
            <ac:picMk id="4" creationId="{3DDAB29E-2C1E-4711-84DB-A252CD30AB2A}"/>
          </ac:picMkLst>
        </pc:picChg>
      </pc:sldChg>
      <pc:sldChg chg="addSp modSp new mod">
        <pc:chgData name="Cesar Augusto Lopez Gallego" userId="0dfa9112-9251-4882-b472-cf2dfcee09d1" providerId="ADAL" clId="{7A8EA5D8-45B7-4B7E-A703-6CC7E9642452}" dt="2025-12-04T20:55:54.144" v="3946" actId="1076"/>
        <pc:sldMkLst>
          <pc:docMk/>
          <pc:sldMk cId="1343694104" sldId="539"/>
        </pc:sldMkLst>
        <pc:picChg chg="add mod">
          <ac:chgData name="Cesar Augusto Lopez Gallego" userId="0dfa9112-9251-4882-b472-cf2dfcee09d1" providerId="ADAL" clId="{7A8EA5D8-45B7-4B7E-A703-6CC7E9642452}" dt="2025-12-04T20:55:54.144" v="3946" actId="1076"/>
          <ac:picMkLst>
            <pc:docMk/>
            <pc:sldMk cId="1343694104" sldId="539"/>
            <ac:picMk id="2" creationId="{7E5DCC48-4DE1-4347-B232-E3D7C312B27F}"/>
          </ac:picMkLst>
        </pc:picChg>
      </pc:sldChg>
      <pc:sldMasterChg chg="delSldLayout">
        <pc:chgData name="Cesar Augusto Lopez Gallego" userId="0dfa9112-9251-4882-b472-cf2dfcee09d1" providerId="ADAL" clId="{7A8EA5D8-45B7-4B7E-A703-6CC7E9642452}" dt="2025-12-02T21:49:17.470" v="20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7A8EA5D8-45B7-4B7E-A703-6CC7E9642452}" dt="2025-12-02T21:49:17.470" v="20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FAF0D341-D933-4453-B3E7-18A31BCA648F}"/>
    <pc:docChg chg="undo custSel addSld delSld modSld">
      <pc:chgData name="Cesar Augusto Lopez Gallego" userId="0dfa9112-9251-4882-b472-cf2dfcee09d1" providerId="ADAL" clId="{FAF0D341-D933-4453-B3E7-18A31BCA648F}" dt="2025-11-27T21:07:36.328" v="594" actId="1076"/>
      <pc:docMkLst>
        <pc:docMk/>
      </pc:docMkLst>
      <pc:sldChg chg="modSp mod">
        <pc:chgData name="Cesar Augusto Lopez Gallego" userId="0dfa9112-9251-4882-b472-cf2dfcee09d1" providerId="ADAL" clId="{FAF0D341-D933-4453-B3E7-18A31BCA648F}" dt="2025-11-25T16:42:40.550" v="15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FAF0D341-D933-4453-B3E7-18A31BCA648F}" dt="2025-11-25T16:42:40.550" v="15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2414782528" sldId="312"/>
        </pc:sldMkLst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3853322510" sldId="313"/>
        </pc:sldMkLst>
      </pc:sldChg>
      <pc:sldChg chg="addSp delSp modSp mod">
        <pc:chgData name="Cesar Augusto Lopez Gallego" userId="0dfa9112-9251-4882-b472-cf2dfcee09d1" providerId="ADAL" clId="{FAF0D341-D933-4453-B3E7-18A31BCA648F}" dt="2025-11-27T20:29:13.868" v="320" actId="207"/>
        <pc:sldMkLst>
          <pc:docMk/>
          <pc:sldMk cId="2964815239" sldId="333"/>
        </pc:sldMkLst>
        <pc:spChg chg="mod">
          <ac:chgData name="Cesar Augusto Lopez Gallego" userId="0dfa9112-9251-4882-b472-cf2dfcee09d1" providerId="ADAL" clId="{FAF0D341-D933-4453-B3E7-18A31BCA648F}" dt="2025-11-25T16:42:59.934" v="29" actId="6549"/>
          <ac:spMkLst>
            <pc:docMk/>
            <pc:sldMk cId="2964815239" sldId="333"/>
            <ac:spMk id="2" creationId="{309CF00B-30DD-42C7-B4FF-373C0514AA0B}"/>
          </ac:spMkLst>
        </pc:spChg>
        <pc:spChg chg="del mod">
          <ac:chgData name="Cesar Augusto Lopez Gallego" userId="0dfa9112-9251-4882-b472-cf2dfcee09d1" providerId="ADAL" clId="{FAF0D341-D933-4453-B3E7-18A31BCA648F}" dt="2025-11-25T16:44:33.534" v="31" actId="478"/>
          <ac:spMkLst>
            <pc:docMk/>
            <pc:sldMk cId="2964815239" sldId="333"/>
            <ac:spMk id="4" creationId="{BE656728-1AC9-48BD-97A7-FD4ADAC93CC0}"/>
          </ac:spMkLst>
        </pc:spChg>
        <pc:spChg chg="add mod">
          <ac:chgData name="Cesar Augusto Lopez Gallego" userId="0dfa9112-9251-4882-b472-cf2dfcee09d1" providerId="ADAL" clId="{FAF0D341-D933-4453-B3E7-18A31BCA648F}" dt="2025-11-27T20:29:13.868" v="320" actId="207"/>
          <ac:spMkLst>
            <pc:docMk/>
            <pc:sldMk cId="2964815239" sldId="333"/>
            <ac:spMk id="5" creationId="{EB932DD8-5D1D-4457-AC53-0618FC121CD2}"/>
          </ac:spMkLst>
        </pc:sp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312169516" sldId="334"/>
        </pc:sldMkLst>
      </pc:sldChg>
      <pc:sldChg chg="addSp delSp modSp add mod">
        <pc:chgData name="Cesar Augusto Lopez Gallego" userId="0dfa9112-9251-4882-b472-cf2dfcee09d1" providerId="ADAL" clId="{FAF0D341-D933-4453-B3E7-18A31BCA648F}" dt="2025-11-27T20:31:34.657" v="385" actId="403"/>
        <pc:sldMkLst>
          <pc:docMk/>
          <pc:sldMk cId="2009347549" sldId="334"/>
        </pc:sldMkLst>
        <pc:spChg chg="mod">
          <ac:chgData name="Cesar Augusto Lopez Gallego" userId="0dfa9112-9251-4882-b472-cf2dfcee09d1" providerId="ADAL" clId="{FAF0D341-D933-4453-B3E7-18A31BCA648F}" dt="2025-11-25T16:47:52.085" v="218" actId="14100"/>
          <ac:spMkLst>
            <pc:docMk/>
            <pc:sldMk cId="2009347549" sldId="334"/>
            <ac:spMk id="2" creationId="{309CF00B-30DD-42C7-B4FF-373C0514AA0B}"/>
          </ac:spMkLst>
        </pc:spChg>
        <pc:spChg chg="del">
          <ac:chgData name="Cesar Augusto Lopez Gallego" userId="0dfa9112-9251-4882-b472-cf2dfcee09d1" providerId="ADAL" clId="{FAF0D341-D933-4453-B3E7-18A31BCA648F}" dt="2025-11-25T16:47:36.351" v="169" actId="478"/>
          <ac:spMkLst>
            <pc:docMk/>
            <pc:sldMk cId="2009347549" sldId="334"/>
            <ac:spMk id="5" creationId="{EB932DD8-5D1D-4457-AC53-0618FC121CD2}"/>
          </ac:spMkLst>
        </pc:spChg>
        <pc:spChg chg="add mod">
          <ac:chgData name="Cesar Augusto Lopez Gallego" userId="0dfa9112-9251-4882-b472-cf2dfcee09d1" providerId="ADAL" clId="{FAF0D341-D933-4453-B3E7-18A31BCA648F}" dt="2025-11-25T16:48:45.863" v="250" actId="20577"/>
          <ac:spMkLst>
            <pc:docMk/>
            <pc:sldMk cId="2009347549" sldId="334"/>
            <ac:spMk id="6" creationId="{8353BC17-D58F-4220-8D3E-0156E28A77D9}"/>
          </ac:spMkLst>
        </pc:spChg>
        <pc:spChg chg="add mod">
          <ac:chgData name="Cesar Augusto Lopez Gallego" userId="0dfa9112-9251-4882-b472-cf2dfcee09d1" providerId="ADAL" clId="{FAF0D341-D933-4453-B3E7-18A31BCA648F}" dt="2025-11-27T20:31:34.657" v="385" actId="403"/>
          <ac:spMkLst>
            <pc:docMk/>
            <pc:sldMk cId="2009347549" sldId="334"/>
            <ac:spMk id="7" creationId="{6B901D73-4245-4766-8E1D-D4D5592D663B}"/>
          </ac:spMkLst>
        </pc:spChg>
        <pc:spChg chg="add mod">
          <ac:chgData name="Cesar Augusto Lopez Gallego" userId="0dfa9112-9251-4882-b472-cf2dfcee09d1" providerId="ADAL" clId="{FAF0D341-D933-4453-B3E7-18A31BCA648F}" dt="2025-11-25T16:50:59.748" v="298" actId="1076"/>
          <ac:spMkLst>
            <pc:docMk/>
            <pc:sldMk cId="2009347549" sldId="334"/>
            <ac:spMk id="9" creationId="{D660C1E9-AE86-46D5-82DA-503CD5597B15}"/>
          </ac:spMkLst>
        </pc:sp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424250095" sldId="335"/>
        </pc:sldMkLst>
      </pc:sldChg>
      <pc:sldChg chg="addSp modSp new mod">
        <pc:chgData name="Cesar Augusto Lopez Gallego" userId="0dfa9112-9251-4882-b472-cf2dfcee09d1" providerId="ADAL" clId="{FAF0D341-D933-4453-B3E7-18A31BCA648F}" dt="2025-11-27T20:30:23.809" v="353" actId="1076"/>
        <pc:sldMkLst>
          <pc:docMk/>
          <pc:sldMk cId="1748598245" sldId="335"/>
        </pc:sldMkLst>
        <pc:spChg chg="add mod">
          <ac:chgData name="Cesar Augusto Lopez Gallego" userId="0dfa9112-9251-4882-b472-cf2dfcee09d1" providerId="ADAL" clId="{FAF0D341-D933-4453-B3E7-18A31BCA648F}" dt="2025-11-27T20:29:49.036" v="343" actId="20577"/>
          <ac:spMkLst>
            <pc:docMk/>
            <pc:sldMk cId="1748598245" sldId="335"/>
            <ac:spMk id="2" creationId="{CA5597F8-D5FE-4E0E-93DC-C6D8EEE26CBD}"/>
          </ac:spMkLst>
        </pc:spChg>
        <pc:spChg chg="add mod">
          <ac:chgData name="Cesar Augusto Lopez Gallego" userId="0dfa9112-9251-4882-b472-cf2dfcee09d1" providerId="ADAL" clId="{FAF0D341-D933-4453-B3E7-18A31BCA648F}" dt="2025-11-27T20:30:23.809" v="353" actId="1076"/>
          <ac:spMkLst>
            <pc:docMk/>
            <pc:sldMk cId="1748598245" sldId="335"/>
            <ac:spMk id="4" creationId="{99C97180-D16D-4E46-82A8-ADA56AE1BD4C}"/>
          </ac:spMkLst>
        </pc:spChg>
      </pc:sldChg>
      <pc:sldChg chg="addSp modSp new mod">
        <pc:chgData name="Cesar Augusto Lopez Gallego" userId="0dfa9112-9251-4882-b472-cf2dfcee09d1" providerId="ADAL" clId="{FAF0D341-D933-4453-B3E7-18A31BCA648F}" dt="2025-11-27T20:46:10.119" v="410"/>
        <pc:sldMkLst>
          <pc:docMk/>
          <pc:sldMk cId="72284678" sldId="336"/>
        </pc:sldMkLst>
        <pc:spChg chg="add mod">
          <ac:chgData name="Cesar Augusto Lopez Gallego" userId="0dfa9112-9251-4882-b472-cf2dfcee09d1" providerId="ADAL" clId="{FAF0D341-D933-4453-B3E7-18A31BCA648F}" dt="2025-11-27T20:46:10.119" v="410"/>
          <ac:spMkLst>
            <pc:docMk/>
            <pc:sldMk cId="72284678" sldId="336"/>
            <ac:spMk id="11" creationId="{E2F23C49-F106-48C3-B56C-2B6B43876F45}"/>
          </ac:spMkLst>
        </pc:spChg>
        <pc:picChg chg="add mod">
          <ac:chgData name="Cesar Augusto Lopez Gallego" userId="0dfa9112-9251-4882-b472-cf2dfcee09d1" providerId="ADAL" clId="{FAF0D341-D933-4453-B3E7-18A31BCA648F}" dt="2025-11-27T20:46:00.429" v="408" actId="14100"/>
          <ac:picMkLst>
            <pc:docMk/>
            <pc:sldMk cId="72284678" sldId="336"/>
            <ac:picMk id="3" creationId="{71C1625F-6B6F-4424-B51A-E38BF63E1267}"/>
          </ac:picMkLst>
        </pc:picChg>
        <pc:picChg chg="add mod">
          <ac:chgData name="Cesar Augusto Lopez Gallego" userId="0dfa9112-9251-4882-b472-cf2dfcee09d1" providerId="ADAL" clId="{FAF0D341-D933-4453-B3E7-18A31BCA648F}" dt="2025-11-27T20:45:44.189" v="404" actId="14100"/>
          <ac:picMkLst>
            <pc:docMk/>
            <pc:sldMk cId="72284678" sldId="336"/>
            <ac:picMk id="7" creationId="{6F1D62F0-5648-4FC2-AE1C-B67B5A098678}"/>
          </ac:picMkLst>
        </pc:picChg>
        <pc:cxnChg chg="add mod">
          <ac:chgData name="Cesar Augusto Lopez Gallego" userId="0dfa9112-9251-4882-b472-cf2dfcee09d1" providerId="ADAL" clId="{FAF0D341-D933-4453-B3E7-18A31BCA648F}" dt="2025-11-27T20:46:02.556" v="409" actId="1076"/>
          <ac:cxnSpMkLst>
            <pc:docMk/>
            <pc:sldMk cId="72284678" sldId="336"/>
            <ac:cxnSpMk id="5" creationId="{C1AFBF30-9A6A-4E1F-A5AD-46AEFFBD30F5}"/>
          </ac:cxnSpMkLst>
        </pc:cxnChg>
        <pc:cxnChg chg="add mod">
          <ac:chgData name="Cesar Augusto Lopez Gallego" userId="0dfa9112-9251-4882-b472-cf2dfcee09d1" providerId="ADAL" clId="{FAF0D341-D933-4453-B3E7-18A31BCA648F}" dt="2025-11-27T20:45:56.188" v="407" actId="14100"/>
          <ac:cxnSpMkLst>
            <pc:docMk/>
            <pc:sldMk cId="72284678" sldId="336"/>
            <ac:cxnSpMk id="9" creationId="{335278F1-CE92-497B-8395-0561CDF78D94}"/>
          </ac:cxnSpMkLst>
        </pc:cxn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288984158" sldId="336"/>
        </pc:sldMkLst>
      </pc:sldChg>
      <pc:sldChg chg="addSp modSp new del mod">
        <pc:chgData name="Cesar Augusto Lopez Gallego" userId="0dfa9112-9251-4882-b472-cf2dfcee09d1" providerId="ADAL" clId="{FAF0D341-D933-4453-B3E7-18A31BCA648F}" dt="2025-11-27T20:35:52.370" v="396" actId="47"/>
        <pc:sldMkLst>
          <pc:docMk/>
          <pc:sldMk cId="3479503224" sldId="336"/>
        </pc:sldMkLst>
        <pc:spChg chg="add mod">
          <ac:chgData name="Cesar Augusto Lopez Gallego" userId="0dfa9112-9251-4882-b472-cf2dfcee09d1" providerId="ADAL" clId="{FAF0D341-D933-4453-B3E7-18A31BCA648F}" dt="2025-11-27T20:30:47.362" v="376" actId="20577"/>
          <ac:spMkLst>
            <pc:docMk/>
            <pc:sldMk cId="3479503224" sldId="336"/>
            <ac:spMk id="2" creationId="{E84D079C-9C34-4AE4-B5E4-C24B37DB04CC}"/>
          </ac:spMkLst>
        </pc:spChg>
        <pc:spChg chg="add mod">
          <ac:chgData name="Cesar Augusto Lopez Gallego" userId="0dfa9112-9251-4882-b472-cf2dfcee09d1" providerId="ADAL" clId="{FAF0D341-D933-4453-B3E7-18A31BCA648F}" dt="2025-11-27T20:33:04.876" v="395" actId="1076"/>
          <ac:spMkLst>
            <pc:docMk/>
            <pc:sldMk cId="3479503224" sldId="336"/>
            <ac:spMk id="4" creationId="{DD6D5D29-6594-43CA-82C6-E4B35FC8FC4E}"/>
          </ac:spMkLst>
        </pc:spChg>
      </pc:sldChg>
      <pc:sldChg chg="addSp delSp modSp new mod">
        <pc:chgData name="Cesar Augusto Lopez Gallego" userId="0dfa9112-9251-4882-b472-cf2dfcee09d1" providerId="ADAL" clId="{FAF0D341-D933-4453-B3E7-18A31BCA648F}" dt="2025-11-27T21:01:14.417" v="485" actId="20577"/>
        <pc:sldMkLst>
          <pc:docMk/>
          <pc:sldMk cId="160321926" sldId="337"/>
        </pc:sldMkLst>
        <pc:spChg chg="add mod">
          <ac:chgData name="Cesar Augusto Lopez Gallego" userId="0dfa9112-9251-4882-b472-cf2dfcee09d1" providerId="ADAL" clId="{FAF0D341-D933-4453-B3E7-18A31BCA648F}" dt="2025-11-27T21:01:14.417" v="485" actId="20577"/>
          <ac:spMkLst>
            <pc:docMk/>
            <pc:sldMk cId="160321926" sldId="337"/>
            <ac:spMk id="2" creationId="{AE9D1249-0343-4A96-AF0A-3D49CE7FABCE}"/>
          </ac:spMkLst>
        </pc:spChg>
        <pc:picChg chg="add del">
          <ac:chgData name="Cesar Augusto Lopez Gallego" userId="0dfa9112-9251-4882-b472-cf2dfcee09d1" providerId="ADAL" clId="{FAF0D341-D933-4453-B3E7-18A31BCA648F}" dt="2025-11-27T20:59:30.110" v="446"/>
          <ac:picMkLst>
            <pc:docMk/>
            <pc:sldMk cId="160321926" sldId="337"/>
            <ac:picMk id="3" creationId="{97948226-05E9-4117-B072-5A5372F493FB}"/>
          </ac:picMkLst>
        </pc:picChg>
        <pc:picChg chg="add mod">
          <ac:chgData name="Cesar Augusto Lopez Gallego" userId="0dfa9112-9251-4882-b472-cf2dfcee09d1" providerId="ADAL" clId="{FAF0D341-D933-4453-B3E7-18A31BCA648F}" dt="2025-11-27T21:00:18.353" v="453" actId="1076"/>
          <ac:picMkLst>
            <pc:docMk/>
            <pc:sldMk cId="160321926" sldId="337"/>
            <ac:picMk id="5" creationId="{0A704AC3-4A80-4E67-91E4-0A565A2BCD1D}"/>
          </ac:picMkLst>
        </pc:pic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992712968" sldId="337"/>
        </pc:sldMkLst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104529696" sldId="338"/>
        </pc:sldMkLst>
      </pc:sldChg>
      <pc:sldChg chg="addSp modSp new mod">
        <pc:chgData name="Cesar Augusto Lopez Gallego" userId="0dfa9112-9251-4882-b472-cf2dfcee09d1" providerId="ADAL" clId="{FAF0D341-D933-4453-B3E7-18A31BCA648F}" dt="2025-11-27T21:01:52.022" v="494" actId="14100"/>
        <pc:sldMkLst>
          <pc:docMk/>
          <pc:sldMk cId="3688361581" sldId="338"/>
        </pc:sldMkLst>
        <pc:spChg chg="add mod">
          <ac:chgData name="Cesar Augusto Lopez Gallego" userId="0dfa9112-9251-4882-b472-cf2dfcee09d1" providerId="ADAL" clId="{FAF0D341-D933-4453-B3E7-18A31BCA648F}" dt="2025-11-27T21:01:52.022" v="494" actId="14100"/>
          <ac:spMkLst>
            <pc:docMk/>
            <pc:sldMk cId="3688361581" sldId="338"/>
            <ac:spMk id="4" creationId="{EE7EBC18-294C-4122-9144-78F424EA5C59}"/>
          </ac:spMkLst>
        </pc:spChg>
        <pc:picChg chg="add mod">
          <ac:chgData name="Cesar Augusto Lopez Gallego" userId="0dfa9112-9251-4882-b472-cf2dfcee09d1" providerId="ADAL" clId="{FAF0D341-D933-4453-B3E7-18A31BCA648F}" dt="2025-11-27T21:00:51.236" v="461" actId="1076"/>
          <ac:picMkLst>
            <pc:docMk/>
            <pc:sldMk cId="3688361581" sldId="338"/>
            <ac:picMk id="3" creationId="{CF25F023-E22F-4765-A386-D2036A32CDD3}"/>
          </ac:picMkLst>
        </pc:picChg>
      </pc:sldChg>
      <pc:sldChg chg="addSp modSp new mod">
        <pc:chgData name="Cesar Augusto Lopez Gallego" userId="0dfa9112-9251-4882-b472-cf2dfcee09d1" providerId="ADAL" clId="{FAF0D341-D933-4453-B3E7-18A31BCA648F}" dt="2025-11-27T21:03:00.129" v="507" actId="1076"/>
        <pc:sldMkLst>
          <pc:docMk/>
          <pc:sldMk cId="3197029912" sldId="339"/>
        </pc:sldMkLst>
        <pc:spChg chg="add mod">
          <ac:chgData name="Cesar Augusto Lopez Gallego" userId="0dfa9112-9251-4882-b472-cf2dfcee09d1" providerId="ADAL" clId="{FAF0D341-D933-4453-B3E7-18A31BCA648F}" dt="2025-11-27T21:02:34.396" v="502" actId="20577"/>
          <ac:spMkLst>
            <pc:docMk/>
            <pc:sldMk cId="3197029912" sldId="339"/>
            <ac:spMk id="2" creationId="{36B8E594-C54D-4642-970B-E6C1ECDD5D22}"/>
          </ac:spMkLst>
        </pc:spChg>
        <pc:picChg chg="add mod">
          <ac:chgData name="Cesar Augusto Lopez Gallego" userId="0dfa9112-9251-4882-b472-cf2dfcee09d1" providerId="ADAL" clId="{FAF0D341-D933-4453-B3E7-18A31BCA648F}" dt="2025-11-27T21:03:00.129" v="507" actId="1076"/>
          <ac:picMkLst>
            <pc:docMk/>
            <pc:sldMk cId="3197029912" sldId="339"/>
            <ac:picMk id="4" creationId="{0D5CD6BC-69A0-4F6A-B1D9-5772EE2EC54D}"/>
          </ac:picMkLst>
        </pc:pic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3974097925" sldId="339"/>
        </pc:sldMkLst>
      </pc:sldChg>
      <pc:sldChg chg="addSp delSp modSp new mod">
        <pc:chgData name="Cesar Augusto Lopez Gallego" userId="0dfa9112-9251-4882-b472-cf2dfcee09d1" providerId="ADAL" clId="{FAF0D341-D933-4453-B3E7-18A31BCA648F}" dt="2025-11-27T21:05:12.097" v="518" actId="1076"/>
        <pc:sldMkLst>
          <pc:docMk/>
          <pc:sldMk cId="822053033" sldId="340"/>
        </pc:sldMkLst>
        <pc:spChg chg="add mod">
          <ac:chgData name="Cesar Augusto Lopez Gallego" userId="0dfa9112-9251-4882-b472-cf2dfcee09d1" providerId="ADAL" clId="{FAF0D341-D933-4453-B3E7-18A31BCA648F}" dt="2025-11-27T21:04:22.774" v="509"/>
          <ac:spMkLst>
            <pc:docMk/>
            <pc:sldMk cId="822053033" sldId="340"/>
            <ac:spMk id="2" creationId="{745851AB-A487-4202-B9B2-152039E39421}"/>
          </ac:spMkLst>
        </pc:spChg>
        <pc:picChg chg="add del mod">
          <ac:chgData name="Cesar Augusto Lopez Gallego" userId="0dfa9112-9251-4882-b472-cf2dfcee09d1" providerId="ADAL" clId="{FAF0D341-D933-4453-B3E7-18A31BCA648F}" dt="2025-11-27T21:04:38.235" v="513" actId="478"/>
          <ac:picMkLst>
            <pc:docMk/>
            <pc:sldMk cId="822053033" sldId="340"/>
            <ac:picMk id="4" creationId="{0AE735CF-B4A3-41FB-8942-886A6CE0C8E4}"/>
          </ac:picMkLst>
        </pc:picChg>
        <pc:picChg chg="add mod">
          <ac:chgData name="Cesar Augusto Lopez Gallego" userId="0dfa9112-9251-4882-b472-cf2dfcee09d1" providerId="ADAL" clId="{FAF0D341-D933-4453-B3E7-18A31BCA648F}" dt="2025-11-27T21:05:12.097" v="518" actId="1076"/>
          <ac:picMkLst>
            <pc:docMk/>
            <pc:sldMk cId="822053033" sldId="340"/>
            <ac:picMk id="6" creationId="{606C9B7C-B81A-4EFA-B168-CD692DDD4748}"/>
          </ac:picMkLst>
        </pc:pic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3127664542" sldId="340"/>
        </pc:sldMkLst>
      </pc:sldChg>
      <pc:sldChg chg="addSp modSp new mod">
        <pc:chgData name="Cesar Augusto Lopez Gallego" userId="0dfa9112-9251-4882-b472-cf2dfcee09d1" providerId="ADAL" clId="{FAF0D341-D933-4453-B3E7-18A31BCA648F}" dt="2025-11-27T21:05:39.643" v="536" actId="1076"/>
        <pc:sldMkLst>
          <pc:docMk/>
          <pc:sldMk cId="785494437" sldId="341"/>
        </pc:sldMkLst>
        <pc:spChg chg="add mod">
          <ac:chgData name="Cesar Augusto Lopez Gallego" userId="0dfa9112-9251-4882-b472-cf2dfcee09d1" providerId="ADAL" clId="{FAF0D341-D933-4453-B3E7-18A31BCA648F}" dt="2025-11-27T21:05:23.885" v="533" actId="20577"/>
          <ac:spMkLst>
            <pc:docMk/>
            <pc:sldMk cId="785494437" sldId="341"/>
            <ac:spMk id="2" creationId="{FAEEAECD-314C-48C0-B783-D4D8B856A182}"/>
          </ac:spMkLst>
        </pc:spChg>
        <pc:picChg chg="add mod">
          <ac:chgData name="Cesar Augusto Lopez Gallego" userId="0dfa9112-9251-4882-b472-cf2dfcee09d1" providerId="ADAL" clId="{FAF0D341-D933-4453-B3E7-18A31BCA648F}" dt="2025-11-27T21:05:39.643" v="536" actId="1076"/>
          <ac:picMkLst>
            <pc:docMk/>
            <pc:sldMk cId="785494437" sldId="341"/>
            <ac:picMk id="4" creationId="{5996EFB7-FA92-465D-8ACA-0FD42D13766A}"/>
          </ac:picMkLst>
        </pc:picChg>
      </pc:sldChg>
      <pc:sldChg chg="addSp modSp new mod">
        <pc:chgData name="Cesar Augusto Lopez Gallego" userId="0dfa9112-9251-4882-b472-cf2dfcee09d1" providerId="ADAL" clId="{FAF0D341-D933-4453-B3E7-18A31BCA648F}" dt="2025-11-27T21:07:01.042" v="581" actId="20577"/>
        <pc:sldMkLst>
          <pc:docMk/>
          <pc:sldMk cId="350814579" sldId="342"/>
        </pc:sldMkLst>
        <pc:spChg chg="add mod">
          <ac:chgData name="Cesar Augusto Lopez Gallego" userId="0dfa9112-9251-4882-b472-cf2dfcee09d1" providerId="ADAL" clId="{FAF0D341-D933-4453-B3E7-18A31BCA648F}" dt="2025-11-27T21:07:01.042" v="581" actId="20577"/>
          <ac:spMkLst>
            <pc:docMk/>
            <pc:sldMk cId="350814579" sldId="342"/>
            <ac:spMk id="2" creationId="{5830165B-D54A-4F23-B454-0F5796470D8E}"/>
          </ac:spMkLst>
        </pc:spChg>
        <pc:picChg chg="add mod">
          <ac:chgData name="Cesar Augusto Lopez Gallego" userId="0dfa9112-9251-4882-b472-cf2dfcee09d1" providerId="ADAL" clId="{FAF0D341-D933-4453-B3E7-18A31BCA648F}" dt="2025-11-27T21:06:53.589" v="564" actId="1076"/>
          <ac:picMkLst>
            <pc:docMk/>
            <pc:sldMk cId="350814579" sldId="342"/>
            <ac:picMk id="4" creationId="{B845D7F7-76B5-4C49-9FCB-46295063A188}"/>
          </ac:picMkLst>
        </pc:picChg>
      </pc:sldChg>
      <pc:sldChg chg="addSp modSp new mod">
        <pc:chgData name="Cesar Augusto Lopez Gallego" userId="0dfa9112-9251-4882-b472-cf2dfcee09d1" providerId="ADAL" clId="{FAF0D341-D933-4453-B3E7-18A31BCA648F}" dt="2025-11-27T21:07:36.328" v="594" actId="1076"/>
        <pc:sldMkLst>
          <pc:docMk/>
          <pc:sldMk cId="501899316" sldId="343"/>
        </pc:sldMkLst>
        <pc:spChg chg="add mod">
          <ac:chgData name="Cesar Augusto Lopez Gallego" userId="0dfa9112-9251-4882-b472-cf2dfcee09d1" providerId="ADAL" clId="{FAF0D341-D933-4453-B3E7-18A31BCA648F}" dt="2025-11-27T21:07:17.917" v="589" actId="20577"/>
          <ac:spMkLst>
            <pc:docMk/>
            <pc:sldMk cId="501899316" sldId="343"/>
            <ac:spMk id="2" creationId="{FC07CF90-FA98-4B44-B651-57CA9AB03774}"/>
          </ac:spMkLst>
        </pc:spChg>
        <pc:picChg chg="add mod">
          <ac:chgData name="Cesar Augusto Lopez Gallego" userId="0dfa9112-9251-4882-b472-cf2dfcee09d1" providerId="ADAL" clId="{FAF0D341-D933-4453-B3E7-18A31BCA648F}" dt="2025-11-27T21:07:36.328" v="594" actId="1076"/>
          <ac:picMkLst>
            <pc:docMk/>
            <pc:sldMk cId="501899316" sldId="343"/>
            <ac:picMk id="4" creationId="{78BF6CCC-9255-4921-B448-67A034F308BC}"/>
          </ac:picMkLst>
        </pc:picChg>
      </pc:sldChg>
    </pc:docChg>
  </pc:docChgLst>
  <pc:docChgLst>
    <pc:chgData name="Cesar Augusto Lopez Gallego" userId="0dfa9112-9251-4882-b472-cf2dfcee09d1" providerId="ADAL" clId="{165A30BE-FD36-4A21-A03C-D03F7A8C4307}"/>
    <pc:docChg chg="undo custSel addSld delSld modSld">
      <pc:chgData name="Cesar Augusto Lopez Gallego" userId="0dfa9112-9251-4882-b472-cf2dfcee09d1" providerId="ADAL" clId="{165A30BE-FD36-4A21-A03C-D03F7A8C4307}" dt="2025-11-24T20:21:51.390" v="577" actId="1076"/>
      <pc:docMkLst>
        <pc:docMk/>
      </pc:docMkLst>
      <pc:sldChg chg="modSp mod">
        <pc:chgData name="Cesar Augusto Lopez Gallego" userId="0dfa9112-9251-4882-b472-cf2dfcee09d1" providerId="ADAL" clId="{165A30BE-FD36-4A21-A03C-D03F7A8C4307}" dt="2025-11-24T16:16:38.996" v="7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65A30BE-FD36-4A21-A03C-D03F7A8C4307}" dt="2025-11-24T16:16:38.996" v="7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916414243" sldId="305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1554024884" sldId="306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741583972" sldId="307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46150238" sldId="308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20772440" sldId="309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160952426" sldId="310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63647409" sldId="311"/>
        </pc:sldMkLst>
      </pc:sldChg>
      <pc:sldChg chg="addSp delSp modSp mod">
        <pc:chgData name="Cesar Augusto Lopez Gallego" userId="0dfa9112-9251-4882-b472-cf2dfcee09d1" providerId="ADAL" clId="{165A30BE-FD36-4A21-A03C-D03F7A8C4307}" dt="2025-11-24T16:34:04.458" v="278" actId="1076"/>
        <pc:sldMkLst>
          <pc:docMk/>
          <pc:sldMk cId="2414782528" sldId="312"/>
        </pc:sldMkLst>
        <pc:spChg chg="del">
          <ac:chgData name="Cesar Augusto Lopez Gallego" userId="0dfa9112-9251-4882-b472-cf2dfcee09d1" providerId="ADAL" clId="{165A30BE-FD36-4A21-A03C-D03F7A8C4307}" dt="2025-11-24T16:25:32.975" v="142" actId="478"/>
          <ac:spMkLst>
            <pc:docMk/>
            <pc:sldMk cId="2414782528" sldId="312"/>
            <ac:spMk id="5" creationId="{CF9817F4-AE93-4273-A3C5-914B6CA7365B}"/>
          </ac:spMkLst>
        </pc:spChg>
        <pc:spChg chg="add mod">
          <ac:chgData name="Cesar Augusto Lopez Gallego" userId="0dfa9112-9251-4882-b472-cf2dfcee09d1" providerId="ADAL" clId="{165A30BE-FD36-4A21-A03C-D03F7A8C4307}" dt="2025-11-24T16:34:04.458" v="278" actId="1076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165A30BE-FD36-4A21-A03C-D03F7A8C4307}" dt="2025-11-24T16:25:30.415" v="141" actId="20577"/>
          <ac:spMkLst>
            <pc:docMk/>
            <pc:sldMk cId="2414782528" sldId="312"/>
            <ac:spMk id="7" creationId="{9A4EB9B8-3FBC-48EF-8BCE-AB6748B91400}"/>
          </ac:spMkLst>
        </pc:spChg>
      </pc:sldChg>
      <pc:sldChg chg="addSp delSp modSp mod">
        <pc:chgData name="Cesar Augusto Lopez Gallego" userId="0dfa9112-9251-4882-b472-cf2dfcee09d1" providerId="ADAL" clId="{165A30BE-FD36-4A21-A03C-D03F7A8C4307}" dt="2025-11-24T16:50:11.099" v="458" actId="113"/>
        <pc:sldMkLst>
          <pc:docMk/>
          <pc:sldMk cId="3853322510" sldId="313"/>
        </pc:sldMkLst>
        <pc:spChg chg="del">
          <ac:chgData name="Cesar Augusto Lopez Gallego" userId="0dfa9112-9251-4882-b472-cf2dfcee09d1" providerId="ADAL" clId="{165A30BE-FD36-4A21-A03C-D03F7A8C4307}" dt="2025-11-24T16:27:36.987" v="207" actId="478"/>
          <ac:spMkLst>
            <pc:docMk/>
            <pc:sldMk cId="3853322510" sldId="313"/>
            <ac:spMk id="3" creationId="{72A08E3A-D066-4F23-B885-E05C4AFA11C9}"/>
          </ac:spMkLst>
        </pc:spChg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853322510" sldId="313"/>
            <ac:spMk id="4" creationId="{22B104ED-EB28-4993-BA49-F0835F4CF8FF}"/>
          </ac:spMkLst>
        </pc:spChg>
        <pc:spChg chg="add mod">
          <ac:chgData name="Cesar Augusto Lopez Gallego" userId="0dfa9112-9251-4882-b472-cf2dfcee09d1" providerId="ADAL" clId="{165A30BE-FD36-4A21-A03C-D03F7A8C4307}" dt="2025-11-24T16:49:04.822" v="416" actId="113"/>
          <ac:spMkLst>
            <pc:docMk/>
            <pc:sldMk cId="3853322510" sldId="313"/>
            <ac:spMk id="5" creationId="{3C5943C2-F750-482B-86A4-F7F0A48A8AFB}"/>
          </ac:spMkLst>
        </pc:spChg>
        <pc:spChg chg="add mod">
          <ac:chgData name="Cesar Augusto Lopez Gallego" userId="0dfa9112-9251-4882-b472-cf2dfcee09d1" providerId="ADAL" clId="{165A30BE-FD36-4A21-A03C-D03F7A8C4307}" dt="2025-11-24T16:50:11.099" v="458" actId="113"/>
          <ac:spMkLst>
            <pc:docMk/>
            <pc:sldMk cId="3853322510" sldId="313"/>
            <ac:spMk id="7" creationId="{DA08C0DA-7EF9-4097-971C-1881206242BD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15185127" sldId="314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715185127" sldId="314"/>
            <ac:spMk id="2" creationId="{3E595EB8-4504-4A92-866E-CE6328D7E527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858085834" sldId="31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13133498" sldId="316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713133498" sldId="316"/>
            <ac:spMk id="2" creationId="{FF7A5737-7409-44B8-84DC-6646F27A43AD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103977490" sldId="317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43623890" sldId="31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43623890" sldId="318"/>
            <ac:spMk id="2" creationId="{BEBA311E-68D3-4747-882A-3306F6453BA4}"/>
          </ac:spMkLst>
        </pc:spChg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19317246" sldId="319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226774823" sldId="320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3135910" sldId="321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074388062" sldId="322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87746170" sldId="323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8551296" sldId="324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121429419" sldId="32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54806044" sldId="32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454806044" sldId="328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032212014" sldId="329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970239826" sldId="330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970239826" sldId="330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2041605538" sldId="331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573617908" sldId="332"/>
            <ac:spMk id="2" creationId="{DADD6D60-B221-45C6-9F07-273CCEC28D47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4:55.435" v="135" actId="14100"/>
        <pc:sldMkLst>
          <pc:docMk/>
          <pc:sldMk cId="2964815239" sldId="333"/>
        </pc:sldMkLst>
        <pc:spChg chg="add mod">
          <ac:chgData name="Cesar Augusto Lopez Gallego" userId="0dfa9112-9251-4882-b472-cf2dfcee09d1" providerId="ADAL" clId="{165A30BE-FD36-4A21-A03C-D03F7A8C4307}" dt="2025-11-24T16:23:09.243" v="66" actId="404"/>
          <ac:spMkLst>
            <pc:docMk/>
            <pc:sldMk cId="2964815239" sldId="333"/>
            <ac:spMk id="2" creationId="{309CF00B-30DD-42C7-B4FF-373C0514AA0B}"/>
          </ac:spMkLst>
        </pc:spChg>
        <pc:spChg chg="add mod">
          <ac:chgData name="Cesar Augusto Lopez Gallego" userId="0dfa9112-9251-4882-b472-cf2dfcee09d1" providerId="ADAL" clId="{165A30BE-FD36-4A21-A03C-D03F7A8C4307}" dt="2025-11-24T16:24:55.435" v="135" actId="14100"/>
          <ac:spMkLst>
            <pc:docMk/>
            <pc:sldMk cId="2964815239" sldId="333"/>
            <ac:spMk id="4" creationId="{BE656728-1AC9-48BD-97A7-FD4ADAC93CC0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8:31.765" v="233" actId="1076"/>
        <pc:sldMkLst>
          <pc:docMk/>
          <pc:sldMk cId="1312169516" sldId="334"/>
        </pc:sldMkLst>
        <pc:spChg chg="add mod">
          <ac:chgData name="Cesar Augusto Lopez Gallego" userId="0dfa9112-9251-4882-b472-cf2dfcee09d1" providerId="ADAL" clId="{165A30BE-FD36-4A21-A03C-D03F7A8C4307}" dt="2025-11-24T16:28:00.898" v="225" actId="20577"/>
          <ac:spMkLst>
            <pc:docMk/>
            <pc:sldMk cId="1312169516" sldId="334"/>
            <ac:spMk id="2" creationId="{EAF73089-080C-4B90-965D-7962DC916E48}"/>
          </ac:spMkLst>
        </pc:spChg>
        <pc:spChg chg="add mod">
          <ac:chgData name="Cesar Augusto Lopez Gallego" userId="0dfa9112-9251-4882-b472-cf2dfcee09d1" providerId="ADAL" clId="{165A30BE-FD36-4A21-A03C-D03F7A8C4307}" dt="2025-11-24T16:28:31.765" v="233" actId="1076"/>
          <ac:spMkLst>
            <pc:docMk/>
            <pc:sldMk cId="1312169516" sldId="334"/>
            <ac:spMk id="4" creationId="{38D750B7-2624-476D-9A3C-68A88DE88557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20:21:18.600" v="557" actId="1076"/>
        <pc:sldMkLst>
          <pc:docMk/>
          <pc:sldMk cId="424250095" sldId="335"/>
        </pc:sldMkLst>
        <pc:spChg chg="add del">
          <ac:chgData name="Cesar Augusto Lopez Gallego" userId="0dfa9112-9251-4882-b472-cf2dfcee09d1" providerId="ADAL" clId="{165A30BE-FD36-4A21-A03C-D03F7A8C4307}" dt="2025-11-24T16:32:00.285" v="236"/>
          <ac:spMkLst>
            <pc:docMk/>
            <pc:sldMk cId="424250095" sldId="335"/>
            <ac:spMk id="2" creationId="{693CA5A8-9315-4A77-BD20-3B24451C8D41}"/>
          </ac:spMkLst>
        </pc:spChg>
        <pc:spChg chg="add mod">
          <ac:chgData name="Cesar Augusto Lopez Gallego" userId="0dfa9112-9251-4882-b472-cf2dfcee09d1" providerId="ADAL" clId="{165A30BE-FD36-4A21-A03C-D03F7A8C4307}" dt="2025-11-24T16:34:23.792" v="295" actId="20577"/>
          <ac:spMkLst>
            <pc:docMk/>
            <pc:sldMk cId="424250095" sldId="335"/>
            <ac:spMk id="3" creationId="{5F72B3D6-680D-40A6-9847-9320CB5F96F6}"/>
          </ac:spMkLst>
        </pc:spChg>
        <pc:spChg chg="add del mod">
          <ac:chgData name="Cesar Augusto Lopez Gallego" userId="0dfa9112-9251-4882-b472-cf2dfcee09d1" providerId="ADAL" clId="{165A30BE-FD36-4A21-A03C-D03F7A8C4307}" dt="2025-11-24T16:33:33.911" v="267" actId="478"/>
          <ac:spMkLst>
            <pc:docMk/>
            <pc:sldMk cId="424250095" sldId="335"/>
            <ac:spMk id="5" creationId="{900B76A8-0C26-42E0-AD66-1BCC4DFD024B}"/>
          </ac:spMkLst>
        </pc:spChg>
        <pc:spChg chg="add mod">
          <ac:chgData name="Cesar Augusto Lopez Gallego" userId="0dfa9112-9251-4882-b472-cf2dfcee09d1" providerId="ADAL" clId="{165A30BE-FD36-4A21-A03C-D03F7A8C4307}" dt="2025-11-24T20:21:15.080" v="556" actId="1076"/>
          <ac:spMkLst>
            <pc:docMk/>
            <pc:sldMk cId="424250095" sldId="335"/>
            <ac:spMk id="7" creationId="{DF6AD100-3F52-42C3-9FBA-1FCE2158DC0E}"/>
          </ac:spMkLst>
        </pc:spChg>
        <pc:spChg chg="add del mod">
          <ac:chgData name="Cesar Augusto Lopez Gallego" userId="0dfa9112-9251-4882-b472-cf2dfcee09d1" providerId="ADAL" clId="{165A30BE-FD36-4A21-A03C-D03F7A8C4307}" dt="2025-11-24T20:21:09.300" v="554" actId="478"/>
          <ac:spMkLst>
            <pc:docMk/>
            <pc:sldMk cId="424250095" sldId="335"/>
            <ac:spMk id="9" creationId="{20263CA3-9208-4C05-9A2B-325647E523E2}"/>
          </ac:spMkLst>
        </pc:spChg>
        <pc:spChg chg="add del">
          <ac:chgData name="Cesar Augusto Lopez Gallego" userId="0dfa9112-9251-4882-b472-cf2dfcee09d1" providerId="ADAL" clId="{165A30BE-FD36-4A21-A03C-D03F7A8C4307}" dt="2025-11-24T16:36:41.458" v="326"/>
          <ac:spMkLst>
            <pc:docMk/>
            <pc:sldMk cId="424250095" sldId="335"/>
            <ac:spMk id="10" creationId="{AA557FE4-B075-4C79-A6D6-4555A922774D}"/>
          </ac:spMkLst>
        </pc:spChg>
        <pc:spChg chg="add mod">
          <ac:chgData name="Cesar Augusto Lopez Gallego" userId="0dfa9112-9251-4882-b472-cf2dfcee09d1" providerId="ADAL" clId="{165A30BE-FD36-4A21-A03C-D03F7A8C4307}" dt="2025-11-24T20:21:18.600" v="557" actId="1076"/>
          <ac:spMkLst>
            <pc:docMk/>
            <pc:sldMk cId="424250095" sldId="335"/>
            <ac:spMk id="12" creationId="{88D78ED3-B87D-4A98-BB0A-3247CF9E631B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16:46:56.450" v="388" actId="207"/>
        <pc:sldMkLst>
          <pc:docMk/>
          <pc:sldMk cId="1288984158" sldId="336"/>
        </pc:sldMkLst>
        <pc:spChg chg="add mod">
          <ac:chgData name="Cesar Augusto Lopez Gallego" userId="0dfa9112-9251-4882-b472-cf2dfcee09d1" providerId="ADAL" clId="{165A30BE-FD36-4A21-A03C-D03F7A8C4307}" dt="2025-11-24T16:41:17.782" v="371"/>
          <ac:spMkLst>
            <pc:docMk/>
            <pc:sldMk cId="1288984158" sldId="336"/>
            <ac:spMk id="2" creationId="{171EE774-5F17-4320-92D6-464AAA6E4669}"/>
          </ac:spMkLst>
        </pc:spChg>
        <pc:spChg chg="add del mod">
          <ac:chgData name="Cesar Augusto Lopez Gallego" userId="0dfa9112-9251-4882-b472-cf2dfcee09d1" providerId="ADAL" clId="{165A30BE-FD36-4A21-A03C-D03F7A8C4307}" dt="2025-11-24T16:41:24.090" v="373"/>
          <ac:spMkLst>
            <pc:docMk/>
            <pc:sldMk cId="1288984158" sldId="336"/>
            <ac:spMk id="3" creationId="{899AF734-C159-4B1F-9EF4-C77365D98657}"/>
          </ac:spMkLst>
        </pc:spChg>
        <pc:spChg chg="add mod">
          <ac:chgData name="Cesar Augusto Lopez Gallego" userId="0dfa9112-9251-4882-b472-cf2dfcee09d1" providerId="ADAL" clId="{165A30BE-FD36-4A21-A03C-D03F7A8C4307}" dt="2025-11-24T16:46:56.450" v="388" actId="207"/>
          <ac:spMkLst>
            <pc:docMk/>
            <pc:sldMk cId="1288984158" sldId="336"/>
            <ac:spMk id="5" creationId="{52A83702-0C18-4CBF-8C24-C1CC21B3A829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0:00.436" v="486" actId="6549"/>
        <pc:sldMkLst>
          <pc:docMk/>
          <pc:sldMk cId="1992712968" sldId="337"/>
        </pc:sldMkLst>
        <pc:spChg chg="add mod">
          <ac:chgData name="Cesar Augusto Lopez Gallego" userId="0dfa9112-9251-4882-b472-cf2dfcee09d1" providerId="ADAL" clId="{165A30BE-FD36-4A21-A03C-D03F7A8C4307}" dt="2025-11-24T16:50:41.561" v="475" actId="20577"/>
          <ac:spMkLst>
            <pc:docMk/>
            <pc:sldMk cId="1992712968" sldId="337"/>
            <ac:spMk id="2" creationId="{EF10E7E7-6E1E-41BC-AFCC-58FC68968837}"/>
          </ac:spMkLst>
        </pc:spChg>
        <pc:spChg chg="add mod">
          <ac:chgData name="Cesar Augusto Lopez Gallego" userId="0dfa9112-9251-4882-b472-cf2dfcee09d1" providerId="ADAL" clId="{165A30BE-FD36-4A21-A03C-D03F7A8C4307}" dt="2025-11-24T20:09:51.486" v="484" actId="14100"/>
          <ac:spMkLst>
            <pc:docMk/>
            <pc:sldMk cId="1992712968" sldId="337"/>
            <ac:spMk id="4" creationId="{2A02855D-4637-4067-9BBC-76E3810BF42D}"/>
          </ac:spMkLst>
        </pc:spChg>
        <pc:spChg chg="add mod">
          <ac:chgData name="Cesar Augusto Lopez Gallego" userId="0dfa9112-9251-4882-b472-cf2dfcee09d1" providerId="ADAL" clId="{165A30BE-FD36-4A21-A03C-D03F7A8C4307}" dt="2025-11-24T20:10:00.436" v="486" actId="6549"/>
          <ac:spMkLst>
            <pc:docMk/>
            <pc:sldMk cId="1992712968" sldId="337"/>
            <ac:spMk id="6" creationId="{AFC0D0E7-09E8-4466-9C39-BDC60A9EA903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7:18.670" v="512" actId="1076"/>
        <pc:sldMkLst>
          <pc:docMk/>
          <pc:sldMk cId="1104529696" sldId="338"/>
        </pc:sldMkLst>
        <pc:spChg chg="add mod">
          <ac:chgData name="Cesar Augusto Lopez Gallego" userId="0dfa9112-9251-4882-b472-cf2dfcee09d1" providerId="ADAL" clId="{165A30BE-FD36-4A21-A03C-D03F7A8C4307}" dt="2025-11-24T20:16:41.373" v="501" actId="20577"/>
          <ac:spMkLst>
            <pc:docMk/>
            <pc:sldMk cId="1104529696" sldId="338"/>
            <ac:spMk id="2" creationId="{36FE6B1B-7FD3-4813-AAC2-A79FECB07EBB}"/>
          </ac:spMkLst>
        </pc:spChg>
        <pc:spChg chg="add mod">
          <ac:chgData name="Cesar Augusto Lopez Gallego" userId="0dfa9112-9251-4882-b472-cf2dfcee09d1" providerId="ADAL" clId="{165A30BE-FD36-4A21-A03C-D03F7A8C4307}" dt="2025-11-24T20:17:18.670" v="512" actId="1076"/>
          <ac:spMkLst>
            <pc:docMk/>
            <pc:sldMk cId="1104529696" sldId="338"/>
            <ac:spMk id="4" creationId="{E74CC084-A428-4EF5-A493-30D0193DF10F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9:00.541" v="553" actId="1076"/>
        <pc:sldMkLst>
          <pc:docMk/>
          <pc:sldMk cId="3974097925" sldId="339"/>
        </pc:sldMkLst>
        <pc:spChg chg="add mod">
          <ac:chgData name="Cesar Augusto Lopez Gallego" userId="0dfa9112-9251-4882-b472-cf2dfcee09d1" providerId="ADAL" clId="{165A30BE-FD36-4A21-A03C-D03F7A8C4307}" dt="2025-11-24T20:18:37.911" v="547" actId="1076"/>
          <ac:spMkLst>
            <pc:docMk/>
            <pc:sldMk cId="3974097925" sldId="339"/>
            <ac:spMk id="3" creationId="{141177C9-E3C2-47FD-8300-E0A0949475FA}"/>
          </ac:spMkLst>
        </pc:spChg>
        <pc:spChg chg="add mod">
          <ac:chgData name="Cesar Augusto Lopez Gallego" userId="0dfa9112-9251-4882-b472-cf2dfcee09d1" providerId="ADAL" clId="{165A30BE-FD36-4A21-A03C-D03F7A8C4307}" dt="2025-11-24T20:18:16.621" v="540" actId="20577"/>
          <ac:spMkLst>
            <pc:docMk/>
            <pc:sldMk cId="3974097925" sldId="339"/>
            <ac:spMk id="4" creationId="{C73D4E9D-DF4A-4C64-A890-5A60BB22821F}"/>
          </ac:spMkLst>
        </pc:spChg>
        <pc:spChg chg="add mod">
          <ac:chgData name="Cesar Augusto Lopez Gallego" userId="0dfa9112-9251-4882-b472-cf2dfcee09d1" providerId="ADAL" clId="{165A30BE-FD36-4A21-A03C-D03F7A8C4307}" dt="2025-11-24T20:19:00.541" v="553" actId="1076"/>
          <ac:spMkLst>
            <pc:docMk/>
            <pc:sldMk cId="3974097925" sldId="339"/>
            <ac:spMk id="6" creationId="{4AF46A76-6059-4DD2-A1AD-4276CABD3FEE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21:51.390" v="577" actId="1076"/>
        <pc:sldMkLst>
          <pc:docMk/>
          <pc:sldMk cId="3127664542" sldId="340"/>
        </pc:sldMkLst>
        <pc:spChg chg="add mod">
          <ac:chgData name="Cesar Augusto Lopez Gallego" userId="0dfa9112-9251-4882-b472-cf2dfcee09d1" providerId="ADAL" clId="{165A30BE-FD36-4A21-A03C-D03F7A8C4307}" dt="2025-11-24T20:21:51.390" v="577" actId="1076"/>
          <ac:spMkLst>
            <pc:docMk/>
            <pc:sldMk cId="3127664542" sldId="340"/>
            <ac:spMk id="3" creationId="{66A822A3-ED6B-4CEF-B2B4-289725727278}"/>
          </ac:spMkLst>
        </pc:spChg>
        <pc:spChg chg="add mod">
          <ac:chgData name="Cesar Augusto Lopez Gallego" userId="0dfa9112-9251-4882-b472-cf2dfcee09d1" providerId="ADAL" clId="{165A30BE-FD36-4A21-A03C-D03F7A8C4307}" dt="2025-11-24T20:21:50.071" v="576" actId="20577"/>
          <ac:spMkLst>
            <pc:docMk/>
            <pc:sldMk cId="3127664542" sldId="340"/>
            <ac:spMk id="4" creationId="{5E5AC150-8298-4F66-BBD0-3E16E53DD3D3}"/>
          </ac:spMkLst>
        </pc:spChg>
      </pc:sld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CO" sz="2000" b="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Ejemplos: </a:t>
            </a:r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CUENTAS (</a:t>
            </a:r>
            <a:r>
              <a:rPr lang="es-ES" altLang="es-CO" sz="2000" b="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COD, DNI, NSUCURS</a:t>
            </a:r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SALDO)</a:t>
            </a:r>
          </a:p>
          <a:p>
            <a:pPr eaLnBrk="1" hangingPunct="1"/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Suma del 5% de interés a los saldos de todas las cuentas.</a:t>
            </a:r>
          </a:p>
          <a:p>
            <a:pPr lvl="1" eaLnBrk="1" hangingPunct="1"/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CUENTAS SET SALDO = SALDO * 1.05;</a:t>
            </a:r>
          </a:p>
          <a:p>
            <a:pPr eaLnBrk="1" hangingPunct="1"/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Suma del 1% de bonificación a aquellas cuentas cuyo saldo sea superior a 100.000 €.</a:t>
            </a:r>
          </a:p>
          <a:p>
            <a:pPr lvl="1" eaLnBrk="1" hangingPunct="1"/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CUENTAS SET SALDO = SALDO * 1.01 </a:t>
            </a:r>
            <a:b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SALDO &gt; 100000;</a:t>
            </a:r>
          </a:p>
          <a:p>
            <a:pPr eaLnBrk="1" hangingPunct="1"/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Modificación de DNI y saldo simultáneamente para el código 898.</a:t>
            </a:r>
          </a:p>
          <a:p>
            <a:pPr lvl="1" eaLnBrk="1" hangingPunct="1"/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CUENTAS SET DNI='555', SALDO=10000 </a:t>
            </a:r>
            <a:b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COD LIKE '898';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56959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CO" sz="2400" b="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Ejemplos: </a:t>
            </a:r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la BD de CLIENTES, CUENTAS, SUCURSALES.</a:t>
            </a:r>
          </a:p>
          <a:p>
            <a:pPr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Eliminar todas cuentas con código entre 1000 y 1100.</a:t>
            </a:r>
          </a:p>
          <a:p>
            <a:pPr lvl="1"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 FROM CUENTAS WHERE COD BETWEEN 1000 AND 1100;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2569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490F7F-AAC2-493F-B122-30EBF0DB6D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4B3125-FA1D-49EE-9E0B-E9ABDC8F99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Lenguaje SQL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F38F91-F096-45DA-84CE-D620579B2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540979" y="7065364"/>
            <a:ext cx="361635" cy="276999"/>
          </a:xfrm>
          <a:ln/>
        </p:spPr>
        <p:txBody>
          <a:bodyPr/>
          <a:lstStyle>
            <a:lvl1pPr>
              <a:defRPr/>
            </a:lvl1pPr>
          </a:lstStyle>
          <a:p>
            <a:fld id="{EA4C59D8-A02D-429F-A3C7-64D0C0B4A69F}" type="slidenum">
              <a:rPr lang="es-ES" altLang="es-CO"/>
              <a:pPr/>
              <a:t>‹Nº›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2312041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3EEA572-E84A-4B21-9EC1-5054DD5895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3221E5-7D94-4355-B428-0A0C7F7152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Lenguaje SQL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DB1C0A2-C1F7-4257-96FF-67F4608FC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540979" y="7065364"/>
            <a:ext cx="361635" cy="276999"/>
          </a:xfrm>
          <a:ln/>
        </p:spPr>
        <p:txBody>
          <a:bodyPr/>
          <a:lstStyle>
            <a:lvl1pPr>
              <a:defRPr/>
            </a:lvl1pPr>
          </a:lstStyle>
          <a:p>
            <a:fld id="{6B16ADDE-B6E2-415A-857C-188D7C730883}" type="slidenum">
              <a:rPr lang="es-ES" altLang="es-CO"/>
              <a:pPr/>
              <a:t>‹Nº›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74450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88C98F-32CA-43CC-91E1-35764B4F5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AE1A08-86AB-4DC4-84C4-BC6BD9B41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Lenguaje SQL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E20BAD-4E09-405F-B152-68E8D3A33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540979" y="7065364"/>
            <a:ext cx="361635" cy="276999"/>
          </a:xfrm>
          <a:ln/>
        </p:spPr>
        <p:txBody>
          <a:bodyPr/>
          <a:lstStyle>
            <a:lvl1pPr>
              <a:defRPr/>
            </a:lvl1pPr>
          </a:lstStyle>
          <a:p>
            <a:fld id="{314738F7-4423-47F7-B599-4FBF81A17F94}" type="slidenum">
              <a:rPr lang="es-ES" altLang="es-CO"/>
              <a:pPr/>
              <a:t>‹Nº›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3292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Python</a:t>
            </a:r>
          </a:p>
          <a:p>
            <a:pPr algn="ctr"/>
            <a:r>
              <a:rPr lang="es-ES" dirty="0"/>
              <a:t>SQL &amp; SQLite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5 Marcador de número de diapositiva">
            <a:extLst>
              <a:ext uri="{FF2B5EF4-FFF2-40B4-BE49-F238E27FC236}">
                <a16:creationId xmlns:a16="http://schemas.microsoft.com/office/drawing/2014/main" id="{B5E0402F-1118-43F8-98B8-678B1BB9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84043" y="7996095"/>
            <a:ext cx="193320" cy="3365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41985" indent="-32384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2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362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13507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813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31651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84979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67941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8608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4230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D4598D-6291-449A-B730-E42753BFB8F0}" type="slidenum">
              <a:rPr lang="es-ES" altLang="es-CO" sz="1587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s-ES" altLang="es-CO" sz="1587">
              <a:solidFill>
                <a:schemeClr val="folHlink"/>
              </a:solidFill>
            </a:endParaRPr>
          </a:p>
        </p:txBody>
      </p:sp>
      <p:sp>
        <p:nvSpPr>
          <p:cNvPr id="6147" name="Rectangle 8">
            <a:extLst>
              <a:ext uri="{FF2B5EF4-FFF2-40B4-BE49-F238E27FC236}">
                <a16:creationId xmlns:a16="http://schemas.microsoft.com/office/drawing/2014/main" id="{764A414F-8555-485B-B0FD-7B04128F8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879" y="440528"/>
            <a:ext cx="10362603" cy="810049"/>
          </a:xfrm>
        </p:spPr>
        <p:txBody>
          <a:bodyPr/>
          <a:lstStyle/>
          <a:p>
            <a:pPr eaLnBrk="1" hangingPunct="1"/>
            <a:r>
              <a:rPr lang="es-ES_tradnl" altLang="es-ES_tradnl" sz="4000" dirty="0"/>
              <a:t>Introducción a SQL</a:t>
            </a:r>
          </a:p>
        </p:txBody>
      </p:sp>
      <p:sp>
        <p:nvSpPr>
          <p:cNvPr id="6148" name="Rectangle 9">
            <a:extLst>
              <a:ext uri="{FF2B5EF4-FFF2-40B4-BE49-F238E27FC236}">
                <a16:creationId xmlns:a16="http://schemas.microsoft.com/office/drawing/2014/main" id="{6193D50B-675A-4BD8-92CD-EF47033655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7056" y="2111695"/>
            <a:ext cx="5077908" cy="3109085"/>
          </a:xfrm>
        </p:spPr>
        <p:txBody>
          <a:bodyPr/>
          <a:lstStyle/>
          <a:p>
            <a:pPr eaLnBrk="1" hangingPunct="1"/>
            <a:r>
              <a:rPr lang="es-ES_tradnl" altLang="es-ES_tradnl" sz="20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</a:t>
            </a:r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altLang="es-ES_tradnl" sz="20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altLang="es-ES_tradnl" sz="20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(SQL)</a:t>
            </a:r>
          </a:p>
          <a:p>
            <a:pPr eaLnBrk="1" hangingPunct="1"/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 declarativo de acceso a bases de datos que combina construcciones del álgebra relacional y el cálculo relacional.</a:t>
            </a:r>
          </a:p>
          <a:p>
            <a:pPr eaLnBrk="1" hangingPunct="1"/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Originalmente desarrollado en los '70 por IBM en su </a:t>
            </a:r>
            <a:r>
              <a:rPr lang="es-ES_tradnl" altLang="es-ES_tradnl" sz="20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</a:t>
            </a:r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altLang="es-ES_tradnl" sz="20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Laboratory</a:t>
            </a:r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San José a partir del cálculo de predicados creado por Codd.</a:t>
            </a:r>
          </a:p>
          <a:p>
            <a:pPr eaLnBrk="1" hangingPunct="1"/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 estándar </a:t>
            </a:r>
            <a:r>
              <a:rPr lang="es-ES_tradnl" altLang="es-ES_tradnl" sz="2000" b="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facto</a:t>
            </a:r>
            <a:r>
              <a:rPr lang="es-ES_tradnl" altLang="es-ES_tradnl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los SGBD comerciales</a:t>
            </a:r>
          </a:p>
          <a:p>
            <a:pPr eaLnBrk="1" hangingPunct="1"/>
            <a:endParaRPr lang="es-ES" altLang="es-ES_tradnl" sz="20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BA127E19-2103-4D87-8004-F57F921F576D}"/>
              </a:ext>
            </a:extLst>
          </p:cNvPr>
          <p:cNvSpPr txBox="1">
            <a:spLocks/>
          </p:cNvSpPr>
          <p:nvPr/>
        </p:nvSpPr>
        <p:spPr bwMode="auto">
          <a:xfrm>
            <a:off x="3031595" y="6781900"/>
            <a:ext cx="7754408" cy="45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900" indent="-2778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2pPr>
            <a:lvl3pPr marL="11509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5589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600">
                <a:solidFill>
                  <a:schemeClr val="tx1"/>
                </a:solidFill>
                <a:latin typeface="+mn-lt"/>
              </a:defRPr>
            </a:lvl4pPr>
            <a:lvl5pPr marL="19669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5pPr>
            <a:lvl6pPr marL="242411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88131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33851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79571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s-CO" sz="1813" dirty="0"/>
              <a:t>[Prof. José García </a:t>
            </a:r>
            <a:r>
              <a:rPr lang="es-CO" sz="1813" dirty="0" err="1"/>
              <a:t>Santesmases</a:t>
            </a:r>
            <a:r>
              <a:rPr lang="es-CO" sz="1813" dirty="0"/>
              <a:t> - Universidad Complutense de Madrid]</a:t>
            </a:r>
            <a:br>
              <a:rPr lang="es-ES_tradnl" altLang="es-ES_tradnl" sz="1813" dirty="0">
                <a:latin typeface="Verdana" panose="020B0604030504040204" pitchFamily="34" charset="0"/>
              </a:rPr>
            </a:br>
            <a:endParaRPr lang="es-CO" sz="1813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B7B87E-22A5-4FA6-9116-DC61C7B276E1}"/>
              </a:ext>
            </a:extLst>
          </p:cNvPr>
          <p:cNvSpPr txBox="1"/>
          <p:nvPr/>
        </p:nvSpPr>
        <p:spPr>
          <a:xfrm>
            <a:off x="7099449" y="1742490"/>
            <a:ext cx="5892801" cy="406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b="1" dirty="0"/>
              <a:t>El Lenguaje de Definición de Datos (LDD)</a:t>
            </a:r>
          </a:p>
          <a:p>
            <a:r>
              <a:rPr lang="es-ES" sz="2000" dirty="0"/>
              <a:t>Proporciona comandos para la creación, borrado y modificación de esquemas relacionales</a:t>
            </a:r>
          </a:p>
          <a:p>
            <a:endParaRPr lang="es-ES" sz="2000" dirty="0"/>
          </a:p>
          <a:p>
            <a:r>
              <a:rPr lang="es-ES" sz="2000" b="1" dirty="0"/>
              <a:t>El Lenguaje de Manipulación de Datos (LMD)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Basado en el álgebra relacional y el cálculo relacional permite realizar consultas y adicionalmente insertar, borrar y actualizar de tuplas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Ejecutado en una consola interactiva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Embebido dentro de un lenguaje de programación de propósito general</a:t>
            </a:r>
          </a:p>
          <a:p>
            <a:endParaRPr lang="es-419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5D5617-72FF-4D25-8B7A-5D7A23E85A7A}"/>
              </a:ext>
            </a:extLst>
          </p:cNvPr>
          <p:cNvSpPr txBox="1">
            <a:spLocks noChangeArrowheads="1"/>
          </p:cNvSpPr>
          <p:nvPr/>
        </p:nvSpPr>
        <p:spPr>
          <a:xfrm>
            <a:off x="642801" y="560218"/>
            <a:ext cx="10303105" cy="577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/>
              <a:t>Clave Primaria y Clave Foránea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5451D7-D3B5-43E2-8B6E-4BDD64D10156}"/>
              </a:ext>
            </a:extLst>
          </p:cNvPr>
          <p:cNvSpPr txBox="1"/>
          <p:nvPr/>
        </p:nvSpPr>
        <p:spPr>
          <a:xfrm>
            <a:off x="644130" y="2156389"/>
            <a:ext cx="5150223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FFFF00"/>
                </a:highlight>
              </a:rPr>
              <a:t>CLAVE PRIMARIA.</a:t>
            </a:r>
          </a:p>
          <a:p>
            <a:endParaRPr lang="es-ES" dirty="0"/>
          </a:p>
          <a:p>
            <a:r>
              <a:rPr lang="es-ES" dirty="0"/>
              <a:t>Una clave primaria es un campo único , que no se puede repetir y sirve para identificar los registros de una tabla como distintos.</a:t>
            </a:r>
          </a:p>
          <a:p>
            <a:endParaRPr lang="es-ES" dirty="0"/>
          </a:p>
          <a:p>
            <a:r>
              <a:rPr lang="es-ES" dirty="0"/>
              <a:t>Sólo puede haber una clave primaria por tabla.</a:t>
            </a:r>
          </a:p>
          <a:p>
            <a:endParaRPr lang="es-ES" dirty="0"/>
          </a:p>
          <a:p>
            <a:r>
              <a:rPr lang="es-ES" dirty="0"/>
              <a:t>Sirve para hacer relaciones ( uno a uno, uno a muchos, muchos a muchos entre tablas)</a:t>
            </a:r>
          </a:p>
          <a:p>
            <a:endParaRPr lang="es-ES" dirty="0"/>
          </a:p>
          <a:p>
            <a:r>
              <a:rPr lang="es-ES" dirty="0"/>
              <a:t>Para que una tabla califique como tabla relacional debe tener una clave primaria. </a:t>
            </a:r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3F54AA-A62E-433D-94C7-1C626CCD52CB}"/>
              </a:ext>
            </a:extLst>
          </p:cNvPr>
          <p:cNvSpPr txBox="1"/>
          <p:nvPr/>
        </p:nvSpPr>
        <p:spPr>
          <a:xfrm>
            <a:off x="8370794" y="2156389"/>
            <a:ext cx="5150223" cy="37548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FFFF00"/>
                </a:highlight>
              </a:rPr>
              <a:t>CLAVE FORÁNEA.</a:t>
            </a:r>
          </a:p>
          <a:p>
            <a:endParaRPr lang="es-ES" sz="2000" b="1" dirty="0"/>
          </a:p>
          <a:p>
            <a:r>
              <a:rPr lang="es-ES" dirty="0"/>
              <a:t>Es un campo(o varios campos) en una tabla que se relaciona(n) con la clave primaria de otra tabla.</a:t>
            </a:r>
          </a:p>
          <a:p>
            <a:endParaRPr lang="es-ES" dirty="0"/>
          </a:p>
          <a:p>
            <a:r>
              <a:rPr lang="es-ES" dirty="0"/>
              <a:t>Las claves foráneas tienen que ver precisamente con la integridad referencial, lo que significa que si una clave foránea contiene un valor, ese valor se refiere a un registro existente en la tabla relacionada.</a:t>
            </a:r>
          </a:p>
          <a:p>
            <a:endParaRPr lang="es-ES" dirty="0"/>
          </a:p>
          <a:p>
            <a:r>
              <a:rPr lang="es-ES" dirty="0"/>
              <a:t>Una tabla puede tener relaciones con varias tablas a través de distintas claves foráneas, e incluso referenciarse a si misma (clave foránea recursiva).</a:t>
            </a:r>
          </a:p>
        </p:txBody>
      </p:sp>
      <p:pic>
        <p:nvPicPr>
          <p:cNvPr id="2050" name="Picture 2" descr="Llave - Wikipedia, la enciclopedia libre">
            <a:extLst>
              <a:ext uri="{FF2B5EF4-FFF2-40B4-BE49-F238E27FC236}">
                <a16:creationId xmlns:a16="http://schemas.microsoft.com/office/drawing/2014/main" id="{E5CE6FD7-9778-428C-BBF5-7063C3D88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2627">
            <a:off x="5337174" y="3412886"/>
            <a:ext cx="314325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05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E8FA6D1-A39C-49DB-919E-B4682B28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25" y="480132"/>
            <a:ext cx="10482337" cy="885205"/>
          </a:xfrm>
        </p:spPr>
        <p:txBody>
          <a:bodyPr/>
          <a:lstStyle/>
          <a:p>
            <a:r>
              <a:rPr lang="es-ES" sz="4000" dirty="0"/>
              <a:t>Las Relaciones</a:t>
            </a:r>
            <a:endParaRPr lang="es-419" sz="4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8EF938-08D2-4B4A-BDD0-C276F9D5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96" y="2130049"/>
            <a:ext cx="2714697" cy="416171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B33B9F2-B9C9-4730-BB5E-EC33183A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682" y="1215983"/>
            <a:ext cx="1168460" cy="16828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FA338A3-3B03-4657-B934-39D2FD2C8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821" y="3318875"/>
            <a:ext cx="1314518" cy="170188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38732C7-DE9F-4E55-A3AE-7170A6C81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850" y="5440818"/>
            <a:ext cx="1168460" cy="170188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9B927B6-A9B6-4FB8-A848-944EE827FA40}"/>
              </a:ext>
            </a:extLst>
          </p:cNvPr>
          <p:cNvSpPr txBox="1"/>
          <p:nvPr/>
        </p:nvSpPr>
        <p:spPr>
          <a:xfrm>
            <a:off x="3907921" y="1489482"/>
            <a:ext cx="1057982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1 PELICULA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F157EC4-8EA9-46DA-8364-4038C71ACA5F}"/>
              </a:ext>
            </a:extLst>
          </p:cNvPr>
          <p:cNvSpPr txBox="1"/>
          <p:nvPr/>
        </p:nvSpPr>
        <p:spPr>
          <a:xfrm>
            <a:off x="7902850" y="629695"/>
            <a:ext cx="106599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* ACTORES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583585BF-6BE7-4F3C-88DE-865B205705DF}"/>
              </a:ext>
            </a:extLst>
          </p:cNvPr>
          <p:cNvCxnSpPr>
            <a:cxnSpLocks/>
          </p:cNvCxnSpPr>
          <p:nvPr/>
        </p:nvCxnSpPr>
        <p:spPr>
          <a:xfrm flipV="1">
            <a:off x="5248405" y="768194"/>
            <a:ext cx="2404998" cy="8597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832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3">
            <a:extLst>
              <a:ext uri="{FF2B5EF4-FFF2-40B4-BE49-F238E27FC236}">
                <a16:creationId xmlns:a16="http://schemas.microsoft.com/office/drawing/2014/main" id="{88C63A74-D81B-453E-AF6C-A65A4A9A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25" y="480132"/>
            <a:ext cx="10482337" cy="885205"/>
          </a:xfrm>
        </p:spPr>
        <p:txBody>
          <a:bodyPr/>
          <a:lstStyle/>
          <a:p>
            <a:r>
              <a:rPr lang="es-ES" sz="4000" dirty="0"/>
              <a:t>Las Tablas</a:t>
            </a:r>
            <a:endParaRPr lang="es-419" sz="40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DBB7BB-D94D-447F-A900-7B27BFC9370F}"/>
              </a:ext>
            </a:extLst>
          </p:cNvPr>
          <p:cNvSpPr txBox="1"/>
          <p:nvPr/>
        </p:nvSpPr>
        <p:spPr>
          <a:xfrm>
            <a:off x="551842" y="1365337"/>
            <a:ext cx="5911588" cy="5847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Son los almacenamientos principales que dentro de una base de datos contienen los datos de un objeto. Por ejemplo: la tabla de Clientes, la tabla de Empleados, la tabla de Facturas, la tabla de Pagos.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ES" sz="200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000" dirty="0"/>
              <a:t>La estructura de una tabla está compuesta por los campos y los registros. Los primeros son los atributos  que describen ese objeto en particular. Por ejemplo, los campos en la tabla para describir los clientes pueden ser: </a:t>
            </a:r>
          </a:p>
          <a:p>
            <a:pPr marL="901700" lvl="2" indent="-457200">
              <a:buFont typeface="Arial" panose="020B0604020202020204" pitchFamily="34" charset="0"/>
              <a:buChar char="•"/>
            </a:pPr>
            <a:r>
              <a:rPr lang="es-ES" sz="2000" dirty="0"/>
              <a:t>Tipo de identificación</a:t>
            </a:r>
          </a:p>
          <a:p>
            <a:pPr marL="901700" lvl="2" indent="-457200">
              <a:buFont typeface="Arial" panose="020B0604020202020204" pitchFamily="34" charset="0"/>
              <a:buChar char="•"/>
            </a:pPr>
            <a:r>
              <a:rPr lang="es-ES" sz="2000" dirty="0"/>
              <a:t>Número de identificación</a:t>
            </a:r>
          </a:p>
          <a:p>
            <a:pPr marL="901700" lvl="2" indent="-457200">
              <a:buFont typeface="Arial" panose="020B0604020202020204" pitchFamily="34" charset="0"/>
              <a:buChar char="•"/>
            </a:pPr>
            <a:r>
              <a:rPr lang="es-ES" sz="2000" dirty="0"/>
              <a:t>Nombre</a:t>
            </a:r>
          </a:p>
          <a:p>
            <a:pPr marL="901700" lvl="2" indent="-457200">
              <a:buFont typeface="Arial" panose="020B0604020202020204" pitchFamily="34" charset="0"/>
              <a:buChar char="•"/>
            </a:pPr>
            <a:r>
              <a:rPr lang="es-ES" sz="2000" dirty="0"/>
              <a:t>Teléfono de contacto</a:t>
            </a:r>
          </a:p>
          <a:p>
            <a:pPr marL="901700" lvl="2" indent="-457200">
              <a:buFont typeface="Arial" panose="020B0604020202020204" pitchFamily="34" charset="0"/>
              <a:buChar char="•"/>
            </a:pPr>
            <a:r>
              <a:rPr lang="es-ES" sz="2000" dirty="0"/>
              <a:t>Dirección</a:t>
            </a:r>
          </a:p>
          <a:p>
            <a:pPr marL="901700" lvl="2" indent="-457200">
              <a:buFont typeface="Arial" panose="020B0604020202020204" pitchFamily="34" charset="0"/>
              <a:buChar char="•"/>
            </a:pPr>
            <a:r>
              <a:rPr lang="es-ES" sz="2000" dirty="0" err="1"/>
              <a:t>Cupocredito</a:t>
            </a:r>
            <a:endParaRPr lang="es-ES" sz="2000" dirty="0"/>
          </a:p>
          <a:p>
            <a:pPr lvl="2"/>
            <a:endParaRPr lang="es-ES" sz="2000" dirty="0"/>
          </a:p>
          <a:p>
            <a:pPr lvl="2"/>
            <a:r>
              <a:rPr lang="es-ES" sz="2000" dirty="0"/>
              <a:t>Los campos además del nombre deben llevar el tipo de dato que van a almacenar (numérico, texto, booleano) y si este es clave primaria o foránea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41A541-E3F9-428A-BA08-9BD81982F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437" y="1669463"/>
            <a:ext cx="6223285" cy="221673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518E24D-F7F2-49B2-8369-EF43C309101E}"/>
              </a:ext>
            </a:extLst>
          </p:cNvPr>
          <p:cNvSpPr txBox="1"/>
          <p:nvPr/>
        </p:nvSpPr>
        <p:spPr>
          <a:xfrm>
            <a:off x="9444625" y="2342367"/>
            <a:ext cx="259365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Fuente: www.codigosql.top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FDF83A-AA46-412A-9E77-34F20363D3BC}"/>
              </a:ext>
            </a:extLst>
          </p:cNvPr>
          <p:cNvSpPr txBox="1"/>
          <p:nvPr/>
        </p:nvSpPr>
        <p:spPr>
          <a:xfrm>
            <a:off x="7864893" y="4822151"/>
            <a:ext cx="5599829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Un registro es un conjunto de datos relacionados que representa una entidad única. está compuesto por varios campos, que son equivalentes a las columnas de la tabla y contienen información específica sobre ese objeto. </a:t>
            </a:r>
            <a:endParaRPr kumimoji="0" lang="es-419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409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A9ACB42-FFA7-4876-81D3-9E1835C0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40" y="2515841"/>
            <a:ext cx="9686157" cy="3714431"/>
          </a:xfrm>
          <a:prstGeom prst="rect">
            <a:avLst/>
          </a:prstGeom>
        </p:spPr>
      </p:pic>
      <p:sp>
        <p:nvSpPr>
          <p:cNvPr id="7" name="Título 3">
            <a:extLst>
              <a:ext uri="{FF2B5EF4-FFF2-40B4-BE49-F238E27FC236}">
                <a16:creationId xmlns:a16="http://schemas.microsoft.com/office/drawing/2014/main" id="{88C63A74-D81B-453E-AF6C-A65A4A9A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25" y="480132"/>
            <a:ext cx="10482337" cy="885205"/>
          </a:xfrm>
        </p:spPr>
        <p:txBody>
          <a:bodyPr/>
          <a:lstStyle/>
          <a:p>
            <a:r>
              <a:rPr lang="es-ES" sz="4000" dirty="0"/>
              <a:t>Las Relaciones Entre Tablas</a:t>
            </a:r>
            <a:endParaRPr lang="es-419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6F6AD08-7EAB-4E70-A69F-B78E3A9CB5E7}"/>
              </a:ext>
            </a:extLst>
          </p:cNvPr>
          <p:cNvSpPr txBox="1"/>
          <p:nvPr/>
        </p:nvSpPr>
        <p:spPr>
          <a:xfrm>
            <a:off x="2491972" y="6323504"/>
            <a:ext cx="3316614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Campos que describen una Película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E00C6C-EEAA-4190-9639-D1AAC53F60B0}"/>
              </a:ext>
            </a:extLst>
          </p:cNvPr>
          <p:cNvSpPr txBox="1"/>
          <p:nvPr/>
        </p:nvSpPr>
        <p:spPr>
          <a:xfrm>
            <a:off x="8406561" y="6323504"/>
            <a:ext cx="299280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Campos que describen un Actor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4DFFB92-12B8-4920-8BB7-5346064036CC}"/>
              </a:ext>
            </a:extLst>
          </p:cNvPr>
          <p:cNvCxnSpPr>
            <a:cxnSpLocks/>
          </p:cNvCxnSpPr>
          <p:nvPr/>
        </p:nvCxnSpPr>
        <p:spPr>
          <a:xfrm flipV="1">
            <a:off x="6945670" y="2755727"/>
            <a:ext cx="0" cy="41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F85124-D404-472C-A28C-EB774B6C86A4}"/>
              </a:ext>
            </a:extLst>
          </p:cNvPr>
          <p:cNvSpPr txBox="1"/>
          <p:nvPr/>
        </p:nvSpPr>
        <p:spPr>
          <a:xfrm>
            <a:off x="6571574" y="2023464"/>
            <a:ext cx="79829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Relación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E8737A-1A31-437F-B057-4F0944A2BD52}"/>
              </a:ext>
            </a:extLst>
          </p:cNvPr>
          <p:cNvSpPr txBox="1"/>
          <p:nvPr/>
        </p:nvSpPr>
        <p:spPr>
          <a:xfrm>
            <a:off x="3342382" y="3223312"/>
            <a:ext cx="1383392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Clave primaria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699D8C-1D6A-4CC2-8E92-74221EE21285}"/>
              </a:ext>
            </a:extLst>
          </p:cNvPr>
          <p:cNvSpPr txBox="1"/>
          <p:nvPr/>
        </p:nvSpPr>
        <p:spPr>
          <a:xfrm>
            <a:off x="9091826" y="3361812"/>
            <a:ext cx="1383392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Clave primaria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CF128C5-A87C-4CCB-AC62-7D9D424D1C29}"/>
              </a:ext>
            </a:extLst>
          </p:cNvPr>
          <p:cNvSpPr txBox="1"/>
          <p:nvPr/>
        </p:nvSpPr>
        <p:spPr>
          <a:xfrm>
            <a:off x="11871896" y="4479760"/>
            <a:ext cx="1346522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Clave Foránea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207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5 Marcador de número de diapositiva">
            <a:extLst>
              <a:ext uri="{FF2B5EF4-FFF2-40B4-BE49-F238E27FC236}">
                <a16:creationId xmlns:a16="http://schemas.microsoft.com/office/drawing/2014/main" id="{8F1A4E37-987C-4A60-838B-56FBDC150480}"/>
              </a:ext>
            </a:extLst>
          </p:cNvPr>
          <p:cNvSpPr txBox="1">
            <a:spLocks noGrp="1"/>
          </p:cNvSpPr>
          <p:nvPr/>
        </p:nvSpPr>
        <p:spPr bwMode="auto">
          <a:xfrm>
            <a:off x="9316566" y="6958312"/>
            <a:ext cx="2486448" cy="51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1CF2198A-67DE-4272-9E9F-0127AFEBBA6B}" type="slidenum">
              <a:rPr lang="es-ES" altLang="es-CO" sz="1587"/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s-ES" altLang="es-CO" sz="1587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6B1DB6FF-57A3-41E9-BF8C-B9AC07FAE5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42801" y="560218"/>
            <a:ext cx="10303105" cy="577663"/>
          </a:xfrm>
        </p:spPr>
        <p:txBody>
          <a:bodyPr/>
          <a:lstStyle/>
          <a:p>
            <a:pPr eaLnBrk="1" hangingPunct="1"/>
            <a:r>
              <a:rPr lang="es-ES" altLang="es-CO" sz="4000" dirty="0"/>
              <a:t>Creación de tablas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F48AC597-D074-4E5A-B37D-C78A94FFF7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1146" y="1544619"/>
            <a:ext cx="12696600" cy="1744389"/>
          </a:xfrm>
        </p:spPr>
        <p:txBody>
          <a:bodyPr/>
          <a:lstStyle/>
          <a:p>
            <a:pPr eaLnBrk="1" hangingPunct="1"/>
            <a:r>
              <a:rPr lang="es-ES" altLang="es-CO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creación de tablas se lleva a cabo con la sentencia </a:t>
            </a:r>
            <a:r>
              <a:rPr lang="es-ES" altLang="es-CO" sz="2800" b="1" u="sng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TABLE</a:t>
            </a:r>
            <a:r>
              <a:rPr lang="es-ES" altLang="es-CO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/>
            <a:endParaRPr lang="es-ES" altLang="es-CO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s-ES" altLang="es-CO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empieza por las tablas más independientes:</a:t>
            </a:r>
            <a:endParaRPr lang="es-ES" altLang="es-CO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BD635F-62F3-4560-BB1A-9D5D343C1EF9}"/>
              </a:ext>
            </a:extLst>
          </p:cNvPr>
          <p:cNvSpPr txBox="1"/>
          <p:nvPr/>
        </p:nvSpPr>
        <p:spPr>
          <a:xfrm>
            <a:off x="5728924" y="3695746"/>
            <a:ext cx="6908104" cy="258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peliculas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AUTOINCREMENT,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titulo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año_lanzamiento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director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estudio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recaudacion_millones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DECIMAL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universo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28C6FC-68AD-4829-9A8D-444890A30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87" y="3308504"/>
            <a:ext cx="3390580" cy="2972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3588F6-9ED3-4FA1-A4B1-26DDECE8E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047" y="2456491"/>
            <a:ext cx="5018847" cy="335001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3FCF3BC-F9ED-49BC-AFAF-F628668AF224}"/>
              </a:ext>
            </a:extLst>
          </p:cNvPr>
          <p:cNvSpPr txBox="1">
            <a:spLocks noChangeArrowheads="1"/>
          </p:cNvSpPr>
          <p:nvPr/>
        </p:nvSpPr>
        <p:spPr>
          <a:xfrm>
            <a:off x="642801" y="560218"/>
            <a:ext cx="10303105" cy="577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/>
              <a:t>Creación de tablas</a:t>
            </a:r>
            <a:endParaRPr lang="es-ES" altLang="es-CO" sz="4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AA1FD0-AEE3-4653-A6B0-4F0E74CD9FB2}"/>
              </a:ext>
            </a:extLst>
          </p:cNvPr>
          <p:cNvSpPr txBox="1"/>
          <p:nvPr/>
        </p:nvSpPr>
        <p:spPr>
          <a:xfrm>
            <a:off x="6811027" y="2667187"/>
            <a:ext cx="5727526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personajes (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AUTOINCREMENT,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nombre_heroe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nombre_real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pelicula_id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poder_principal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actor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villano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pelicula_id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peliculas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(id)</a:t>
            </a:r>
          </a:p>
          <a:p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3AFD2E-3DB9-4686-9C86-A9640D69E8CD}"/>
              </a:ext>
            </a:extLst>
          </p:cNvPr>
          <p:cNvSpPr txBox="1"/>
          <p:nvPr/>
        </p:nvSpPr>
        <p:spPr>
          <a:xfrm>
            <a:off x="1600200" y="1717868"/>
            <a:ext cx="69081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altLang="es-CO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Ahora la tabla dependiente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4289385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DB5091E-4954-45AE-987B-5B9D7C89BECD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Instrucciones Básicas: CUD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B9DD4B-E11D-4631-A347-027E9581BB55}"/>
              </a:ext>
            </a:extLst>
          </p:cNvPr>
          <p:cNvSpPr txBox="1"/>
          <p:nvPr/>
        </p:nvSpPr>
        <p:spPr>
          <a:xfrm>
            <a:off x="1377863" y="2842283"/>
            <a:ext cx="7537201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Las instrucciones SQL que permiten modificar el estado de la BD son:</a:t>
            </a:r>
          </a:p>
          <a:p>
            <a:endParaRPr lang="es-ES" sz="2400" dirty="0"/>
          </a:p>
          <a:p>
            <a:r>
              <a:rPr lang="es-ES" sz="2400" dirty="0"/>
              <a:t>(C) INSERT ➡️Añade filas a una tabla</a:t>
            </a:r>
          </a:p>
          <a:p>
            <a:r>
              <a:rPr lang="es-ES" sz="2400" dirty="0"/>
              <a:t>(U) UPDATE ➡️Actualiza filas de una tabla</a:t>
            </a:r>
          </a:p>
          <a:p>
            <a:r>
              <a:rPr lang="es-ES" sz="2400" dirty="0"/>
              <a:t>(D) DELETE ➡️Elimina filas de una tabla</a:t>
            </a:r>
            <a:endParaRPr lang="es-419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4309DE-06CB-4A13-8DA4-FA17F7DCE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9341">
            <a:off x="9125715" y="2615504"/>
            <a:ext cx="1622967" cy="254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9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04CA8CF9-1068-4876-900A-905D2901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23555" name="5 Marcador de número de diapositiva">
            <a:extLst>
              <a:ext uri="{FF2B5EF4-FFF2-40B4-BE49-F238E27FC236}">
                <a16:creationId xmlns:a16="http://schemas.microsoft.com/office/drawing/2014/main" id="{351978AF-5947-4AC1-8509-F99969B1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83053" y="7996095"/>
            <a:ext cx="294309" cy="3365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41985" indent="-32384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2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362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13507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813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31651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84979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67941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8608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4230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B7167F-60AE-433B-8FCE-38F8BA5F9EE5}" type="slidenum">
              <a:rPr lang="es-ES" altLang="es-CO" sz="1587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s-ES" altLang="es-CO" sz="1587">
              <a:solidFill>
                <a:schemeClr val="folHlink"/>
              </a:solidFill>
            </a:endParaRP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63A5855D-A7D5-4AF6-A5BA-C3FEF5505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575" y="1605881"/>
            <a:ext cx="12435841" cy="690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inserción de registros se realiza con la instrucción INSERT, y los valores que llevará cada campo luego de </a:t>
            </a:r>
            <a:r>
              <a:rPr lang="es-ES" altLang="es-CO" sz="24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54097C4-8CD3-4A21-85F4-A74ED3B20EDD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Instrucciones Básicas: INSERT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C00546-A74C-46A0-B716-6E059DC4625A}"/>
              </a:ext>
            </a:extLst>
          </p:cNvPr>
          <p:cNvSpPr txBox="1"/>
          <p:nvPr/>
        </p:nvSpPr>
        <p:spPr>
          <a:xfrm>
            <a:off x="2367420" y="6387947"/>
            <a:ext cx="992061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s-ES" altLang="es-CO" sz="20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Otra forma de insertar valores es a través del resultado de una consulta.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A95535-AEA0-4620-97D5-B1EF347D4CA0}"/>
              </a:ext>
            </a:extLst>
          </p:cNvPr>
          <p:cNvSpPr txBox="1"/>
          <p:nvPr/>
        </p:nvSpPr>
        <p:spPr>
          <a:xfrm>
            <a:off x="402779" y="2465122"/>
            <a:ext cx="12786569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peliculas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(titulo,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año_lanzamiento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director, estudio,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recaudacion_millones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universo) </a:t>
            </a:r>
          </a:p>
          <a:p>
            <a:endParaRPr lang="es-419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endParaRPr lang="es-419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VALUES 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419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Iron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Man'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'Jon Favreau'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'Marvel </a:t>
            </a:r>
            <a:r>
              <a:rPr lang="es-419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Studios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585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'MCU'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96BC76F-580C-4BF7-B100-138B1073A450}"/>
              </a:ext>
            </a:extLst>
          </p:cNvPr>
          <p:cNvCxnSpPr>
            <a:cxnSpLocks/>
          </p:cNvCxnSpPr>
          <p:nvPr/>
        </p:nvCxnSpPr>
        <p:spPr>
          <a:xfrm flipV="1">
            <a:off x="2367419" y="2868460"/>
            <a:ext cx="1202499" cy="38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2CD9642-259E-497C-B227-5BFC343E82F4}"/>
              </a:ext>
            </a:extLst>
          </p:cNvPr>
          <p:cNvCxnSpPr>
            <a:cxnSpLocks/>
          </p:cNvCxnSpPr>
          <p:nvPr/>
        </p:nvCxnSpPr>
        <p:spPr>
          <a:xfrm flipV="1">
            <a:off x="3271380" y="2868460"/>
            <a:ext cx="1450932" cy="398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8592011-9457-4D73-8902-67257CB7A10E}"/>
              </a:ext>
            </a:extLst>
          </p:cNvPr>
          <p:cNvCxnSpPr>
            <a:cxnSpLocks/>
          </p:cNvCxnSpPr>
          <p:nvPr/>
        </p:nvCxnSpPr>
        <p:spPr>
          <a:xfrm flipV="1">
            <a:off x="4722312" y="2868460"/>
            <a:ext cx="2073751" cy="423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75E6B77-A2E3-4426-A601-C8F2D97CD84F}"/>
              </a:ext>
            </a:extLst>
          </p:cNvPr>
          <p:cNvCxnSpPr>
            <a:cxnSpLocks/>
          </p:cNvCxnSpPr>
          <p:nvPr/>
        </p:nvCxnSpPr>
        <p:spPr>
          <a:xfrm flipV="1">
            <a:off x="6796063" y="2868460"/>
            <a:ext cx="1202499" cy="38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9FAA068-BC53-4922-AE2A-A4C0C4AEB213}"/>
              </a:ext>
            </a:extLst>
          </p:cNvPr>
          <p:cNvCxnSpPr>
            <a:cxnSpLocks/>
          </p:cNvCxnSpPr>
          <p:nvPr/>
        </p:nvCxnSpPr>
        <p:spPr>
          <a:xfrm flipV="1">
            <a:off x="8324238" y="2871355"/>
            <a:ext cx="1202499" cy="38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E96B0A9-BEEA-43CF-80B9-EB9BBE820A94}"/>
              </a:ext>
            </a:extLst>
          </p:cNvPr>
          <p:cNvCxnSpPr>
            <a:cxnSpLocks/>
          </p:cNvCxnSpPr>
          <p:nvPr/>
        </p:nvCxnSpPr>
        <p:spPr>
          <a:xfrm flipV="1">
            <a:off x="9216092" y="2868460"/>
            <a:ext cx="2658582" cy="45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F52D45E-B9BE-4F17-B3B4-6E72CE733247}"/>
              </a:ext>
            </a:extLst>
          </p:cNvPr>
          <p:cNvSpPr txBox="1"/>
          <p:nvPr/>
        </p:nvSpPr>
        <p:spPr>
          <a:xfrm>
            <a:off x="402780" y="4986400"/>
            <a:ext cx="1300007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personajes (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nombre_heroe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nombre_real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pelicula_id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poder_principal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actor, villano) </a:t>
            </a:r>
          </a:p>
          <a:p>
            <a:endParaRPr lang="es-419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s-419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VALUES 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419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Iron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Man'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'Tony Stark'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'Armadura tecnológica'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'Robert Downey Jr.'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419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419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0A802A73-5F9D-4FCE-BD8C-DD86F2CDA248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4003759"/>
            <a:ext cx="12435841" cy="50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indent="0" algn="l" defTabSz="1036440" rtl="0" latinLnBrk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1" baseline="0">
                <a:solidFill>
                  <a:srgbClr val="FFFFFF"/>
                </a:solidFill>
                <a:uFillTx/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inserción siguiente es de la tabla dependiente, tener en cuenta para que no haya error, que el valor de la clave foránea, debe ser válido en la tabla asociada: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0D18B8-331D-4DBD-A5DC-BDF472EB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Lenguaje SQL</a:t>
            </a:r>
          </a:p>
        </p:txBody>
      </p:sp>
      <p:sp>
        <p:nvSpPr>
          <p:cNvPr id="27652" name="Marcador de número de diapositiva 3">
            <a:extLst>
              <a:ext uri="{FF2B5EF4-FFF2-40B4-BE49-F238E27FC236}">
                <a16:creationId xmlns:a16="http://schemas.microsoft.com/office/drawing/2014/main" id="{A49BE3B6-B8D2-4CEC-BDB2-58F40A90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83053" y="7996095"/>
            <a:ext cx="294309" cy="3365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41985" indent="-32384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2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362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13507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813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31651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84979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67941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8608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4230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E442C2-E43C-4DC2-A02D-69DDBA03A47D}" type="slidenum">
              <a:rPr lang="es-ES" altLang="es-CO" sz="1587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s-ES" altLang="es-CO" sz="1587">
              <a:solidFill>
                <a:schemeClr val="folHlink"/>
              </a:solidFill>
            </a:endParaRPr>
          </a:p>
        </p:txBody>
      </p:sp>
      <p:sp>
        <p:nvSpPr>
          <p:cNvPr id="27653" name="CuadroTexto 4">
            <a:extLst>
              <a:ext uri="{FF2B5EF4-FFF2-40B4-BE49-F238E27FC236}">
                <a16:creationId xmlns:a16="http://schemas.microsoft.com/office/drawing/2014/main" id="{7565A130-56C8-4D13-8385-12AD322CE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928" y="2693385"/>
            <a:ext cx="746810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es-ES" altLang="es-4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Violación de clave primaria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es-ES" altLang="es-4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Violación del tipo de dato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es-ES" altLang="es-4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Violación de obligatoriedad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es-ES" altLang="es-4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Intento de ingresar valor a un campo </a:t>
            </a:r>
            <a:r>
              <a:rPr lang="es-ES" altLang="es-419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</a:t>
            </a:r>
            <a:endParaRPr lang="es-ES" altLang="es-41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es-ES" altLang="es-4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Violación de una restricción </a:t>
            </a:r>
            <a:endParaRPr lang="es-419" altLang="es-41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A9E57B8-4D94-44B3-996F-BB11E8E68599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Causas de falla para la cláusula INSERT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D17FE0-0520-4A01-AEE6-8380A5D117B6}"/>
              </a:ext>
            </a:extLst>
          </p:cNvPr>
          <p:cNvSpPr txBox="1"/>
          <p:nvPr/>
        </p:nvSpPr>
        <p:spPr>
          <a:xfrm>
            <a:off x="2267211" y="2793304"/>
            <a:ext cx="1979112" cy="17697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❌</a:t>
            </a:r>
            <a:endParaRPr kumimoji="0" lang="es-419" sz="1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52D7BCAA-8557-46BB-9F3C-17223E441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28675" name="5 Marcador de número de diapositiva">
            <a:extLst>
              <a:ext uri="{FF2B5EF4-FFF2-40B4-BE49-F238E27FC236}">
                <a16:creationId xmlns:a16="http://schemas.microsoft.com/office/drawing/2014/main" id="{E94CFF83-9B4D-421E-8F40-9382F599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83053" y="7996095"/>
            <a:ext cx="294309" cy="3365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41985" indent="-32384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2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362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13507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813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31651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84979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67941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8608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4230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E8CB44-6553-4DA9-B545-0A5EA8F344DE}" type="slidenum">
              <a:rPr lang="es-ES" altLang="es-CO" sz="1587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s-ES" altLang="es-CO" sz="1587">
              <a:solidFill>
                <a:schemeClr val="folHlink"/>
              </a:solidFill>
            </a:endParaRP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5AF8D17F-5C53-4EAC-9E4B-3FE73DF96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0879" y="1646811"/>
            <a:ext cx="12435841" cy="1237903"/>
          </a:xfrm>
        </p:spPr>
        <p:txBody>
          <a:bodyPr/>
          <a:lstStyle/>
          <a:p>
            <a:pPr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modificación de registros se realiza con la instrucción UPDATE</a:t>
            </a:r>
          </a:p>
          <a:p>
            <a:pPr lvl="1"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posible elegir el conjunto de registros que se van a actualizar usando la clausula WHERE.</a:t>
            </a:r>
          </a:p>
          <a:p>
            <a:pPr eaLnBrk="1" hangingPunct="1"/>
            <a:endParaRPr lang="es-ES" altLang="es-CO" sz="24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60063B6-1E91-44F5-ADC1-BFCB3CA98E3C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Instrucciones Básicas: UPDATE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E63B0C9-4171-4A6C-AAC2-52305C5FE187}"/>
              </a:ext>
            </a:extLst>
          </p:cNvPr>
          <p:cNvSpPr txBox="1"/>
          <p:nvPr/>
        </p:nvSpPr>
        <p:spPr>
          <a:xfrm>
            <a:off x="2307921" y="3156128"/>
            <a:ext cx="5094961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recaudacion_millones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1347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titulo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'Black Panther'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EEBBD89-85F4-41A2-A1A6-8CE525DB54BE}"/>
              </a:ext>
            </a:extLst>
          </p:cNvPr>
          <p:cNvSpPr txBox="1"/>
          <p:nvPr/>
        </p:nvSpPr>
        <p:spPr>
          <a:xfrm>
            <a:off x="5459170" y="5202259"/>
            <a:ext cx="7446722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personajes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actor 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'Don Cheadle'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nombre_heroe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'War Machine'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pelicula_id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A165E67E-9014-4A0D-903F-B1A8199C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30723" name="5 Marcador de número de diapositiva">
            <a:extLst>
              <a:ext uri="{FF2B5EF4-FFF2-40B4-BE49-F238E27FC236}">
                <a16:creationId xmlns:a16="http://schemas.microsoft.com/office/drawing/2014/main" id="{7996DFD5-9B55-4366-B91F-377FFA6E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83053" y="7996095"/>
            <a:ext cx="294309" cy="3365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41985" indent="-32384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2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362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72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13507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813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31651" indent="-259072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84979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67941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86086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4230" indent="-25907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58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4E12C8-0954-44EE-BCC9-66817C2E793D}" type="slidenum">
              <a:rPr lang="es-ES" altLang="es-CO" sz="1587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s-ES" altLang="es-CO" sz="1587">
              <a:solidFill>
                <a:schemeClr val="folHlink"/>
              </a:solidFill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4483CA84-7BF2-4DE8-BB68-BC17883A62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4504" y="1944748"/>
            <a:ext cx="11786992" cy="1415359"/>
          </a:xfrm>
        </p:spPr>
        <p:txBody>
          <a:bodyPr/>
          <a:lstStyle/>
          <a:p>
            <a:pPr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eliminación de registros se realiza con la instrucción DELETE: </a:t>
            </a:r>
          </a:p>
          <a:p>
            <a:pPr lvl="1"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 FROM </a:t>
            </a:r>
            <a:r>
              <a:rPr lang="es-ES" altLang="es-CO" sz="24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tabla</a:t>
            </a:r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es-ES" altLang="es-CO" sz="24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condicion</a:t>
            </a:r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-- </a:t>
            </a:r>
            <a:r>
              <a:rPr lang="es-ES" altLang="es-CO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es opcional, si no lo colocas, se elimina todos los registros de la tabla</a:t>
            </a:r>
          </a:p>
          <a:p>
            <a:pPr lvl="1" eaLnBrk="1" hangingPunct="1"/>
            <a:r>
              <a:rPr lang="es-ES" altLang="es-CO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 registros completos, no columnas.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C94B7CA-F7B5-4B8D-A077-E4EDBFEA4F64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Instrucciones Básicas: DELETE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FA2D0E-6B46-4AAE-AFC8-6BC9AE70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119" y="4205923"/>
            <a:ext cx="1727960" cy="17129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D4F1A9F-E989-46E8-A748-1C32F72C5473}"/>
              </a:ext>
            </a:extLst>
          </p:cNvPr>
          <p:cNvSpPr txBox="1"/>
          <p:nvPr/>
        </p:nvSpPr>
        <p:spPr>
          <a:xfrm>
            <a:off x="1767429" y="6100175"/>
            <a:ext cx="306333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¿Y si quiero borrar toda la tabla?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0BD1C7F-E45C-4A5F-8A31-8E1456025E56}"/>
              </a:ext>
            </a:extLst>
          </p:cNvPr>
          <p:cNvSpPr txBox="1"/>
          <p:nvPr/>
        </p:nvSpPr>
        <p:spPr>
          <a:xfrm>
            <a:off x="5853523" y="4205923"/>
            <a:ext cx="5058485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6"/>
                </a:solidFill>
              </a:rPr>
              <a:t>Eliminación de tablas: instrucción DROP TABLE.</a:t>
            </a:r>
          </a:p>
          <a:p>
            <a:endParaRPr lang="es-ES" dirty="0"/>
          </a:p>
          <a:p>
            <a:r>
              <a:rPr lang="es-ES" dirty="0"/>
              <a:t>DROP TABLE CUENTAS;  </a:t>
            </a:r>
          </a:p>
          <a:p>
            <a:endParaRPr lang="es-ES" dirty="0"/>
          </a:p>
          <a:p>
            <a:r>
              <a:rPr lang="es-ES" b="1" dirty="0">
                <a:solidFill>
                  <a:srgbClr val="FF0000"/>
                </a:solidFill>
              </a:rPr>
              <a:t>NO hay vuelta atrás</a:t>
            </a:r>
          </a:p>
          <a:p>
            <a:br>
              <a:rPr lang="es-ES" dirty="0"/>
            </a:br>
            <a:r>
              <a:rPr lang="es-ES" dirty="0"/>
              <a:t>-- Las tablas a las que referencia deben haber sido eliminadas antes.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9284BCB8-3E28-4534-AC79-2BF65CC63164}"/>
              </a:ext>
            </a:extLst>
          </p:cNvPr>
          <p:cNvSpPr txBox="1">
            <a:spLocks noGrp="1"/>
          </p:cNvSpPr>
          <p:nvPr/>
        </p:nvSpPr>
        <p:spPr bwMode="auto">
          <a:xfrm>
            <a:off x="5276956" y="7227253"/>
            <a:ext cx="3497580" cy="51816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s-ES" sz="1587">
                <a:solidFill>
                  <a:schemeClr val="folHlink"/>
                </a:solidFill>
                <a:latin typeface="+mn-lt"/>
              </a:rPr>
              <a:t>Lenguaje SQL</a:t>
            </a:r>
          </a:p>
        </p:txBody>
      </p:sp>
      <p:sp>
        <p:nvSpPr>
          <p:cNvPr id="15363" name="5 Marcador de número de diapositiva">
            <a:extLst>
              <a:ext uri="{FF2B5EF4-FFF2-40B4-BE49-F238E27FC236}">
                <a16:creationId xmlns:a16="http://schemas.microsoft.com/office/drawing/2014/main" id="{909D8CFD-9B64-46E6-83FB-095AB4D7CEBB}"/>
              </a:ext>
            </a:extLst>
          </p:cNvPr>
          <p:cNvSpPr txBox="1">
            <a:spLocks noGrp="1"/>
          </p:cNvSpPr>
          <p:nvPr/>
        </p:nvSpPr>
        <p:spPr bwMode="auto">
          <a:xfrm>
            <a:off x="9195542" y="7227253"/>
            <a:ext cx="2486448" cy="51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w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CB7BA08B-9564-4B8E-8701-375C715EB785}" type="slidenum">
              <a:rPr lang="es-ES" altLang="es-CO" sz="1587">
                <a:solidFill>
                  <a:schemeClr val="folHlink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s-ES" altLang="es-CO" sz="1587">
              <a:solidFill>
                <a:schemeClr val="folHlink"/>
              </a:solidFill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6FFCEDA4-AB71-4E4B-AFF7-368F422D50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9575" y="295063"/>
            <a:ext cx="9959191" cy="1237902"/>
          </a:xfrm>
        </p:spPr>
        <p:txBody>
          <a:bodyPr/>
          <a:lstStyle/>
          <a:p>
            <a:pPr eaLnBrk="1" hangingPunct="1"/>
            <a:r>
              <a:rPr lang="es-ES" altLang="es-CO" sz="4000" dirty="0">
                <a:solidFill>
                  <a:schemeClr val="tx1"/>
                </a:solidFill>
              </a:rPr>
              <a:t>Modificación de la estructura de una tabla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100B6EE3-9ED1-497C-AC98-934AF8D14FE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600771" y="1961739"/>
            <a:ext cx="6624322" cy="4401483"/>
          </a:xfrm>
        </p:spPr>
        <p:txBody>
          <a:bodyPr/>
          <a:lstStyle/>
          <a:p>
            <a:pPr lvl="1" eaLnBrk="1" hangingPunct="1"/>
            <a:r>
              <a:rPr lang="es-ES" altLang="es-CO" sz="2040" dirty="0">
                <a:solidFill>
                  <a:schemeClr val="accent6"/>
                </a:solidFill>
              </a:rPr>
              <a:t>Modificación de tablas: instrucción ALTER TABLE.</a:t>
            </a:r>
          </a:p>
          <a:p>
            <a:pPr lvl="1" eaLnBrk="1" hangingPunct="1"/>
            <a:endParaRPr lang="es-ES" altLang="es-CO" sz="2040" dirty="0">
              <a:solidFill>
                <a:schemeClr val="tx1"/>
              </a:solidFill>
            </a:endParaRPr>
          </a:p>
          <a:p>
            <a:pPr lvl="1" eaLnBrk="1" hangingPunct="1"/>
            <a:r>
              <a:rPr lang="es-ES" altLang="es-CO" sz="2040" dirty="0">
                <a:solidFill>
                  <a:schemeClr val="tx1"/>
                </a:solidFill>
              </a:rPr>
              <a:t>Es posible añadir, modificar y eliminar campos. Ejemplos:</a:t>
            </a:r>
          </a:p>
          <a:p>
            <a:pPr lvl="8"/>
            <a:r>
              <a:rPr lang="es-ES" altLang="es-CO" sz="1813" dirty="0">
                <a:solidFill>
                  <a:schemeClr val="tx1"/>
                </a:solidFill>
              </a:rPr>
              <a:t>Adición del campo PAIS a la tabla CLIENTES</a:t>
            </a:r>
          </a:p>
          <a:p>
            <a:pPr marL="342900" lvl="7" indent="-342900">
              <a:buFont typeface="Arial" panose="020B0604020202020204" pitchFamily="34" charset="0"/>
              <a:buChar char="•"/>
            </a:pPr>
            <a:r>
              <a:rPr lang="es-ES" altLang="es-CO" sz="2040" b="0" i="1" dirty="0">
                <a:solidFill>
                  <a:schemeClr val="tx1"/>
                </a:solidFill>
                <a:latin typeface="Courier New" panose="02070309020205020404" pitchFamily="49" charset="0"/>
              </a:rPr>
              <a:t>ALTER TABLE CLIENTES ADD PAIS VARCHAR(10);</a:t>
            </a:r>
          </a:p>
          <a:p>
            <a:pPr lvl="8"/>
            <a:r>
              <a:rPr lang="es-ES" altLang="es-CO" sz="1813" dirty="0">
                <a:solidFill>
                  <a:schemeClr val="tx1"/>
                </a:solidFill>
              </a:rPr>
              <a:t>Modificación del tipo del campo PAIS</a:t>
            </a:r>
          </a:p>
          <a:p>
            <a:pPr marL="342900" lvl="7" indent="-342900">
              <a:buFont typeface="Arial" panose="020B0604020202020204" pitchFamily="34" charset="0"/>
              <a:buChar char="•"/>
            </a:pPr>
            <a:r>
              <a:rPr lang="es-ES" altLang="es-CO" sz="2040" b="0" i="1" dirty="0">
                <a:solidFill>
                  <a:schemeClr val="tx1"/>
                </a:solidFill>
                <a:latin typeface="Courier New" panose="02070309020205020404" pitchFamily="49" charset="0"/>
              </a:rPr>
              <a:t>ALTER TABLE CLIENTES MODIFY PAIS VARCHAR(20);</a:t>
            </a:r>
          </a:p>
          <a:p>
            <a:pPr lvl="8"/>
            <a:r>
              <a:rPr lang="es-ES" altLang="es-CO" sz="1813" dirty="0">
                <a:solidFill>
                  <a:schemeClr val="tx1"/>
                </a:solidFill>
              </a:rPr>
              <a:t>Eliminación del campo PAIS de la tabla CLIENTES</a:t>
            </a:r>
          </a:p>
          <a:p>
            <a:pPr marL="342900" lvl="7" indent="-342900">
              <a:buFont typeface="Arial" panose="020B0604020202020204" pitchFamily="34" charset="0"/>
              <a:buChar char="•"/>
            </a:pPr>
            <a:r>
              <a:rPr lang="es-ES" altLang="es-CO" sz="2040" b="0" i="1" dirty="0">
                <a:solidFill>
                  <a:schemeClr val="tx1"/>
                </a:solidFill>
                <a:latin typeface="Courier New" panose="02070309020205020404" pitchFamily="49" charset="0"/>
              </a:rPr>
              <a:t>ALTER TABLE CLIENTES DROP PAIS;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3E0E47-4CDE-4273-B656-0FF4916C8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79" y="2887391"/>
            <a:ext cx="2350141" cy="233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0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E978C02-42D8-4827-A0AC-73210809E0DE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Leer Datos </a:t>
            </a:r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 SELECT</a:t>
            </a:r>
            <a:endParaRPr lang="es-ES" altLang="es-CO" sz="4000" dirty="0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817083-8660-4087-8422-E415C9F9531C}"/>
              </a:ext>
            </a:extLst>
          </p:cNvPr>
          <p:cNvSpPr txBox="1"/>
          <p:nvPr/>
        </p:nvSpPr>
        <p:spPr>
          <a:xfrm>
            <a:off x="811060" y="1811808"/>
            <a:ext cx="11652337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 Se utiliza para seleccionar registros específicos de una tabla o de tablas relacionadas. El resultado </a:t>
            </a:r>
            <a:r>
              <a:rPr lang="es-419" sz="2400" b="1" dirty="0">
                <a:highlight>
                  <a:srgbClr val="FFFF00"/>
                </a:highlight>
              </a:rPr>
              <a:t>se almacena en una tabla temporal</a:t>
            </a:r>
            <a:r>
              <a:rPr lang="es-419" sz="2400" dirty="0"/>
              <a:t> denominada conjunto de resultados.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EABF77-C91D-4187-9C40-8B8A50CCD9C5}"/>
              </a:ext>
            </a:extLst>
          </p:cNvPr>
          <p:cNvSpPr txBox="1"/>
          <p:nvPr/>
        </p:nvSpPr>
        <p:spPr>
          <a:xfrm>
            <a:off x="710852" y="4213954"/>
            <a:ext cx="12779680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00FF00"/>
                </a:highlight>
              </a:rPr>
              <a:t>SELECT</a:t>
            </a:r>
            <a:r>
              <a:rPr lang="en-US" sz="2400" dirty="0"/>
              <a:t> </a:t>
            </a:r>
            <a:r>
              <a:rPr lang="en-US" sz="24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{ DISTINCT } </a:t>
            </a:r>
            <a:r>
              <a:rPr lang="en-US" sz="2400" dirty="0" err="1"/>
              <a:t>field_name</a:t>
            </a:r>
            <a:r>
              <a:rPr lang="en-US" sz="2400" dirty="0"/>
              <a:t>, field_name1, field_name2, etc. </a:t>
            </a:r>
            <a:r>
              <a:rPr lang="es-ES" sz="2400" dirty="0"/>
              <a:t>➡️ </a:t>
            </a:r>
            <a:r>
              <a:rPr lang="es-ES" sz="2400" i="1" dirty="0" err="1">
                <a:solidFill>
                  <a:schemeClr val="accent6"/>
                </a:solidFill>
              </a:rPr>
              <a:t>select</a:t>
            </a:r>
            <a:r>
              <a:rPr lang="es-ES" sz="2400" i="1" dirty="0">
                <a:solidFill>
                  <a:schemeClr val="accent6"/>
                </a:solidFill>
              </a:rPr>
              <a:t> para una lista de campos</a:t>
            </a:r>
            <a:endParaRPr lang="en-US" sz="2400" i="1" dirty="0">
              <a:solidFill>
                <a:schemeClr val="accent6"/>
              </a:solidFill>
            </a:endParaRPr>
          </a:p>
          <a:p>
            <a:r>
              <a:rPr lang="en-US" sz="2400" dirty="0">
                <a:highlight>
                  <a:srgbClr val="00FFFF"/>
                </a:highlight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table_name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ighlight>
                  <a:srgbClr val="00FF00"/>
                </a:highlight>
              </a:rPr>
              <a:t>SELECT</a:t>
            </a:r>
            <a:r>
              <a:rPr lang="en-US" sz="2400" dirty="0"/>
              <a:t> * </a:t>
            </a:r>
            <a:r>
              <a:rPr lang="en-US" sz="2400" dirty="0">
                <a:highlight>
                  <a:srgbClr val="00FFFF"/>
                </a:highlight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table_name</a:t>
            </a:r>
            <a:r>
              <a:rPr lang="en-US" sz="2400" dirty="0"/>
              <a:t> </a:t>
            </a:r>
            <a:r>
              <a:rPr lang="es-ES" sz="2400" dirty="0"/>
              <a:t>➡️ </a:t>
            </a:r>
            <a:r>
              <a:rPr lang="es-ES" sz="2400" i="1" dirty="0" err="1">
                <a:solidFill>
                  <a:schemeClr val="accent6"/>
                </a:solidFill>
              </a:rPr>
              <a:t>select</a:t>
            </a:r>
            <a:r>
              <a:rPr lang="es-ES" sz="2400" i="1" dirty="0">
                <a:solidFill>
                  <a:schemeClr val="accent6"/>
                </a:solidFill>
              </a:rPr>
              <a:t> para todos los campos. El * es una máscara que significa todos</a:t>
            </a:r>
            <a:endParaRPr lang="es-419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411E726-34C6-4D05-BEA4-50D0C4EEC1CC}"/>
              </a:ext>
            </a:extLst>
          </p:cNvPr>
          <p:cNvSpPr txBox="1"/>
          <p:nvPr/>
        </p:nvSpPr>
        <p:spPr>
          <a:xfrm>
            <a:off x="3183176" y="6317241"/>
            <a:ext cx="6908104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Si usas DISTINCT, solo se mostrarán los valores de registro únicos dentro de los nombres de campo especificados.</a:t>
            </a:r>
            <a:endParaRPr lang="es-419" sz="2000" b="1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B45819-ABF2-4B82-A259-0C626800A1E2}"/>
              </a:ext>
            </a:extLst>
          </p:cNvPr>
          <p:cNvSpPr txBox="1"/>
          <p:nvPr/>
        </p:nvSpPr>
        <p:spPr>
          <a:xfrm>
            <a:off x="5799522" y="3289146"/>
            <a:ext cx="2218556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8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SELECT Básicos</a:t>
            </a:r>
            <a:endParaRPr kumimoji="0" lang="es-419" sz="2400" b="1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5024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2D50AB0-D113-4B5A-8D6E-FDA9A0A523FB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</a:rPr>
              <a:t>Leer Datos </a:t>
            </a:r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 SELECT</a:t>
            </a:r>
            <a:endParaRPr lang="es-ES" altLang="es-CO" sz="4000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565E5D-36C8-49C8-977A-48C05B2CE285}"/>
              </a:ext>
            </a:extLst>
          </p:cNvPr>
          <p:cNvSpPr txBox="1"/>
          <p:nvPr/>
        </p:nvSpPr>
        <p:spPr>
          <a:xfrm>
            <a:off x="3937241" y="1731412"/>
            <a:ext cx="4747363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8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Instrucción SELECT  Completa</a:t>
            </a:r>
            <a:endParaRPr kumimoji="0" lang="es-419" sz="2800" b="1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6A4D6F-5F45-46D9-83AF-60F23F06A84C}"/>
              </a:ext>
            </a:extLst>
          </p:cNvPr>
          <p:cNvSpPr txBox="1"/>
          <p:nvPr/>
        </p:nvSpPr>
        <p:spPr>
          <a:xfrm>
            <a:off x="338204" y="3344491"/>
            <a:ext cx="11210794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chemeClr val="accent6"/>
                </a:solidFill>
              </a:rPr>
              <a:t>SELECT</a:t>
            </a:r>
            <a:r>
              <a:rPr lang="es-419" sz="2400" dirty="0"/>
              <a:t> [ ALL / DISTINC ] [ * ] / [</a:t>
            </a:r>
            <a:r>
              <a:rPr lang="es-419" sz="2400" dirty="0" err="1"/>
              <a:t>ListaCampos_Expresiones</a:t>
            </a:r>
            <a:r>
              <a:rPr lang="es-419" sz="2400" dirty="0"/>
              <a:t>] AS [</a:t>
            </a:r>
            <a:r>
              <a:rPr lang="es-419" sz="2400" dirty="0" err="1"/>
              <a:t>Expresion</a:t>
            </a:r>
            <a:r>
              <a:rPr lang="es-419" sz="2400" dirty="0"/>
              <a:t>]</a:t>
            </a:r>
          </a:p>
          <a:p>
            <a:r>
              <a:rPr lang="es-419" sz="2400" b="1" dirty="0">
                <a:solidFill>
                  <a:schemeClr val="accent6"/>
                </a:solidFill>
              </a:rPr>
              <a:t>FROM</a:t>
            </a:r>
            <a:r>
              <a:rPr lang="es-419" sz="2400" dirty="0"/>
              <a:t> </a:t>
            </a:r>
            <a:r>
              <a:rPr lang="es-419" sz="2400" dirty="0" err="1"/>
              <a:t>Nombre_Tabla_Vista</a:t>
            </a:r>
            <a:r>
              <a:rPr lang="es-419" sz="2400" dirty="0"/>
              <a:t> </a:t>
            </a:r>
          </a:p>
          <a:p>
            <a:r>
              <a:rPr lang="es-419" sz="2400" b="1" dirty="0">
                <a:solidFill>
                  <a:schemeClr val="accent6"/>
                </a:solidFill>
              </a:rPr>
              <a:t>WHERE</a:t>
            </a:r>
            <a:r>
              <a:rPr lang="es-419" sz="2400" dirty="0"/>
              <a:t> </a:t>
            </a:r>
            <a:r>
              <a:rPr lang="es-419" sz="2400" dirty="0">
                <a:solidFill>
                  <a:schemeClr val="accent1"/>
                </a:solidFill>
              </a:rPr>
              <a:t>Condiciones</a:t>
            </a:r>
          </a:p>
          <a:p>
            <a:r>
              <a:rPr lang="es-419" sz="2400" b="1" dirty="0">
                <a:solidFill>
                  <a:schemeClr val="accent6"/>
                </a:solidFill>
              </a:rPr>
              <a:t>ORDER BY</a:t>
            </a:r>
            <a:r>
              <a:rPr lang="es-419" sz="2400" dirty="0">
                <a:solidFill>
                  <a:schemeClr val="accent6"/>
                </a:solidFill>
              </a:rPr>
              <a:t> </a:t>
            </a:r>
            <a:r>
              <a:rPr lang="es-419" sz="2400" dirty="0" err="1"/>
              <a:t>ListaCampos</a:t>
            </a:r>
            <a:r>
              <a:rPr lang="es-419" sz="2400" dirty="0"/>
              <a:t> [ ASC / DESC ]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B75C7E6-7D84-4148-AA9D-C58A904F9DA7}"/>
              </a:ext>
            </a:extLst>
          </p:cNvPr>
          <p:cNvSpPr txBox="1"/>
          <p:nvPr/>
        </p:nvSpPr>
        <p:spPr>
          <a:xfrm>
            <a:off x="7974623" y="2759716"/>
            <a:ext cx="4264269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600" dirty="0"/>
              <a:t>AS renombrar columnas si se usa en SELECT, o renombrar tablas si se usa en FROM</a:t>
            </a:r>
            <a:endParaRPr lang="es-419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0B8ECF-FE36-4726-91B3-F8D8C7AB5A47}"/>
              </a:ext>
            </a:extLst>
          </p:cNvPr>
          <p:cNvSpPr txBox="1"/>
          <p:nvPr/>
        </p:nvSpPr>
        <p:spPr>
          <a:xfrm>
            <a:off x="6651380" y="3900721"/>
            <a:ext cx="6343651" cy="28931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419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Además de los operadores conocidos, se puede incluir: </a:t>
            </a:r>
          </a:p>
          <a:p>
            <a:r>
              <a:rPr lang="es-419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nombre empieza por A: Nombre LIKE ‘A%’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nombre acaba por A: Nombre LIKE ‘%A’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nombre contiene la letra A: Nombre LIKE ‘%A%’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nombre empieza por A y después contiene un solo carácter cualquiera: Nombre LIKE ‘A_’</a:t>
            </a:r>
          </a:p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Rangos BETWEEN 30 AND 100</a:t>
            </a:r>
          </a:p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[NOT] NULL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5695C46-9668-4F28-BED2-CC7DD7924A8C}"/>
              </a:ext>
            </a:extLst>
          </p:cNvPr>
          <p:cNvCxnSpPr>
            <a:cxnSpLocks/>
          </p:cNvCxnSpPr>
          <p:nvPr/>
        </p:nvCxnSpPr>
        <p:spPr>
          <a:xfrm flipV="1">
            <a:off x="3077308" y="4129322"/>
            <a:ext cx="3574072" cy="23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E389C23-3E85-4BA1-A914-485556E59C31}"/>
              </a:ext>
            </a:extLst>
          </p:cNvPr>
          <p:cNvCxnSpPr/>
          <p:nvPr/>
        </p:nvCxnSpPr>
        <p:spPr>
          <a:xfrm>
            <a:off x="2549769" y="4914151"/>
            <a:ext cx="0" cy="818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2C46A4A-1CCF-475A-A5B4-44245864FC8C}"/>
              </a:ext>
            </a:extLst>
          </p:cNvPr>
          <p:cNvSpPr txBox="1"/>
          <p:nvPr/>
        </p:nvSpPr>
        <p:spPr>
          <a:xfrm>
            <a:off x="1301262" y="5757789"/>
            <a:ext cx="2768387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Separados por coma si son varios</a:t>
            </a:r>
            <a:endParaRPr kumimoji="0" lang="es-419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6844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699F324-2389-48CD-9113-2DC14E333650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SELECT para varias tablas, INNER JOIN</a:t>
            </a:r>
            <a:endParaRPr lang="es-ES" altLang="es-CO" sz="40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45A07F-C023-4BBC-96C7-3DD6D48D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05" y="2503541"/>
            <a:ext cx="3206867" cy="302485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9495D03-33B9-4E2B-B156-52886D522E37}"/>
              </a:ext>
            </a:extLst>
          </p:cNvPr>
          <p:cNvSpPr txBox="1"/>
          <p:nvPr/>
        </p:nvSpPr>
        <p:spPr>
          <a:xfrm>
            <a:off x="5073161" y="1903376"/>
            <a:ext cx="691075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Devuelve sólo aquellas filas donde haya un “match”, es decir, las filas donde </a:t>
            </a:r>
            <a:r>
              <a:rPr lang="es-ES" b="1" dirty="0"/>
              <a:t>el valor del campo de la tabla A</a:t>
            </a:r>
            <a:r>
              <a:rPr lang="es-ES" dirty="0"/>
              <a:t> que se utiliza para hacer el </a:t>
            </a:r>
            <a:r>
              <a:rPr lang="es-ES" dirty="0" err="1"/>
              <a:t>Join</a:t>
            </a:r>
            <a:r>
              <a:rPr lang="es-ES" dirty="0"/>
              <a:t> </a:t>
            </a:r>
            <a:r>
              <a:rPr lang="es-ES" b="1" dirty="0"/>
              <a:t>coincida con el valor del campo correspondiente en la tabla B</a:t>
            </a:r>
            <a:r>
              <a:rPr lang="es-ES" dirty="0"/>
              <a:t>.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B276F3-CEB5-48ED-8FE6-3650EE5CE290}"/>
              </a:ext>
            </a:extLst>
          </p:cNvPr>
          <p:cNvSpPr txBox="1"/>
          <p:nvPr/>
        </p:nvSpPr>
        <p:spPr>
          <a:xfrm>
            <a:off x="6714337" y="3197117"/>
            <a:ext cx="5120109" cy="34778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b="0" dirty="0">
                <a:solidFill>
                  <a:srgbClr val="569CD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pj.nombre_heroe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pj.nombre_real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pj.poder_principal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pj.actor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pl.titulo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pelicula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pl.año_lanzamiento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pl.universo</a:t>
            </a:r>
            <a:endParaRPr lang="es-419" sz="2000" b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2000" b="0" dirty="0">
                <a:solidFill>
                  <a:srgbClr val="569CD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personajes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</a:t>
            </a:r>
            <a:endParaRPr lang="es-419" sz="2000" b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2000" b="0" dirty="0">
                <a:solidFill>
                  <a:srgbClr val="569CD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JOIN</a:t>
            </a:r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peliculas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>
                <a:solidFill>
                  <a:srgbClr val="569CD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pj.pelicula_id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pl.id</a:t>
            </a:r>
            <a:endParaRPr lang="es-419" sz="2000" b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2000" b="0" dirty="0">
                <a:solidFill>
                  <a:srgbClr val="569CD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</a:t>
            </a:r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pl.titulo</a:t>
            </a:r>
            <a:r>
              <a:rPr lang="es-419" sz="20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419" sz="20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pj.nombre_heroe</a:t>
            </a:r>
            <a:r>
              <a:rPr lang="es-419" sz="2000" b="0" dirty="0">
                <a:solidFill>
                  <a:srgbClr val="D4D4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74AD59-4411-4F08-A076-2B3D5557B7C3}"/>
              </a:ext>
            </a:extLst>
          </p:cNvPr>
          <p:cNvSpPr txBox="1"/>
          <p:nvPr/>
        </p:nvSpPr>
        <p:spPr>
          <a:xfrm>
            <a:off x="304582" y="5869024"/>
            <a:ext cx="476857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1400" dirty="0"/>
              <a:t>Fuente:</a:t>
            </a:r>
          </a:p>
          <a:p>
            <a:r>
              <a:rPr lang="es-419" sz="1400" dirty="0"/>
              <a:t>https://ingenieriadesoftware.es/tipos-sql-join-guia-referencia/</a:t>
            </a:r>
          </a:p>
        </p:txBody>
      </p:sp>
    </p:spTree>
    <p:extLst>
      <p:ext uri="{BB962C8B-B14F-4D97-AF65-F5344CB8AC3E}">
        <p14:creationId xmlns:p14="http://schemas.microsoft.com/office/powerpoint/2010/main" val="1299926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1E2561-A83F-457A-951D-35C88BD6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940" y="2051310"/>
            <a:ext cx="3094892" cy="305042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E8C964B-FEDE-4AD1-B953-C7CDE74F0906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SELECT para varias tablas, LEFT JOIN</a:t>
            </a:r>
            <a:endParaRPr lang="es-ES" altLang="es-CO" sz="4000" dirty="0">
              <a:solidFill>
                <a:schemeClr val="tx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9B1E1A1-BED9-4B35-B542-2CACA646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440" y="2051310"/>
            <a:ext cx="3303037" cy="410157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3C74E27-FB2E-4F5F-9642-48B56E87AB07}"/>
              </a:ext>
            </a:extLst>
          </p:cNvPr>
          <p:cNvSpPr txBox="1"/>
          <p:nvPr/>
        </p:nvSpPr>
        <p:spPr>
          <a:xfrm>
            <a:off x="708175" y="5341258"/>
            <a:ext cx="5129917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Retorna la pareja de todos los valores de la tabla izquierda con los valores de la tabla de la derecha correspondientes, si los hay, o retorna un valor nulo NULL en los campos de la tabla derecha cuando no haya correspondencia.</a:t>
            </a:r>
            <a:endParaRPr lang="es-419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5B5E95-A0D0-49CF-9329-CA286B1B5628}"/>
              </a:ext>
            </a:extLst>
          </p:cNvPr>
          <p:cNvSpPr txBox="1"/>
          <p:nvPr/>
        </p:nvSpPr>
        <p:spPr>
          <a:xfrm>
            <a:off x="7979510" y="5618257"/>
            <a:ext cx="473905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Excluye la intersección y muestra solo los registros de la primera tabla que no tengan correspondientes en la segunda,</a:t>
            </a:r>
            <a:endParaRPr lang="es-419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55E307-46BF-492B-8EE0-5C2FE1E901B8}"/>
              </a:ext>
            </a:extLst>
          </p:cNvPr>
          <p:cNvSpPr txBox="1"/>
          <p:nvPr/>
        </p:nvSpPr>
        <p:spPr>
          <a:xfrm>
            <a:off x="8965888" y="1357906"/>
            <a:ext cx="476857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1400" dirty="0"/>
              <a:t>Fuente:</a:t>
            </a:r>
          </a:p>
          <a:p>
            <a:r>
              <a:rPr lang="es-419" sz="1400" dirty="0"/>
              <a:t>https://ingenieriadesoftware.es/tipos-sql-join-guia-referencia/</a:t>
            </a:r>
          </a:p>
        </p:txBody>
      </p:sp>
    </p:spTree>
    <p:extLst>
      <p:ext uri="{BB962C8B-B14F-4D97-AF65-F5344CB8AC3E}">
        <p14:creationId xmlns:p14="http://schemas.microsoft.com/office/powerpoint/2010/main" val="3265143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FE75A3-C555-4B3A-AE84-1F62BD363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530" y="2151129"/>
            <a:ext cx="3195198" cy="310285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C7E313-E0BE-4744-8F43-244355CB7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286" y="1880846"/>
            <a:ext cx="3620314" cy="3646934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C7174999-9764-4C47-BB67-25EE6450EE26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SELECT para varias tablas, RIGHT JOIN</a:t>
            </a:r>
            <a:endParaRPr lang="es-ES" altLang="es-CO" sz="4000" dirty="0">
              <a:solidFill>
                <a:schemeClr val="tx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A419F2-2129-4E66-8918-8DBA7867D671}"/>
              </a:ext>
            </a:extLst>
          </p:cNvPr>
          <p:cNvSpPr txBox="1"/>
          <p:nvPr/>
        </p:nvSpPr>
        <p:spPr>
          <a:xfrm>
            <a:off x="1747715" y="5666279"/>
            <a:ext cx="10814538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Devuelve todos los registros de la tabla de la derecha (la segunda tabla que se menciona en la consulta), independientemente de si existe o no un registro correspondiente en la tabla de la izquierda.</a:t>
            </a:r>
          </a:p>
          <a:p>
            <a:r>
              <a:rPr lang="es-ES" dirty="0"/>
              <a:t>El ejemplo de exclusión es parecido al mencionado anteriormente</a:t>
            </a: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174E33-0C1A-4B97-AF41-32B0F236A082}"/>
              </a:ext>
            </a:extLst>
          </p:cNvPr>
          <p:cNvSpPr txBox="1"/>
          <p:nvPr/>
        </p:nvSpPr>
        <p:spPr>
          <a:xfrm>
            <a:off x="8270412" y="1445296"/>
            <a:ext cx="476857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1400" dirty="0"/>
              <a:t>Fuente:</a:t>
            </a:r>
          </a:p>
          <a:p>
            <a:r>
              <a:rPr lang="es-419" sz="1400" dirty="0"/>
              <a:t>https://ingenieriadesoftware.es/tipos-sql-join-guia-referencia/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80BB126-8454-4ED3-B3B8-5F4D2F25D929}"/>
              </a:ext>
            </a:extLst>
          </p:cNvPr>
          <p:cNvSpPr txBox="1"/>
          <p:nvPr/>
        </p:nvSpPr>
        <p:spPr>
          <a:xfrm>
            <a:off x="4213835" y="6863408"/>
            <a:ext cx="644086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O SOPORTADO EN SQLITE, SE SIMULA INVIRTIENDO EL LEFT JOIN|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094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6DF296E-E557-454D-ABAB-15AC7240403E}"/>
              </a:ext>
            </a:extLst>
          </p:cNvPr>
          <p:cNvSpPr txBox="1">
            <a:spLocks noChangeArrowheads="1"/>
          </p:cNvSpPr>
          <p:nvPr/>
        </p:nvSpPr>
        <p:spPr>
          <a:xfrm>
            <a:off x="479575" y="295063"/>
            <a:ext cx="9959191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SELECT combinación Completa, </a:t>
            </a:r>
          </a:p>
          <a:p>
            <a:pPr hangingPunct="1"/>
            <a:r>
              <a:rPr lang="es-ES" altLang="es-CO" sz="4000" dirty="0">
                <a:solidFill>
                  <a:schemeClr val="tx1"/>
                </a:solidFill>
                <a:sym typeface="Wingdings" panose="05000000000000000000" pitchFamily="2" charset="2"/>
              </a:rPr>
              <a:t>FULL OUTER JOIN</a:t>
            </a:r>
            <a:endParaRPr lang="es-ES" altLang="es-CO" sz="40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DAB29E-2C1E-4711-84DB-A252CD30A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92" y="1638473"/>
            <a:ext cx="10268885" cy="365741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191787F-479A-4F77-9398-446580F36C94}"/>
              </a:ext>
            </a:extLst>
          </p:cNvPr>
          <p:cNvSpPr txBox="1"/>
          <p:nvPr/>
        </p:nvSpPr>
        <p:spPr>
          <a:xfrm>
            <a:off x="8604520" y="1761808"/>
            <a:ext cx="476857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1400" dirty="0"/>
              <a:t>Fuente:</a:t>
            </a:r>
          </a:p>
          <a:p>
            <a:r>
              <a:rPr lang="es-419" sz="1400" dirty="0"/>
              <a:t>https://ingenieriadesoftware.es/tipos-sql-join-guia-referencia/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4C4E5C-358A-4408-A830-864F8C08B712}"/>
              </a:ext>
            </a:extLst>
          </p:cNvPr>
          <p:cNvSpPr txBox="1"/>
          <p:nvPr/>
        </p:nvSpPr>
        <p:spPr>
          <a:xfrm>
            <a:off x="729761" y="5419219"/>
            <a:ext cx="5477608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Muestra los resultados de tabla izquierda y tabla derecha aunque alguna no tengan correspondencia en la otra tabla. </a:t>
            </a:r>
          </a:p>
          <a:p>
            <a:r>
              <a:rPr lang="es-ES" dirty="0"/>
              <a:t>La tabla resultante contendrá todos los registros de ambas tablas y presentará valores </a:t>
            </a:r>
            <a:r>
              <a:rPr lang="es-ES" dirty="0" err="1"/>
              <a:t>NULLs</a:t>
            </a:r>
            <a:r>
              <a:rPr lang="es-ES" dirty="0"/>
              <a:t> para registros sin pareja.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B6C7F0-9EB7-4B1D-A761-66279FDC6100}"/>
              </a:ext>
            </a:extLst>
          </p:cNvPr>
          <p:cNvSpPr txBox="1"/>
          <p:nvPr/>
        </p:nvSpPr>
        <p:spPr>
          <a:xfrm>
            <a:off x="8696573" y="5484000"/>
            <a:ext cx="4768579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Exclusión de intersección: </a:t>
            </a:r>
          </a:p>
          <a:p>
            <a:r>
              <a:rPr lang="es-ES" dirty="0"/>
              <a:t>Presenta  los registros de las tablas que no tengan correspondencia en la otra, se pueden agregar las condiciones adecuadas en la cláusula WHERE.</a:t>
            </a:r>
            <a:endParaRPr lang="es-419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493137-2A9F-4DEF-94A5-051B6B914914}"/>
              </a:ext>
            </a:extLst>
          </p:cNvPr>
          <p:cNvSpPr txBox="1"/>
          <p:nvPr/>
        </p:nvSpPr>
        <p:spPr>
          <a:xfrm>
            <a:off x="3997900" y="6961328"/>
            <a:ext cx="5616922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O SOPORTADO EN SQLITE, SE </a:t>
            </a:r>
            <a:r>
              <a:rPr lang="es-ES" b="1" dirty="0">
                <a:highlight>
                  <a:srgbClr val="FFFF00"/>
                </a:highlight>
              </a:rPr>
              <a:t>SIMULA CON LEFT Y UNION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5580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uía rápida de SQL">
            <a:extLst>
              <a:ext uri="{FF2B5EF4-FFF2-40B4-BE49-F238E27FC236}">
                <a16:creationId xmlns:a16="http://schemas.microsoft.com/office/drawing/2014/main" id="{76D7DB81-36FC-4C79-B5B1-08D605DC2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0525"/>
            <a:ext cx="10625015" cy="661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E56ADCF-FA55-45FF-885D-E6FD1FEEC211}"/>
              </a:ext>
            </a:extLst>
          </p:cNvPr>
          <p:cNvSpPr txBox="1"/>
          <p:nvPr/>
        </p:nvSpPr>
        <p:spPr>
          <a:xfrm>
            <a:off x="4730262" y="7004553"/>
            <a:ext cx="7403123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1400" dirty="0" err="1"/>
              <a:t>Cheatsheet</a:t>
            </a:r>
            <a:r>
              <a:rPr lang="es-419" sz="1400" dirty="0"/>
              <a:t> SQL Fuente: https://ingenieriadesoftware.es/tipos-sql-join-guia-referencia/</a:t>
            </a:r>
          </a:p>
        </p:txBody>
      </p:sp>
    </p:spTree>
    <p:extLst>
      <p:ext uri="{BB962C8B-B14F-4D97-AF65-F5344CB8AC3E}">
        <p14:creationId xmlns:p14="http://schemas.microsoft.com/office/powerpoint/2010/main" val="1591123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E5DCC48-4DE1-4347-B232-E3D7C312B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08" y="608135"/>
            <a:ext cx="626745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9410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1962</Words>
  <Application>Microsoft Office PowerPoint</Application>
  <PresentationFormat>Personalizado</PresentationFormat>
  <Paragraphs>216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Arial</vt:lpstr>
      <vt:lpstr>Arial Narrow</vt:lpstr>
      <vt:lpstr>Calibri</vt:lpstr>
      <vt:lpstr>Consolas</vt:lpstr>
      <vt:lpstr>Courier New</vt:lpstr>
      <vt:lpstr>Helvetica</vt:lpstr>
      <vt:lpstr>Helvetica Neue</vt:lpstr>
      <vt:lpstr>Times New Roman</vt:lpstr>
      <vt:lpstr>Verdana</vt:lpstr>
      <vt:lpstr>Wingdings</vt:lpstr>
      <vt:lpstr>1_Tema de Office</vt:lpstr>
      <vt:lpstr>Presentación de PowerPoint</vt:lpstr>
      <vt:lpstr>Introducción a SQL</vt:lpstr>
      <vt:lpstr>Presentación de PowerPoint</vt:lpstr>
      <vt:lpstr>Las Relaciones</vt:lpstr>
      <vt:lpstr>Las Tablas</vt:lpstr>
      <vt:lpstr>Las Relaciones Entre Tablas</vt:lpstr>
      <vt:lpstr>Creación de tablas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Modificación de la estructura de una tabla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45</cp:revision>
  <dcterms:modified xsi:type="dcterms:W3CDTF">2025-12-04T22:50:23Z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