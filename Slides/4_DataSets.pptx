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304" r:id="rId5"/>
    <p:sldId id="305" r:id="rId6"/>
    <p:sldId id="306" r:id="rId7"/>
    <p:sldId id="307" r:id="rId8"/>
    <p:sldId id="308" r:id="rId9"/>
    <p:sldId id="309" r:id="rId10"/>
    <p:sldId id="311" r:id="rId11"/>
    <p:sldId id="310" r:id="rId12"/>
    <p:sldId id="315" r:id="rId13"/>
    <p:sldId id="317" r:id="rId14"/>
    <p:sldId id="312" r:id="rId15"/>
    <p:sldId id="313" r:id="rId16"/>
    <p:sldId id="318" r:id="rId17"/>
    <p:sldId id="319" r:id="rId18"/>
    <p:sldId id="328" r:id="rId19"/>
    <p:sldId id="329" r:id="rId20"/>
    <p:sldId id="330" r:id="rId21"/>
    <p:sldId id="331" r:id="rId22"/>
    <p:sldId id="332" r:id="rId23"/>
    <p:sldId id="320" r:id="rId24"/>
    <p:sldId id="321" r:id="rId25"/>
    <p:sldId id="314" r:id="rId26"/>
    <p:sldId id="316" r:id="rId27"/>
    <p:sldId id="322" r:id="rId28"/>
    <p:sldId id="323" r:id="rId29"/>
    <p:sldId id="324" r:id="rId30"/>
    <p:sldId id="325" r:id="rId31"/>
  </p:sldIdLst>
  <p:sldSz cx="13817600" cy="7772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1475BFA1-A84D-4FC6-87BA-E88BCEEAA759}"/>
    <pc:docChg chg="undo custSel addSld delSld modSld sldOrd">
      <pc:chgData name="Cesar Augusto Lopez Gallego" userId="0dfa9112-9251-4882-b472-cf2dfcee09d1" providerId="ADAL" clId="{1475BFA1-A84D-4FC6-87BA-E88BCEEAA759}" dt="2025-11-21T01:47:44.888" v="3020" actId="313"/>
      <pc:docMkLst>
        <pc:docMk/>
      </pc:docMkLst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375052096" sldId="27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39430595" sldId="27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888059508" sldId="28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781840673" sldId="28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66505" sldId="28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33371421" sldId="28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22187415" sldId="28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9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239377858" sldId="29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599519848" sldId="29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349851114" sldId="29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609854810" sldId="29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44695398" sldId="29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489369164" sldId="29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042474111" sldId="29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01356762" sldId="29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854967910" sldId="29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73265627" sldId="30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42235312" sldId="30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178670863" sldId="30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36194262" sldId="303"/>
        </pc:sldMkLst>
      </pc:sldChg>
      <pc:sldChg chg="modSp mod">
        <pc:chgData name="Cesar Augusto Lopez Gallego" userId="0dfa9112-9251-4882-b472-cf2dfcee09d1" providerId="ADAL" clId="{1475BFA1-A84D-4FC6-87BA-E88BCEEAA759}" dt="2025-11-19T22:12:53.063" v="32" actId="107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475BFA1-A84D-4FC6-87BA-E88BCEEAA759}" dt="2025-11-19T22:12:49.766" v="31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1475BFA1-A84D-4FC6-87BA-E88BCEEAA759}" dt="2025-11-19T22:12:53.063" v="32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19T22:45:21.612" v="401" actId="1076"/>
        <pc:sldMkLst>
          <pc:docMk/>
          <pc:sldMk cId="3916414243" sldId="305"/>
        </pc:sldMkLst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8" creationId="{CFD6484A-EEF8-4354-9C16-1C903F9F1848}"/>
          </ac:spMkLst>
        </pc:spChg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9" creationId="{53648535-262F-493D-A01B-3097AFF28AD5}"/>
          </ac:spMkLst>
        </pc:spChg>
        <pc:spChg chg="add mod">
          <ac:chgData name="Cesar Augusto Lopez Gallego" userId="0dfa9112-9251-4882-b472-cf2dfcee09d1" providerId="ADAL" clId="{1475BFA1-A84D-4FC6-87BA-E88BCEEAA759}" dt="2025-11-19T22:45:21.612" v="401" actId="1076"/>
          <ac:spMkLst>
            <pc:docMk/>
            <pc:sldMk cId="3916414243" sldId="305"/>
            <ac:spMk id="10" creationId="{F3D498A9-CD27-4DB2-BF02-8AE496A983EF}"/>
          </ac:spMkLst>
        </pc:spChg>
        <pc:spChg chg="add mod">
          <ac:chgData name="Cesar Augusto Lopez Gallego" userId="0dfa9112-9251-4882-b472-cf2dfcee09d1" providerId="ADAL" clId="{1475BFA1-A84D-4FC6-87BA-E88BCEEAA759}" dt="2025-11-19T22:41:37.605" v="237" actId="113"/>
          <ac:spMkLst>
            <pc:docMk/>
            <pc:sldMk cId="3916414243" sldId="305"/>
            <ac:spMk id="11" creationId="{6BC8E13E-801F-4616-B8A0-DC7A2906B2E7}"/>
          </ac:spMkLst>
        </pc:spChg>
        <pc:spChg chg="add mod">
          <ac:chgData name="Cesar Augusto Lopez Gallego" userId="0dfa9112-9251-4882-b472-cf2dfcee09d1" providerId="ADAL" clId="{1475BFA1-A84D-4FC6-87BA-E88BCEEAA759}" dt="2025-11-19T22:41:47.148" v="252" actId="1076"/>
          <ac:spMkLst>
            <pc:docMk/>
            <pc:sldMk cId="3916414243" sldId="305"/>
            <ac:spMk id="12" creationId="{15E8FD28-8BFF-4D0F-BF97-FFDDAFD61C1D}"/>
          </ac:spMkLst>
        </pc:spChg>
        <pc:spChg chg="add mod">
          <ac:chgData name="Cesar Augusto Lopez Gallego" userId="0dfa9112-9251-4882-b472-cf2dfcee09d1" providerId="ADAL" clId="{1475BFA1-A84D-4FC6-87BA-E88BCEEAA759}" dt="2025-11-19T22:41:57.605" v="261" actId="1076"/>
          <ac:spMkLst>
            <pc:docMk/>
            <pc:sldMk cId="3916414243" sldId="305"/>
            <ac:spMk id="13" creationId="{807AC769-648E-4305-8955-CB54E0772039}"/>
          </ac:spMkLst>
        </pc:sp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3" creationId="{9C4FE5DC-DD17-488E-A95B-CF5843D62212}"/>
          </ac:picMkLst>
        </pc:pic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5" creationId="{950E0B85-6DCE-40F6-BC02-82E29E2B91F1}"/>
          </ac:picMkLst>
        </pc:picChg>
        <pc:picChg chg="add del mod">
          <ac:chgData name="Cesar Augusto Lopez Gallego" userId="0dfa9112-9251-4882-b472-cf2dfcee09d1" providerId="ADAL" clId="{1475BFA1-A84D-4FC6-87BA-E88BCEEAA759}" dt="2025-11-19T22:42:52.783" v="288" actId="478"/>
          <ac:picMkLst>
            <pc:docMk/>
            <pc:sldMk cId="3916414243" sldId="305"/>
            <ac:picMk id="7" creationId="{E68FA267-2346-4CBA-9BE4-A930F6E12B15}"/>
          </ac:picMkLst>
        </pc:picChg>
        <pc:picChg chg="add del mod">
          <ac:chgData name="Cesar Augusto Lopez Gallego" userId="0dfa9112-9251-4882-b472-cf2dfcee09d1" providerId="ADAL" clId="{1475BFA1-A84D-4FC6-87BA-E88BCEEAA759}" dt="2025-11-19T22:43:40.275" v="293" actId="478"/>
          <ac:picMkLst>
            <pc:docMk/>
            <pc:sldMk cId="3916414243" sldId="305"/>
            <ac:picMk id="15" creationId="{6DB268C0-020B-4FC3-B588-A0063B34D951}"/>
          </ac:picMkLst>
        </pc:picChg>
        <pc:picChg chg="add mod">
          <ac:chgData name="Cesar Augusto Lopez Gallego" userId="0dfa9112-9251-4882-b472-cf2dfcee09d1" providerId="ADAL" clId="{1475BFA1-A84D-4FC6-87BA-E88BCEEAA759}" dt="2025-11-19T22:43:53.303" v="297" actId="1076"/>
          <ac:picMkLst>
            <pc:docMk/>
            <pc:sldMk cId="3916414243" sldId="305"/>
            <ac:picMk id="17" creationId="{04DBADA4-2376-4699-A5E4-0620EC686F55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2:46:49.291" v="417" actId="114"/>
        <pc:sldMkLst>
          <pc:docMk/>
          <pc:sldMk cId="1554024884" sldId="306"/>
        </pc:sldMkLst>
        <pc:spChg chg="add mod">
          <ac:chgData name="Cesar Augusto Lopez Gallego" userId="0dfa9112-9251-4882-b472-cf2dfcee09d1" providerId="ADAL" clId="{1475BFA1-A84D-4FC6-87BA-E88BCEEAA759}" dt="2025-11-19T22:42:26.597" v="287" actId="1076"/>
          <ac:spMkLst>
            <pc:docMk/>
            <pc:sldMk cId="1554024884" sldId="306"/>
            <ac:spMk id="4" creationId="{17DB312D-D084-4516-9D50-235BF5ACFD63}"/>
          </ac:spMkLst>
        </pc:spChg>
        <pc:spChg chg="add mod">
          <ac:chgData name="Cesar Augusto Lopez Gallego" userId="0dfa9112-9251-4882-b472-cf2dfcee09d1" providerId="ADAL" clId="{1475BFA1-A84D-4FC6-87BA-E88BCEEAA759}" dt="2025-11-19T22:46:49.291" v="417" actId="114"/>
          <ac:spMkLst>
            <pc:docMk/>
            <pc:sldMk cId="1554024884" sldId="306"/>
            <ac:spMk id="7" creationId="{E95084A6-6248-424D-95CD-554571B75AD0}"/>
          </ac:spMkLst>
        </pc:spChg>
        <pc:picChg chg="add mod">
          <ac:chgData name="Cesar Augusto Lopez Gallego" userId="0dfa9112-9251-4882-b472-cf2dfcee09d1" providerId="ADAL" clId="{1475BFA1-A84D-4FC6-87BA-E88BCEEAA759}" dt="2025-11-19T22:42:01.719" v="262" actId="1076"/>
          <ac:picMkLst>
            <pc:docMk/>
            <pc:sldMk cId="1554024884" sldId="306"/>
            <ac:picMk id="3" creationId="{35814505-1981-487F-85F6-8FB3F887795D}"/>
          </ac:picMkLst>
        </pc:picChg>
        <pc:cxnChg chg="add mod">
          <ac:chgData name="Cesar Augusto Lopez Gallego" userId="0dfa9112-9251-4882-b472-cf2dfcee09d1" providerId="ADAL" clId="{1475BFA1-A84D-4FC6-87BA-E88BCEEAA759}" dt="2025-11-19T22:46:33.964" v="403" actId="13822"/>
          <ac:cxnSpMkLst>
            <pc:docMk/>
            <pc:sldMk cId="1554024884" sldId="306"/>
            <ac:cxnSpMk id="6" creationId="{DC7ED37C-B288-45F1-93EE-E2C497DE14F9}"/>
          </ac:cxnSpMkLst>
        </pc:cxn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65666512" sldId="30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725343345" sldId="307"/>
        </pc:sldMkLst>
      </pc:sldChg>
      <pc:sldChg chg="addSp delSp modSp new mod">
        <pc:chgData name="Cesar Augusto Lopez Gallego" userId="0dfa9112-9251-4882-b472-cf2dfcee09d1" providerId="ADAL" clId="{1475BFA1-A84D-4FC6-87BA-E88BCEEAA759}" dt="2025-11-19T23:11:59.662" v="543" actId="1076"/>
        <pc:sldMkLst>
          <pc:docMk/>
          <pc:sldMk cId="3741583972" sldId="307"/>
        </pc:sldMkLst>
        <pc:spChg chg="add mod">
          <ac:chgData name="Cesar Augusto Lopez Gallego" userId="0dfa9112-9251-4882-b472-cf2dfcee09d1" providerId="ADAL" clId="{1475BFA1-A84D-4FC6-87BA-E88BCEEAA759}" dt="2025-11-19T22:51:33.357" v="432" actId="1076"/>
          <ac:spMkLst>
            <pc:docMk/>
            <pc:sldMk cId="3741583972" sldId="307"/>
            <ac:spMk id="4" creationId="{E32AF35B-03F4-4251-8C12-D75C06493F8B}"/>
          </ac:spMkLst>
        </pc:spChg>
        <pc:picChg chg="add mod">
          <ac:chgData name="Cesar Augusto Lopez Gallego" userId="0dfa9112-9251-4882-b472-cf2dfcee09d1" providerId="ADAL" clId="{1475BFA1-A84D-4FC6-87BA-E88BCEEAA759}" dt="2025-11-19T23:11:55.111" v="542" actId="1076"/>
          <ac:picMkLst>
            <pc:docMk/>
            <pc:sldMk cId="3741583972" sldId="307"/>
            <ac:picMk id="3" creationId="{63F375EA-D665-4F54-B892-F6E7EB57D1D2}"/>
          </ac:picMkLst>
        </pc:picChg>
        <pc:picChg chg="add del mod">
          <ac:chgData name="Cesar Augusto Lopez Gallego" userId="0dfa9112-9251-4882-b472-cf2dfcee09d1" providerId="ADAL" clId="{1475BFA1-A84D-4FC6-87BA-E88BCEEAA759}" dt="2025-11-19T22:55:03.948" v="441" actId="478"/>
          <ac:picMkLst>
            <pc:docMk/>
            <pc:sldMk cId="3741583972" sldId="307"/>
            <ac:picMk id="8" creationId="{FB9E6FD4-EAF0-4663-A4C0-CC13B0FF66E2}"/>
          </ac:picMkLst>
        </pc:picChg>
        <pc:picChg chg="add del mod">
          <ac:chgData name="Cesar Augusto Lopez Gallego" userId="0dfa9112-9251-4882-b472-cf2dfcee09d1" providerId="ADAL" clId="{1475BFA1-A84D-4FC6-87BA-E88BCEEAA759}" dt="2025-11-19T22:55:33.105" v="446" actId="478"/>
          <ac:picMkLst>
            <pc:docMk/>
            <pc:sldMk cId="3741583972" sldId="307"/>
            <ac:picMk id="10" creationId="{3F78D25F-AA8E-4AAA-97F0-EDA276C73C5A}"/>
          </ac:picMkLst>
        </pc:picChg>
        <pc:picChg chg="add del mod">
          <ac:chgData name="Cesar Augusto Lopez Gallego" userId="0dfa9112-9251-4882-b472-cf2dfcee09d1" providerId="ADAL" clId="{1475BFA1-A84D-4FC6-87BA-E88BCEEAA759}" dt="2025-11-19T22:56:13.590" v="453" actId="478"/>
          <ac:picMkLst>
            <pc:docMk/>
            <pc:sldMk cId="3741583972" sldId="307"/>
            <ac:picMk id="12" creationId="{33BA3213-76B7-45C6-9CAC-4BC04D9133D3}"/>
          </ac:picMkLst>
        </pc:picChg>
        <pc:cxnChg chg="add mod">
          <ac:chgData name="Cesar Augusto Lopez Gallego" userId="0dfa9112-9251-4882-b472-cf2dfcee09d1" providerId="ADAL" clId="{1475BFA1-A84D-4FC6-87BA-E88BCEEAA759}" dt="2025-11-19T23:11:59.662" v="543" actId="1076"/>
          <ac:cxnSpMkLst>
            <pc:docMk/>
            <pc:sldMk cId="3741583972" sldId="307"/>
            <ac:cxnSpMk id="6" creationId="{C3126142-CFB1-431F-BDFF-0BCB87CB35B9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19T23:00:45.798" v="524" actId="1076"/>
        <pc:sldMkLst>
          <pc:docMk/>
          <pc:sldMk cId="2946150238" sldId="308"/>
        </pc:sldMkLst>
        <pc:spChg chg="add mod">
          <ac:chgData name="Cesar Augusto Lopez Gallego" userId="0dfa9112-9251-4882-b472-cf2dfcee09d1" providerId="ADAL" clId="{1475BFA1-A84D-4FC6-87BA-E88BCEEAA759}" dt="2025-11-19T22:58:44.044" v="516" actId="1076"/>
          <ac:spMkLst>
            <pc:docMk/>
            <pc:sldMk cId="2946150238" sldId="308"/>
            <ac:spMk id="2" creationId="{D91B5493-2FB9-451E-98B4-0243994C521F}"/>
          </ac:spMkLst>
        </pc:spChg>
        <pc:picChg chg="add mod">
          <ac:chgData name="Cesar Augusto Lopez Gallego" userId="0dfa9112-9251-4882-b472-cf2dfcee09d1" providerId="ADAL" clId="{1475BFA1-A84D-4FC6-87BA-E88BCEEAA759}" dt="2025-11-19T23:00:45.798" v="524" actId="1076"/>
          <ac:picMkLst>
            <pc:docMk/>
            <pc:sldMk cId="2946150238" sldId="308"/>
            <ac:picMk id="4" creationId="{CBEEBC4C-3B08-4C7D-ABBE-529FBB0B5677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76371047" sldId="309"/>
        </pc:sldMkLst>
      </pc:sldChg>
      <pc:sldChg chg="addSp delSp modSp new mod">
        <pc:chgData name="Cesar Augusto Lopez Gallego" userId="0dfa9112-9251-4882-b472-cf2dfcee09d1" providerId="ADAL" clId="{1475BFA1-A84D-4FC6-87BA-E88BCEEAA759}" dt="2025-11-19T23:08:42.326" v="540" actId="1076"/>
        <pc:sldMkLst>
          <pc:docMk/>
          <pc:sldMk cId="2920772440" sldId="309"/>
        </pc:sldMkLst>
        <pc:spChg chg="add mod">
          <ac:chgData name="Cesar Augusto Lopez Gallego" userId="0dfa9112-9251-4882-b472-cf2dfcee09d1" providerId="ADAL" clId="{1475BFA1-A84D-4FC6-87BA-E88BCEEAA759}" dt="2025-11-19T23:01:25.643" v="526"/>
          <ac:spMkLst>
            <pc:docMk/>
            <pc:sldMk cId="2920772440" sldId="309"/>
            <ac:spMk id="2" creationId="{EE7E55DA-4AB4-4D35-A632-93125B37CA69}"/>
          </ac:spMkLst>
        </pc:spChg>
        <pc:picChg chg="add mod">
          <ac:chgData name="Cesar Augusto Lopez Gallego" userId="0dfa9112-9251-4882-b472-cf2dfcee09d1" providerId="ADAL" clId="{1475BFA1-A84D-4FC6-87BA-E88BCEEAA759}" dt="2025-11-19T23:08:42.326" v="540" actId="1076"/>
          <ac:picMkLst>
            <pc:docMk/>
            <pc:sldMk cId="2920772440" sldId="309"/>
            <ac:picMk id="4" creationId="{77069763-7F0D-4356-B02D-BFDC3F6951A4}"/>
          </ac:picMkLst>
        </pc:picChg>
        <pc:picChg chg="add del mod">
          <ac:chgData name="Cesar Augusto Lopez Gallego" userId="0dfa9112-9251-4882-b472-cf2dfcee09d1" providerId="ADAL" clId="{1475BFA1-A84D-4FC6-87BA-E88BCEEAA759}" dt="2025-11-19T23:05:32.566" v="537" actId="478"/>
          <ac:picMkLst>
            <pc:docMk/>
            <pc:sldMk cId="2920772440" sldId="309"/>
            <ac:picMk id="6" creationId="{BD301A83-DA2E-4BE3-91E3-0F92F265DE1C}"/>
          </ac:picMkLst>
        </pc:picChg>
        <pc:picChg chg="add mod">
          <ac:chgData name="Cesar Augusto Lopez Gallego" userId="0dfa9112-9251-4882-b472-cf2dfcee09d1" providerId="ADAL" clId="{1475BFA1-A84D-4FC6-87BA-E88BCEEAA759}" dt="2025-11-19T23:05:44.150" v="539" actId="1076"/>
          <ac:picMkLst>
            <pc:docMk/>
            <pc:sldMk cId="2920772440" sldId="309"/>
            <ac:picMk id="8" creationId="{FD3D1E52-1767-4644-875C-57E29A4847AE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3:15:10.101" v="588" actId="1076"/>
        <pc:sldMkLst>
          <pc:docMk/>
          <pc:sldMk cId="2160952426" sldId="310"/>
        </pc:sldMkLst>
        <pc:spChg chg="add mod">
          <ac:chgData name="Cesar Augusto Lopez Gallego" userId="0dfa9112-9251-4882-b472-cf2dfcee09d1" providerId="ADAL" clId="{1475BFA1-A84D-4FC6-87BA-E88BCEEAA759}" dt="2025-11-19T23:13:03.424" v="572" actId="20577"/>
          <ac:spMkLst>
            <pc:docMk/>
            <pc:sldMk cId="2160952426" sldId="310"/>
            <ac:spMk id="2" creationId="{0E275616-E399-4017-87E7-140F5E81EB2E}"/>
          </ac:spMkLst>
        </pc:spChg>
        <pc:grpChg chg="add mod">
          <ac:chgData name="Cesar Augusto Lopez Gallego" userId="0dfa9112-9251-4882-b472-cf2dfcee09d1" providerId="ADAL" clId="{1475BFA1-A84D-4FC6-87BA-E88BCEEAA759}" dt="2025-11-19T23:15:10.101" v="588" actId="1076"/>
          <ac:grpSpMkLst>
            <pc:docMk/>
            <pc:sldMk cId="2160952426" sldId="310"/>
            <ac:grpSpMk id="7" creationId="{B64EA6E4-742B-4BD5-B29E-7F4A27DF2CC8}"/>
          </ac:grpSpMkLst>
        </pc:grp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4" creationId="{6B1BA0EE-DF3D-450A-81DF-B1E7A5DE99F5}"/>
          </ac:picMkLst>
        </pc:pic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6" creationId="{6AEC864C-9C3B-48C5-BEF7-8D20ED2CA8E1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246678428" sldId="310"/>
        </pc:sldMkLst>
      </pc:sldChg>
      <pc:sldChg chg="addSp modSp new mod">
        <pc:chgData name="Cesar Augusto Lopez Gallego" userId="0dfa9112-9251-4882-b472-cf2dfcee09d1" providerId="ADAL" clId="{1475BFA1-A84D-4FC6-87BA-E88BCEEAA759}" dt="2025-11-19T23:17:35.653" v="652" actId="1076"/>
        <pc:sldMkLst>
          <pc:docMk/>
          <pc:sldMk cId="363647409" sldId="311"/>
        </pc:sldMkLst>
        <pc:spChg chg="add mod">
          <ac:chgData name="Cesar Augusto Lopez Gallego" userId="0dfa9112-9251-4882-b472-cf2dfcee09d1" providerId="ADAL" clId="{1475BFA1-A84D-4FC6-87BA-E88BCEEAA759}" dt="2025-11-19T23:17:35.653" v="652" actId="1076"/>
          <ac:spMkLst>
            <pc:docMk/>
            <pc:sldMk cId="363647409" sldId="311"/>
            <ac:spMk id="4" creationId="{E97E0455-00AA-41D8-A790-194285CE0389}"/>
          </ac:spMkLst>
        </pc:spChg>
        <pc:picChg chg="add mod">
          <ac:chgData name="Cesar Augusto Lopez Gallego" userId="0dfa9112-9251-4882-b472-cf2dfcee09d1" providerId="ADAL" clId="{1475BFA1-A84D-4FC6-87BA-E88BCEEAA759}" dt="2025-11-19T23:17:14.720" v="594" actId="1076"/>
          <ac:picMkLst>
            <pc:docMk/>
            <pc:sldMk cId="363647409" sldId="311"/>
            <ac:picMk id="3" creationId="{CF8E67D6-0B21-4325-A8B8-93ECF2304442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14338106" sldId="311"/>
        </pc:sldMkLst>
      </pc:sldChg>
      <pc:sldChg chg="addSp delSp modSp new mod">
        <pc:chgData name="Cesar Augusto Lopez Gallego" userId="0dfa9112-9251-4882-b472-cf2dfcee09d1" providerId="ADAL" clId="{1475BFA1-A84D-4FC6-87BA-E88BCEEAA759}" dt="2025-11-21T01:47:44.888" v="3020" actId="313"/>
        <pc:sldMkLst>
          <pc:docMk/>
          <pc:sldMk cId="2414782528" sldId="312"/>
        </pc:sldMkLst>
        <pc:spChg chg="add del">
          <ac:chgData name="Cesar Augusto Lopez Gallego" userId="0dfa9112-9251-4882-b472-cf2dfcee09d1" providerId="ADAL" clId="{1475BFA1-A84D-4FC6-87BA-E88BCEEAA759}" dt="2025-11-19T23:24:53.308" v="655"/>
          <ac:spMkLst>
            <pc:docMk/>
            <pc:sldMk cId="2414782528" sldId="312"/>
            <ac:spMk id="2" creationId="{9B44332E-2150-4E9A-A19B-0679DE276E55}"/>
          </ac:spMkLst>
        </pc:spChg>
        <pc:spChg chg="add del">
          <ac:chgData name="Cesar Augusto Lopez Gallego" userId="0dfa9112-9251-4882-b472-cf2dfcee09d1" providerId="ADAL" clId="{1475BFA1-A84D-4FC6-87BA-E88BCEEAA759}" dt="2025-11-19T23:24:56.681" v="657"/>
          <ac:spMkLst>
            <pc:docMk/>
            <pc:sldMk cId="2414782528" sldId="312"/>
            <ac:spMk id="3" creationId="{EB8621A9-E01C-42B2-95C5-B9E5D3DDE39A}"/>
          </ac:spMkLst>
        </pc:spChg>
        <pc:spChg chg="add mod">
          <ac:chgData name="Cesar Augusto Lopez Gallego" userId="0dfa9112-9251-4882-b472-cf2dfcee09d1" providerId="ADAL" clId="{1475BFA1-A84D-4FC6-87BA-E88BCEEAA759}" dt="2025-11-21T01:47:44.888" v="3020" actId="313"/>
          <ac:spMkLst>
            <pc:docMk/>
            <pc:sldMk cId="2414782528" sldId="312"/>
            <ac:spMk id="5" creationId="{CF9817F4-AE93-4273-A3C5-914B6CA7365B}"/>
          </ac:spMkLst>
        </pc:spChg>
        <pc:spChg chg="add del">
          <ac:chgData name="Cesar Augusto Lopez Gallego" userId="0dfa9112-9251-4882-b472-cf2dfcee09d1" providerId="ADAL" clId="{1475BFA1-A84D-4FC6-87BA-E88BCEEAA759}" dt="2025-11-19T23:25:20.861" v="666"/>
          <ac:spMkLst>
            <pc:docMk/>
            <pc:sldMk cId="2414782528" sldId="312"/>
            <ac:spMk id="6" creationId="{3304CA43-1B1F-4A32-AC5E-24B43C638442}"/>
          </ac:spMkLst>
        </pc:spChg>
        <pc:spChg chg="add mod">
          <ac:chgData name="Cesar Augusto Lopez Gallego" userId="0dfa9112-9251-4882-b472-cf2dfcee09d1" providerId="ADAL" clId="{1475BFA1-A84D-4FC6-87BA-E88BCEEAA759}" dt="2025-11-19T23:34:58.455" v="992" actId="1076"/>
          <ac:spMkLst>
            <pc:docMk/>
            <pc:sldMk cId="2414782528" sldId="312"/>
            <ac:spMk id="7" creationId="{9A4EB9B8-3FBC-48EF-8BCE-AB6748B91400}"/>
          </ac:spMkLst>
        </pc:spChg>
        <pc:spChg chg="add del">
          <ac:chgData name="Cesar Augusto Lopez Gallego" userId="0dfa9112-9251-4882-b472-cf2dfcee09d1" providerId="ADAL" clId="{1475BFA1-A84D-4FC6-87BA-E88BCEEAA759}" dt="2025-11-19T23:29:34.791" v="803"/>
          <ac:spMkLst>
            <pc:docMk/>
            <pc:sldMk cId="2414782528" sldId="312"/>
            <ac:spMk id="8" creationId="{87EC282D-6181-47D8-88AB-E792CC4CE3D7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4290298694" sldId="31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388610337" sldId="313"/>
        </pc:sldMkLst>
      </pc:sldChg>
      <pc:sldChg chg="addSp modSp new mod">
        <pc:chgData name="Cesar Augusto Lopez Gallego" userId="0dfa9112-9251-4882-b472-cf2dfcee09d1" providerId="ADAL" clId="{1475BFA1-A84D-4FC6-87BA-E88BCEEAA759}" dt="2025-11-20T16:04:24.073" v="2148" actId="21"/>
        <pc:sldMkLst>
          <pc:docMk/>
          <pc:sldMk cId="3853322510" sldId="313"/>
        </pc:sldMkLst>
        <pc:spChg chg="add mod">
          <ac:chgData name="Cesar Augusto Lopez Gallego" userId="0dfa9112-9251-4882-b472-cf2dfcee09d1" providerId="ADAL" clId="{1475BFA1-A84D-4FC6-87BA-E88BCEEAA759}" dt="2025-11-20T16:04:24.073" v="2148" actId="21"/>
          <ac:spMkLst>
            <pc:docMk/>
            <pc:sldMk cId="3853322510" sldId="313"/>
            <ac:spMk id="3" creationId="{72A08E3A-D066-4F23-B885-E05C4AFA11C9}"/>
          </ac:spMkLst>
        </pc:spChg>
        <pc:spChg chg="add mod">
          <ac:chgData name="Cesar Augusto Lopez Gallego" userId="0dfa9112-9251-4882-b472-cf2dfcee09d1" providerId="ADAL" clId="{1475BFA1-A84D-4FC6-87BA-E88BCEEAA759}" dt="2025-11-19T23:35:30.306" v="1015" actId="20577"/>
          <ac:spMkLst>
            <pc:docMk/>
            <pc:sldMk cId="3853322510" sldId="313"/>
            <ac:spMk id="4" creationId="{22B104ED-EB28-4993-BA49-F0835F4CF8FF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652190281" sldId="314"/>
        </pc:sldMkLst>
      </pc:sldChg>
      <pc:sldChg chg="addSp modSp new mod">
        <pc:chgData name="Cesar Augusto Lopez Gallego" userId="0dfa9112-9251-4882-b472-cf2dfcee09d1" providerId="ADAL" clId="{1475BFA1-A84D-4FC6-87BA-E88BCEEAA759}" dt="2025-11-20T00:08:48.560" v="1594" actId="13822"/>
        <pc:sldMkLst>
          <pc:docMk/>
          <pc:sldMk cId="1715185127" sldId="314"/>
        </pc:sldMkLst>
        <pc:spChg chg="add mod">
          <ac:chgData name="Cesar Augusto Lopez Gallego" userId="0dfa9112-9251-4882-b472-cf2dfcee09d1" providerId="ADAL" clId="{1475BFA1-A84D-4FC6-87BA-E88BCEEAA759}" dt="2025-11-19T23:45:44.742" v="1306" actId="313"/>
          <ac:spMkLst>
            <pc:docMk/>
            <pc:sldMk cId="1715185127" sldId="314"/>
            <ac:spMk id="2" creationId="{3E595EB8-4504-4A92-866E-CE6328D7E527}"/>
          </ac:spMkLst>
        </pc:spChg>
        <pc:spChg chg="add mod">
          <ac:chgData name="Cesar Augusto Lopez Gallego" userId="0dfa9112-9251-4882-b472-cf2dfcee09d1" providerId="ADAL" clId="{1475BFA1-A84D-4FC6-87BA-E88BCEEAA759}" dt="2025-11-19T23:48:53.040" v="1405" actId="20577"/>
          <ac:spMkLst>
            <pc:docMk/>
            <pc:sldMk cId="1715185127" sldId="314"/>
            <ac:spMk id="4" creationId="{283FC2B6-3B07-4E12-89A3-938599569081}"/>
          </ac:spMkLst>
        </pc:spChg>
        <pc:spChg chg="add mod">
          <ac:chgData name="Cesar Augusto Lopez Gallego" userId="0dfa9112-9251-4882-b472-cf2dfcee09d1" providerId="ADAL" clId="{1475BFA1-A84D-4FC6-87BA-E88BCEEAA759}" dt="2025-11-20T00:08:26.543" v="1589" actId="20577"/>
          <ac:spMkLst>
            <pc:docMk/>
            <pc:sldMk cId="1715185127" sldId="314"/>
            <ac:spMk id="7" creationId="{4F39B69F-6718-430C-8BBF-B421714B6254}"/>
          </ac:spMkLst>
        </pc:spChg>
        <pc:cxnChg chg="add mod">
          <ac:chgData name="Cesar Augusto Lopez Gallego" userId="0dfa9112-9251-4882-b472-cf2dfcee09d1" providerId="ADAL" clId="{1475BFA1-A84D-4FC6-87BA-E88BCEEAA759}" dt="2025-11-20T00:08:48.560" v="1594" actId="13822"/>
          <ac:cxnSpMkLst>
            <pc:docMk/>
            <pc:sldMk cId="1715185127" sldId="314"/>
            <ac:cxnSpMk id="6" creationId="{BA50CFDC-47D6-4848-9CEF-9126C5F88C02}"/>
          </ac:cxnSpMkLst>
        </pc:cxnChg>
      </pc:sldChg>
      <pc:sldChg chg="addSp delSp modSp new mod ord">
        <pc:chgData name="Cesar Augusto Lopez Gallego" userId="0dfa9112-9251-4882-b472-cf2dfcee09d1" providerId="ADAL" clId="{1475BFA1-A84D-4FC6-87BA-E88BCEEAA759}" dt="2025-11-20T00:01:29.466" v="1569" actId="1076"/>
        <pc:sldMkLst>
          <pc:docMk/>
          <pc:sldMk cId="858085834" sldId="315"/>
        </pc:sldMkLst>
        <pc:spChg chg="add mod">
          <ac:chgData name="Cesar Augusto Lopez Gallego" userId="0dfa9112-9251-4882-b472-cf2dfcee09d1" providerId="ADAL" clId="{1475BFA1-A84D-4FC6-87BA-E88BCEEAA759}" dt="2025-11-19T23:50:34.919" v="1513" actId="20577"/>
          <ac:spMkLst>
            <pc:docMk/>
            <pc:sldMk cId="858085834" sldId="315"/>
            <ac:spMk id="2" creationId="{87D6756E-AFA8-456D-9453-41CB455ABA6F}"/>
          </ac:spMkLst>
        </pc:spChg>
        <pc:spChg chg="add del mod">
          <ac:chgData name="Cesar Augusto Lopez Gallego" userId="0dfa9112-9251-4882-b472-cf2dfcee09d1" providerId="ADAL" clId="{1475BFA1-A84D-4FC6-87BA-E88BCEEAA759}" dt="2025-11-19T23:54:16.528" v="1516" actId="478"/>
          <ac:spMkLst>
            <pc:docMk/>
            <pc:sldMk cId="858085834" sldId="315"/>
            <ac:spMk id="3" creationId="{4C33F104-9AFE-4459-9CB9-6A65C5CC1FA4}"/>
          </ac:spMkLst>
        </pc:spChg>
        <pc:spChg chg="add mod">
          <ac:chgData name="Cesar Augusto Lopez Gallego" userId="0dfa9112-9251-4882-b472-cf2dfcee09d1" providerId="ADAL" clId="{1475BFA1-A84D-4FC6-87BA-E88BCEEAA759}" dt="2025-11-20T00:00:30.458" v="1550" actId="1076"/>
          <ac:spMkLst>
            <pc:docMk/>
            <pc:sldMk cId="858085834" sldId="315"/>
            <ac:spMk id="5" creationId="{AF615318-C74A-426F-A9FB-EC8EAA81D335}"/>
          </ac:spMkLst>
        </pc:spChg>
        <pc:spChg chg="add mod">
          <ac:chgData name="Cesar Augusto Lopez Gallego" userId="0dfa9112-9251-4882-b472-cf2dfcee09d1" providerId="ADAL" clId="{1475BFA1-A84D-4FC6-87BA-E88BCEEAA759}" dt="2025-11-20T00:01:29.466" v="1569" actId="1076"/>
          <ac:spMkLst>
            <pc:docMk/>
            <pc:sldMk cId="858085834" sldId="315"/>
            <ac:spMk id="11" creationId="{062A9978-C45A-4610-A30D-6738038D6194}"/>
          </ac:spMkLst>
        </pc:spChg>
        <pc:picChg chg="add mod">
          <ac:chgData name="Cesar Augusto Lopez Gallego" userId="0dfa9112-9251-4882-b472-cf2dfcee09d1" providerId="ADAL" clId="{1475BFA1-A84D-4FC6-87BA-E88BCEEAA759}" dt="2025-11-20T00:00:21.221" v="1548" actId="1076"/>
          <ac:picMkLst>
            <pc:docMk/>
            <pc:sldMk cId="858085834" sldId="315"/>
            <ac:picMk id="6" creationId="{4F98329E-832E-4163-A70C-9E35F4BEF014}"/>
          </ac:picMkLst>
        </pc:picChg>
        <pc:picChg chg="add del mod">
          <ac:chgData name="Cesar Augusto Lopez Gallego" userId="0dfa9112-9251-4882-b472-cf2dfcee09d1" providerId="ADAL" clId="{1475BFA1-A84D-4FC6-87BA-E88BCEEAA759}" dt="2025-11-20T00:01:05.117" v="1553" actId="478"/>
          <ac:picMkLst>
            <pc:docMk/>
            <pc:sldMk cId="858085834" sldId="315"/>
            <ac:picMk id="8" creationId="{2F808899-5A9B-4160-944A-B447B188BD85}"/>
          </ac:picMkLst>
        </pc:picChg>
        <pc:picChg chg="add mod">
          <ac:chgData name="Cesar Augusto Lopez Gallego" userId="0dfa9112-9251-4882-b472-cf2dfcee09d1" providerId="ADAL" clId="{1475BFA1-A84D-4FC6-87BA-E88BCEEAA759}" dt="2025-11-20T00:01:17.402" v="1557" actId="1076"/>
          <ac:picMkLst>
            <pc:docMk/>
            <pc:sldMk cId="858085834" sldId="315"/>
            <ac:picMk id="10" creationId="{5DCC7818-27C5-42C3-AE4F-F203A5F66AD8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20T15:45:50.584" v="1963" actId="13926"/>
        <pc:sldMkLst>
          <pc:docMk/>
          <pc:sldMk cId="3713133498" sldId="316"/>
        </pc:sldMkLst>
        <pc:spChg chg="add mod">
          <ac:chgData name="Cesar Augusto Lopez Gallego" userId="0dfa9112-9251-4882-b472-cf2dfcee09d1" providerId="ADAL" clId="{1475BFA1-A84D-4FC6-87BA-E88BCEEAA759}" dt="2025-11-20T15:31:38.068" v="1612" actId="20577"/>
          <ac:spMkLst>
            <pc:docMk/>
            <pc:sldMk cId="3713133498" sldId="316"/>
            <ac:spMk id="2" creationId="{FF7A5737-7409-44B8-84DC-6646F27A43AD}"/>
          </ac:spMkLst>
        </pc:spChg>
        <pc:spChg chg="add mod">
          <ac:chgData name="Cesar Augusto Lopez Gallego" userId="0dfa9112-9251-4882-b472-cf2dfcee09d1" providerId="ADAL" clId="{1475BFA1-A84D-4FC6-87BA-E88BCEEAA759}" dt="2025-11-20T15:45:50.584" v="1963" actId="13926"/>
          <ac:spMkLst>
            <pc:docMk/>
            <pc:sldMk cId="3713133498" sldId="316"/>
            <ac:spMk id="4" creationId="{1DDD255F-FD61-4435-A45F-1EA5783F7FB5}"/>
          </ac:spMkLst>
        </pc:spChg>
        <pc:spChg chg="add mod">
          <ac:chgData name="Cesar Augusto Lopez Gallego" userId="0dfa9112-9251-4882-b472-cf2dfcee09d1" providerId="ADAL" clId="{1475BFA1-A84D-4FC6-87BA-E88BCEEAA759}" dt="2025-11-20T15:45:07.717" v="1962" actId="113"/>
          <ac:spMkLst>
            <pc:docMk/>
            <pc:sldMk cId="3713133498" sldId="316"/>
            <ac:spMk id="22" creationId="{14062F0E-CBED-44F6-BC5E-3642AA7F9218}"/>
          </ac:spMkLst>
        </pc:spChg>
        <pc:spChg chg="add del">
          <ac:chgData name="Cesar Augusto Lopez Gallego" userId="0dfa9112-9251-4882-b472-cf2dfcee09d1" providerId="ADAL" clId="{1475BFA1-A84D-4FC6-87BA-E88BCEEAA759}" dt="2025-11-20T15:40:51.795" v="1914"/>
          <ac:spMkLst>
            <pc:docMk/>
            <pc:sldMk cId="3713133498" sldId="316"/>
            <ac:spMk id="23" creationId="{EE68A065-EEE6-4631-B484-590416A6BED2}"/>
          </ac:spMkLst>
        </pc:spChg>
        <pc:picChg chg="add mod">
          <ac:chgData name="Cesar Augusto Lopez Gallego" userId="0dfa9112-9251-4882-b472-cf2dfcee09d1" providerId="ADAL" clId="{1475BFA1-A84D-4FC6-87BA-E88BCEEAA759}" dt="2025-11-20T15:33:42.898" v="1645" actId="1076"/>
          <ac:picMkLst>
            <pc:docMk/>
            <pc:sldMk cId="3713133498" sldId="316"/>
            <ac:picMk id="6" creationId="{07B86A70-DD2A-48AE-B82D-AA484FE587DE}"/>
          </ac:picMkLst>
        </pc:picChg>
        <pc:cxnChg chg="add mod">
          <ac:chgData name="Cesar Augusto Lopez Gallego" userId="0dfa9112-9251-4882-b472-cf2dfcee09d1" providerId="ADAL" clId="{1475BFA1-A84D-4FC6-87BA-E88BCEEAA759}" dt="2025-11-20T15:34:01.066" v="1648" actId="14100"/>
          <ac:cxnSpMkLst>
            <pc:docMk/>
            <pc:sldMk cId="3713133498" sldId="316"/>
            <ac:cxnSpMk id="8" creationId="{D581BD11-5EFA-4077-91E6-854A0DA86629}"/>
          </ac:cxnSpMkLst>
        </pc:cxnChg>
        <pc:cxnChg chg="add mod">
          <ac:chgData name="Cesar Augusto Lopez Gallego" userId="0dfa9112-9251-4882-b472-cf2dfcee09d1" providerId="ADAL" clId="{1475BFA1-A84D-4FC6-87BA-E88BCEEAA759}" dt="2025-11-20T15:34:28.849" v="1651" actId="14100"/>
          <ac:cxnSpMkLst>
            <pc:docMk/>
            <pc:sldMk cId="3713133498" sldId="316"/>
            <ac:cxnSpMk id="11" creationId="{4CBE68FC-75BF-4DF9-A4CA-8DA6A4E1EF80}"/>
          </ac:cxnSpMkLst>
        </pc:cxnChg>
        <pc:cxnChg chg="add mod">
          <ac:chgData name="Cesar Augusto Lopez Gallego" userId="0dfa9112-9251-4882-b472-cf2dfcee09d1" providerId="ADAL" clId="{1475BFA1-A84D-4FC6-87BA-E88BCEEAA759}" dt="2025-11-20T15:34:42.280" v="1654" actId="14100"/>
          <ac:cxnSpMkLst>
            <pc:docMk/>
            <pc:sldMk cId="3713133498" sldId="316"/>
            <ac:cxnSpMk id="14" creationId="{4C4EDA0B-0BEE-4C02-B633-BC821EC7B751}"/>
          </ac:cxnSpMkLst>
        </pc:cxnChg>
        <pc:cxnChg chg="add mod">
          <ac:chgData name="Cesar Augusto Lopez Gallego" userId="0dfa9112-9251-4882-b472-cf2dfcee09d1" providerId="ADAL" clId="{1475BFA1-A84D-4FC6-87BA-E88BCEEAA759}" dt="2025-11-20T15:41:53.630" v="1943" actId="1076"/>
          <ac:cxnSpMkLst>
            <pc:docMk/>
            <pc:sldMk cId="3713133498" sldId="316"/>
            <ac:cxnSpMk id="17" creationId="{C63C9154-9156-4FCA-AD4A-4A508C72EB62}"/>
          </ac:cxnSpMkLst>
        </pc:cxnChg>
        <pc:cxnChg chg="add mod">
          <ac:chgData name="Cesar Augusto Lopez Gallego" userId="0dfa9112-9251-4882-b472-cf2dfcee09d1" providerId="ADAL" clId="{1475BFA1-A84D-4FC6-87BA-E88BCEEAA759}" dt="2025-11-20T15:42:34.292" v="1950" actId="14100"/>
          <ac:cxnSpMkLst>
            <pc:docMk/>
            <pc:sldMk cId="3713133498" sldId="316"/>
            <ac:cxnSpMk id="20" creationId="{08A3A6DE-0463-4131-AFA0-FC1E14E403DF}"/>
          </ac:cxnSpMkLst>
        </pc:cxnChg>
        <pc:cxnChg chg="add mod">
          <ac:chgData name="Cesar Augusto Lopez Gallego" userId="0dfa9112-9251-4882-b472-cf2dfcee09d1" providerId="ADAL" clId="{1475BFA1-A84D-4FC6-87BA-E88BCEEAA759}" dt="2025-11-20T15:42:42.536" v="1952" actId="1076"/>
          <ac:cxnSpMkLst>
            <pc:docMk/>
            <pc:sldMk cId="3713133498" sldId="316"/>
            <ac:cxnSpMk id="26" creationId="{0F458135-BE0D-45A3-BDC2-5CA128614131}"/>
          </ac:cxnSpMkLst>
        </pc:cxnChg>
        <pc:cxnChg chg="add mod">
          <ac:chgData name="Cesar Augusto Lopez Gallego" userId="0dfa9112-9251-4882-b472-cf2dfcee09d1" providerId="ADAL" clId="{1475BFA1-A84D-4FC6-87BA-E88BCEEAA759}" dt="2025-11-20T15:43:04.925" v="1955" actId="1076"/>
          <ac:cxnSpMkLst>
            <pc:docMk/>
            <pc:sldMk cId="3713133498" sldId="316"/>
            <ac:cxnSpMk id="27" creationId="{625B0CE8-2923-4612-8B1E-9736E79BDD0C}"/>
          </ac:cxnSpMkLst>
        </pc:cxnChg>
        <pc:cxnChg chg="add mod">
          <ac:chgData name="Cesar Augusto Lopez Gallego" userId="0dfa9112-9251-4882-b472-cf2dfcee09d1" providerId="ADAL" clId="{1475BFA1-A84D-4FC6-87BA-E88BCEEAA759}" dt="2025-11-20T15:43:09.554" v="1957" actId="1076"/>
          <ac:cxnSpMkLst>
            <pc:docMk/>
            <pc:sldMk cId="3713133498" sldId="316"/>
            <ac:cxnSpMk id="31" creationId="{4A82FAE7-932A-4CBC-8805-4753E0558B1F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5:49:39.834" v="2029" actId="313"/>
        <pc:sldMkLst>
          <pc:docMk/>
          <pc:sldMk cId="3103977490" sldId="317"/>
        </pc:sldMkLst>
        <pc:spChg chg="add mod">
          <ac:chgData name="Cesar Augusto Lopez Gallego" userId="0dfa9112-9251-4882-b472-cf2dfcee09d1" providerId="ADAL" clId="{1475BFA1-A84D-4FC6-87BA-E88BCEEAA759}" dt="2025-11-20T15:49:39.834" v="2029" actId="313"/>
          <ac:spMkLst>
            <pc:docMk/>
            <pc:sldMk cId="3103977490" sldId="317"/>
            <ac:spMk id="2" creationId="{EFD212D8-0E5D-4BD0-A10F-45BECAE25644}"/>
          </ac:spMkLst>
        </pc:spChg>
        <pc:spChg chg="add del mod">
          <ac:chgData name="Cesar Augusto Lopez Gallego" userId="0dfa9112-9251-4882-b472-cf2dfcee09d1" providerId="ADAL" clId="{1475BFA1-A84D-4FC6-87BA-E88BCEEAA759}" dt="2025-11-20T15:48:01.176" v="2004"/>
          <ac:spMkLst>
            <pc:docMk/>
            <pc:sldMk cId="3103977490" sldId="317"/>
            <ac:spMk id="3" creationId="{892C95FA-6B2E-4EF6-9D28-DF21A5F2C597}"/>
          </ac:spMkLst>
        </pc:spChg>
        <pc:picChg chg="add del mod">
          <ac:chgData name="Cesar Augusto Lopez Gallego" userId="0dfa9112-9251-4882-b472-cf2dfcee09d1" providerId="ADAL" clId="{1475BFA1-A84D-4FC6-87BA-E88BCEEAA759}" dt="2025-11-20T15:48:14.371" v="2008" actId="478"/>
          <ac:picMkLst>
            <pc:docMk/>
            <pc:sldMk cId="3103977490" sldId="317"/>
            <ac:picMk id="5" creationId="{75250D27-9B19-4458-A1ED-787CB2F5A758}"/>
          </ac:picMkLst>
        </pc:picChg>
        <pc:picChg chg="add mod">
          <ac:chgData name="Cesar Augusto Lopez Gallego" userId="0dfa9112-9251-4882-b472-cf2dfcee09d1" providerId="ADAL" clId="{1475BFA1-A84D-4FC6-87BA-E88BCEEAA759}" dt="2025-11-20T15:49:35.232" v="2028" actId="14100"/>
          <ac:picMkLst>
            <pc:docMk/>
            <pc:sldMk cId="3103977490" sldId="317"/>
            <ac:picMk id="7" creationId="{5D5424CA-7746-4E8F-8DA5-3BAC3A5A3E11}"/>
          </ac:picMkLst>
        </pc:picChg>
        <pc:picChg chg="add mod">
          <ac:chgData name="Cesar Augusto Lopez Gallego" userId="0dfa9112-9251-4882-b472-cf2dfcee09d1" providerId="ADAL" clId="{1475BFA1-A84D-4FC6-87BA-E88BCEEAA759}" dt="2025-11-20T15:49:30.749" v="2026" actId="1076"/>
          <ac:picMkLst>
            <pc:docMk/>
            <pc:sldMk cId="3103977490" sldId="317"/>
            <ac:picMk id="9" creationId="{535271FB-D2A0-4CE6-89A1-46A0C82EEE2A}"/>
          </ac:picMkLst>
        </pc:picChg>
        <pc:picChg chg="add del mod">
          <ac:chgData name="Cesar Augusto Lopez Gallego" userId="0dfa9112-9251-4882-b472-cf2dfcee09d1" providerId="ADAL" clId="{1475BFA1-A84D-4FC6-87BA-E88BCEEAA759}" dt="2025-11-20T15:49:09.777" v="2021" actId="478"/>
          <ac:picMkLst>
            <pc:docMk/>
            <pc:sldMk cId="3103977490" sldId="317"/>
            <ac:picMk id="11" creationId="{57162DCF-0A81-4BE9-A155-362A8111101F}"/>
          </ac:picMkLst>
        </pc:picChg>
        <pc:picChg chg="add mod">
          <ac:chgData name="Cesar Augusto Lopez Gallego" userId="0dfa9112-9251-4882-b472-cf2dfcee09d1" providerId="ADAL" clId="{1475BFA1-A84D-4FC6-87BA-E88BCEEAA759}" dt="2025-11-20T15:49:31.945" v="2027" actId="1076"/>
          <ac:picMkLst>
            <pc:docMk/>
            <pc:sldMk cId="3103977490" sldId="317"/>
            <ac:picMk id="13" creationId="{4E017CAF-360D-42A7-B306-6D26ED708A6D}"/>
          </ac:picMkLst>
        </pc:picChg>
      </pc:sldChg>
      <pc:sldChg chg="addSp modSp new mod ord">
        <pc:chgData name="Cesar Augusto Lopez Gallego" userId="0dfa9112-9251-4882-b472-cf2dfcee09d1" providerId="ADAL" clId="{1475BFA1-A84D-4FC6-87BA-E88BCEEAA759}" dt="2025-11-20T16:11:32.925" v="2236" actId="1076"/>
        <pc:sldMkLst>
          <pc:docMk/>
          <pc:sldMk cId="143623890" sldId="318"/>
        </pc:sldMkLst>
        <pc:spChg chg="add mod">
          <ac:chgData name="Cesar Augusto Lopez Gallego" userId="0dfa9112-9251-4882-b472-cf2dfcee09d1" providerId="ADAL" clId="{1475BFA1-A84D-4FC6-87BA-E88BCEEAA759}" dt="2025-11-20T16:05:20.989" v="2165" actId="20577"/>
          <ac:spMkLst>
            <pc:docMk/>
            <pc:sldMk cId="143623890" sldId="318"/>
            <ac:spMk id="2" creationId="{BEBA311E-68D3-4747-882A-3306F6453BA4}"/>
          </ac:spMkLst>
        </pc:spChg>
        <pc:spChg chg="add mod">
          <ac:chgData name="Cesar Augusto Lopez Gallego" userId="0dfa9112-9251-4882-b472-cf2dfcee09d1" providerId="ADAL" clId="{1475BFA1-A84D-4FC6-87BA-E88BCEEAA759}" dt="2025-11-20T16:11:20.156" v="2234" actId="1076"/>
          <ac:spMkLst>
            <pc:docMk/>
            <pc:sldMk cId="143623890" sldId="318"/>
            <ac:spMk id="4" creationId="{A3026380-D8E0-42EA-8FD4-7C8DB90D1586}"/>
          </ac:spMkLst>
        </pc:spChg>
        <pc:cxnChg chg="add mod">
          <ac:chgData name="Cesar Augusto Lopez Gallego" userId="0dfa9112-9251-4882-b472-cf2dfcee09d1" providerId="ADAL" clId="{1475BFA1-A84D-4FC6-87BA-E88BCEEAA759}" dt="2025-11-20T16:11:30.558" v="2235" actId="1076"/>
          <ac:cxnSpMkLst>
            <pc:docMk/>
            <pc:sldMk cId="143623890" sldId="318"/>
            <ac:cxnSpMk id="6" creationId="{7EDFB3F9-24C5-4BF9-B361-45A7EA225910}"/>
          </ac:cxnSpMkLst>
        </pc:cxnChg>
        <pc:cxnChg chg="add mod">
          <ac:chgData name="Cesar Augusto Lopez Gallego" userId="0dfa9112-9251-4882-b472-cf2dfcee09d1" providerId="ADAL" clId="{1475BFA1-A84D-4FC6-87BA-E88BCEEAA759}" dt="2025-11-20T16:11:32.925" v="2236" actId="1076"/>
          <ac:cxnSpMkLst>
            <pc:docMk/>
            <pc:sldMk cId="143623890" sldId="318"/>
            <ac:cxnSpMk id="7" creationId="{A593C0A3-315A-4393-9F35-5A49C88E3D43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6:37:47.385" v="2459" actId="20577"/>
        <pc:sldMkLst>
          <pc:docMk/>
          <pc:sldMk cId="2019317246" sldId="319"/>
        </pc:sldMkLst>
        <pc:spChg chg="add mod">
          <ac:chgData name="Cesar Augusto Lopez Gallego" userId="0dfa9112-9251-4882-b472-cf2dfcee09d1" providerId="ADAL" clId="{1475BFA1-A84D-4FC6-87BA-E88BCEEAA759}" dt="2025-11-20T16:15:15.232" v="2340" actId="404"/>
          <ac:spMkLst>
            <pc:docMk/>
            <pc:sldMk cId="2019317246" sldId="319"/>
            <ac:spMk id="2" creationId="{EF2BFFD6-9BC6-45BB-A756-B4C6319D97D4}"/>
          </ac:spMkLst>
        </pc:spChg>
        <pc:spChg chg="add mod">
          <ac:chgData name="Cesar Augusto Lopez Gallego" userId="0dfa9112-9251-4882-b472-cf2dfcee09d1" providerId="ADAL" clId="{1475BFA1-A84D-4FC6-87BA-E88BCEEAA759}" dt="2025-11-20T16:37:27.268" v="2456" actId="13926"/>
          <ac:spMkLst>
            <pc:docMk/>
            <pc:sldMk cId="2019317246" sldId="319"/>
            <ac:spMk id="4" creationId="{A3A34543-A2CF-4228-A6EF-9257C297F545}"/>
          </ac:spMkLst>
        </pc:spChg>
        <pc:spChg chg="add mod">
          <ac:chgData name="Cesar Augusto Lopez Gallego" userId="0dfa9112-9251-4882-b472-cf2dfcee09d1" providerId="ADAL" clId="{1475BFA1-A84D-4FC6-87BA-E88BCEEAA759}" dt="2025-11-20T16:37:47.385" v="2459" actId="20577"/>
          <ac:spMkLst>
            <pc:docMk/>
            <pc:sldMk cId="2019317246" sldId="319"/>
            <ac:spMk id="5" creationId="{4A91DE90-4AF8-45C8-B073-26C9B7078FB9}"/>
          </ac:spMkLst>
        </pc:spChg>
        <pc:spChg chg="add del">
          <ac:chgData name="Cesar Augusto Lopez Gallego" userId="0dfa9112-9251-4882-b472-cf2dfcee09d1" providerId="ADAL" clId="{1475BFA1-A84D-4FC6-87BA-E88BCEEAA759}" dt="2025-11-20T16:22:46.742" v="2387"/>
          <ac:spMkLst>
            <pc:docMk/>
            <pc:sldMk cId="2019317246" sldId="319"/>
            <ac:spMk id="6" creationId="{CDBF802F-BC8B-47CE-A9B1-A201D0EB69D3}"/>
          </ac:spMkLst>
        </pc:spChg>
        <pc:cxnChg chg="add mod">
          <ac:chgData name="Cesar Augusto Lopez Gallego" userId="0dfa9112-9251-4882-b472-cf2dfcee09d1" providerId="ADAL" clId="{1475BFA1-A84D-4FC6-87BA-E88BCEEAA759}" dt="2025-11-20T16:24:55.010" v="2453" actId="14100"/>
          <ac:cxnSpMkLst>
            <pc:docMk/>
            <pc:sldMk cId="2019317246" sldId="319"/>
            <ac:cxnSpMk id="8" creationId="{64FDDFCF-7092-4775-A573-783E73C92358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20T16:54:48.562" v="2532" actId="403"/>
        <pc:sldMkLst>
          <pc:docMk/>
          <pc:sldMk cId="4226774823" sldId="320"/>
        </pc:sldMkLst>
        <pc:spChg chg="add mod">
          <ac:chgData name="Cesar Augusto Lopez Gallego" userId="0dfa9112-9251-4882-b472-cf2dfcee09d1" providerId="ADAL" clId="{1475BFA1-A84D-4FC6-87BA-E88BCEEAA759}" dt="2025-11-20T16:43:07.541" v="2475" actId="1037"/>
          <ac:spMkLst>
            <pc:docMk/>
            <pc:sldMk cId="4226774823" sldId="320"/>
            <ac:spMk id="2" creationId="{C810EFD0-772E-4142-91BB-F30FDF49833D}"/>
          </ac:spMkLst>
        </pc:spChg>
        <pc:spChg chg="add mod">
          <ac:chgData name="Cesar Augusto Lopez Gallego" userId="0dfa9112-9251-4882-b472-cf2dfcee09d1" providerId="ADAL" clId="{1475BFA1-A84D-4FC6-87BA-E88BCEEAA759}" dt="2025-11-20T16:54:48.562" v="2532" actId="403"/>
          <ac:spMkLst>
            <pc:docMk/>
            <pc:sldMk cId="4226774823" sldId="320"/>
            <ac:spMk id="4" creationId="{C5DC7CBB-35EF-4B18-A11D-404245736A46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16:56:11.064" v="2552" actId="6549"/>
        <pc:sldMkLst>
          <pc:docMk/>
          <pc:sldMk cId="373135910" sldId="321"/>
        </pc:sldMkLst>
        <pc:spChg chg="add mod">
          <ac:chgData name="Cesar Augusto Lopez Gallego" userId="0dfa9112-9251-4882-b472-cf2dfcee09d1" providerId="ADAL" clId="{1475BFA1-A84D-4FC6-87BA-E88BCEEAA759}" dt="2025-11-20T16:55:11.874" v="2534"/>
          <ac:spMkLst>
            <pc:docMk/>
            <pc:sldMk cId="373135910" sldId="321"/>
            <ac:spMk id="2" creationId="{B489F206-A4F6-4A5A-A6EE-DEAC43DEFE52}"/>
          </ac:spMkLst>
        </pc:spChg>
        <pc:spChg chg="add mod">
          <ac:chgData name="Cesar Augusto Lopez Gallego" userId="0dfa9112-9251-4882-b472-cf2dfcee09d1" providerId="ADAL" clId="{1475BFA1-A84D-4FC6-87BA-E88BCEEAA759}" dt="2025-11-20T16:56:11.064" v="2552" actId="6549"/>
          <ac:spMkLst>
            <pc:docMk/>
            <pc:sldMk cId="373135910" sldId="321"/>
            <ac:spMk id="3" creationId="{0D624466-EAFA-4847-9A0A-148E49D059D1}"/>
          </ac:spMkLst>
        </pc:spChg>
      </pc:sldChg>
      <pc:sldChg chg="modSp add del mod">
        <pc:chgData name="Cesar Augusto Lopez Gallego" userId="0dfa9112-9251-4882-b472-cf2dfcee09d1" providerId="ADAL" clId="{1475BFA1-A84D-4FC6-87BA-E88BCEEAA759}" dt="2025-11-20T16:59:47.392" v="2572" actId="2696"/>
        <pc:sldMkLst>
          <pc:docMk/>
          <pc:sldMk cId="1365846194" sldId="322"/>
        </pc:sldMkLst>
        <pc:spChg chg="mod">
          <ac:chgData name="Cesar Augusto Lopez Gallego" userId="0dfa9112-9251-4882-b472-cf2dfcee09d1" providerId="ADAL" clId="{1475BFA1-A84D-4FC6-87BA-E88BCEEAA759}" dt="2025-11-20T16:59:41.283" v="2571" actId="20577"/>
          <ac:spMkLst>
            <pc:docMk/>
            <pc:sldMk cId="1365846194" sldId="322"/>
            <ac:spMk id="3" creationId="{0D624466-EAFA-4847-9A0A-148E49D059D1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16:59:25.033" v="2554" actId="47"/>
        <pc:sldMkLst>
          <pc:docMk/>
          <pc:sldMk cId="2729733231" sldId="322"/>
        </pc:sldMkLst>
      </pc:sldChg>
      <pc:sldChg chg="modSp add mod">
        <pc:chgData name="Cesar Augusto Lopez Gallego" userId="0dfa9112-9251-4882-b472-cf2dfcee09d1" providerId="ADAL" clId="{1475BFA1-A84D-4FC6-87BA-E88BCEEAA759}" dt="2025-11-20T20:18:59.643" v="2609" actId="20577"/>
        <pc:sldMkLst>
          <pc:docMk/>
          <pc:sldMk cId="4074388062" sldId="322"/>
        </pc:sldMkLst>
        <pc:spChg chg="mod">
          <ac:chgData name="Cesar Augusto Lopez Gallego" userId="0dfa9112-9251-4882-b472-cf2dfcee09d1" providerId="ADAL" clId="{1475BFA1-A84D-4FC6-87BA-E88BCEEAA759}" dt="2025-11-20T20:18:59.643" v="2609" actId="20577"/>
          <ac:spMkLst>
            <pc:docMk/>
            <pc:sldMk cId="4074388062" sldId="322"/>
            <ac:spMk id="3" creationId="{0D624466-EAFA-4847-9A0A-148E49D059D1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53:25.810" v="2899"/>
        <pc:sldMkLst>
          <pc:docMk/>
          <pc:sldMk cId="1787746170" sldId="323"/>
        </pc:sldMkLst>
        <pc:spChg chg="add mod">
          <ac:chgData name="Cesar Augusto Lopez Gallego" userId="0dfa9112-9251-4882-b472-cf2dfcee09d1" providerId="ADAL" clId="{1475BFA1-A84D-4FC6-87BA-E88BCEEAA759}" dt="2025-11-20T20:31:01.322" v="2688" actId="20577"/>
          <ac:spMkLst>
            <pc:docMk/>
            <pc:sldMk cId="1787746170" sldId="323"/>
            <ac:spMk id="2" creationId="{1673DB45-D6D5-4CA7-9151-029E07453FC2}"/>
          </ac:spMkLst>
        </pc:spChg>
        <pc:spChg chg="add mod">
          <ac:chgData name="Cesar Augusto Lopez Gallego" userId="0dfa9112-9251-4882-b472-cf2dfcee09d1" providerId="ADAL" clId="{1475BFA1-A84D-4FC6-87BA-E88BCEEAA759}" dt="2025-11-20T20:53:25.810" v="2899"/>
          <ac:spMkLst>
            <pc:docMk/>
            <pc:sldMk cId="1787746170" sldId="323"/>
            <ac:spMk id="4" creationId="{53F838B5-DD36-4859-9F78-C453644284AB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41:11.151" v="2782" actId="1076"/>
        <pc:sldMkLst>
          <pc:docMk/>
          <pc:sldMk cId="28551296" sldId="324"/>
        </pc:sldMkLst>
        <pc:spChg chg="add mod">
          <ac:chgData name="Cesar Augusto Lopez Gallego" userId="0dfa9112-9251-4882-b472-cf2dfcee09d1" providerId="ADAL" clId="{1475BFA1-A84D-4FC6-87BA-E88BCEEAA759}" dt="2025-11-20T20:41:03.756" v="2780" actId="1076"/>
          <ac:spMkLst>
            <pc:docMk/>
            <pc:sldMk cId="28551296" sldId="324"/>
            <ac:spMk id="2" creationId="{1F30AB3C-64E9-4BDB-8A18-AF9D5257012B}"/>
          </ac:spMkLst>
        </pc:spChg>
        <pc:spChg chg="add mod">
          <ac:chgData name="Cesar Augusto Lopez Gallego" userId="0dfa9112-9251-4882-b472-cf2dfcee09d1" providerId="ADAL" clId="{1475BFA1-A84D-4FC6-87BA-E88BCEEAA759}" dt="2025-11-20T20:41:11.151" v="2782" actId="1076"/>
          <ac:spMkLst>
            <pc:docMk/>
            <pc:sldMk cId="28551296" sldId="324"/>
            <ac:spMk id="3" creationId="{6BD45E9B-BDF9-4897-8578-613B683FD0A8}"/>
          </ac:spMkLst>
        </pc:spChg>
      </pc:sldChg>
      <pc:sldChg chg="addSp modSp new">
        <pc:chgData name="Cesar Augusto Lopez Gallego" userId="0dfa9112-9251-4882-b472-cf2dfcee09d1" providerId="ADAL" clId="{1475BFA1-A84D-4FC6-87BA-E88BCEEAA759}" dt="2025-11-20T20:43:18.647" v="2786"/>
        <pc:sldMkLst>
          <pc:docMk/>
          <pc:sldMk cId="2121429419" sldId="325"/>
        </pc:sldMkLst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2" creationId="{0491D893-272E-4B38-B54E-9E21CB6B6B6E}"/>
          </ac:spMkLst>
        </pc:spChg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3" creationId="{672C03AF-A795-4895-A6A4-842EBF9AB2F3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654063874" sldId="326"/>
        </pc:sldMkLst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705092796" sldId="327"/>
        </pc:sldMkLst>
      </pc:sldChg>
      <pc:sldChg chg="addSp delSp modSp new mod">
        <pc:chgData name="Cesar Augusto Lopez Gallego" userId="0dfa9112-9251-4882-b472-cf2dfcee09d1" providerId="ADAL" clId="{1475BFA1-A84D-4FC6-87BA-E88BCEEAA759}" dt="2025-11-20T20:48:48.731" v="2842" actId="313"/>
        <pc:sldMkLst>
          <pc:docMk/>
          <pc:sldMk cId="454806044" sldId="328"/>
        </pc:sldMkLst>
        <pc:spChg chg="add mod">
          <ac:chgData name="Cesar Augusto Lopez Gallego" userId="0dfa9112-9251-4882-b472-cf2dfcee09d1" providerId="ADAL" clId="{1475BFA1-A84D-4FC6-87BA-E88BCEEAA759}" dt="2025-11-20T20:47:42.260" v="2788"/>
          <ac:spMkLst>
            <pc:docMk/>
            <pc:sldMk cId="454806044" sldId="328"/>
            <ac:spMk id="2" creationId="{22D201C6-98DA-4138-834B-7FE3313234A9}"/>
          </ac:spMkLst>
        </pc:spChg>
        <pc:spChg chg="add mod">
          <ac:chgData name="Cesar Augusto Lopez Gallego" userId="0dfa9112-9251-4882-b472-cf2dfcee09d1" providerId="ADAL" clId="{1475BFA1-A84D-4FC6-87BA-E88BCEEAA759}" dt="2025-11-20T20:48:48.731" v="2842" actId="313"/>
          <ac:spMkLst>
            <pc:docMk/>
            <pc:sldMk cId="454806044" sldId="328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8:43.996" v="2838"/>
          <ac:spMkLst>
            <pc:docMk/>
            <pc:sldMk cId="454806044" sldId="328"/>
            <ac:spMk id="4" creationId="{F3F92A95-2336-4676-A560-51AD34C6A14E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0:33.152" v="2864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475BFA1-A84D-4FC6-87BA-E88BCEEAA759}" dt="2025-11-20T20:50:33.152" v="2864"/>
          <ac:spMkLst>
            <pc:docMk/>
            <pc:sldMk cId="1032212014" sldId="329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9:32.853" v="2854"/>
          <ac:spMkLst>
            <pc:docMk/>
            <pc:sldMk cId="1032212014" sldId="329"/>
            <ac:spMk id="4" creationId="{8CCC2B84-3595-441A-83C0-42BAC1A40265}"/>
          </ac:spMkLst>
        </pc:spChg>
        <pc:spChg chg="add del">
          <ac:chgData name="Cesar Augusto Lopez Gallego" userId="0dfa9112-9251-4882-b472-cf2dfcee09d1" providerId="ADAL" clId="{1475BFA1-A84D-4FC6-87BA-E88BCEEAA759}" dt="2025-11-20T20:50:30.794" v="2862"/>
          <ac:spMkLst>
            <pc:docMk/>
            <pc:sldMk cId="1032212014" sldId="329"/>
            <ac:spMk id="5" creationId="{B5108B6E-42E7-4CCC-8EE8-AC3302D444EF}"/>
          </ac:spMkLst>
        </pc:spChg>
      </pc:sldChg>
      <pc:sldChg chg="addSp delSp modSp new mod">
        <pc:chgData name="Cesar Augusto Lopez Gallego" userId="0dfa9112-9251-4882-b472-cf2dfcee09d1" providerId="ADAL" clId="{1475BFA1-A84D-4FC6-87BA-E88BCEEAA759}" dt="2025-11-20T20:53:11.874" v="2894" actId="21"/>
        <pc:sldMkLst>
          <pc:docMk/>
          <pc:sldMk cId="3970239826" sldId="330"/>
        </pc:sldMkLst>
        <pc:spChg chg="add mod">
          <ac:chgData name="Cesar Augusto Lopez Gallego" userId="0dfa9112-9251-4882-b472-cf2dfcee09d1" providerId="ADAL" clId="{1475BFA1-A84D-4FC6-87BA-E88BCEEAA759}" dt="2025-11-20T20:51:13.675" v="2866"/>
          <ac:spMkLst>
            <pc:docMk/>
            <pc:sldMk cId="3970239826" sldId="330"/>
            <ac:spMk id="2" creationId="{DADD6D60-B221-45C6-9F07-273CCEC28D47}"/>
          </ac:spMkLst>
        </pc:spChg>
        <pc:spChg chg="add mod">
          <ac:chgData name="Cesar Augusto Lopez Gallego" userId="0dfa9112-9251-4882-b472-cf2dfcee09d1" providerId="ADAL" clId="{1475BFA1-A84D-4FC6-87BA-E88BCEEAA759}" dt="2025-11-20T20:53:11.874" v="2894" actId="21"/>
          <ac:spMkLst>
            <pc:docMk/>
            <pc:sldMk cId="3970239826" sldId="330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2:52.099" v="2888"/>
          <ac:spMkLst>
            <pc:docMk/>
            <pc:sldMk cId="3970239826" sldId="330"/>
            <ac:spMk id="4" creationId="{2B9AF1CE-7A21-4DDE-921B-756ED7D398E5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9:30.831" v="2967" actId="2057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475BFA1-A84D-4FC6-87BA-E88BCEEAA759}" dt="2025-11-20T20:59:30.831" v="2967" actId="20577"/>
          <ac:spMkLst>
            <pc:docMk/>
            <pc:sldMk cId="2041605538" sldId="331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6:52.743" v="2902"/>
          <ac:spMkLst>
            <pc:docMk/>
            <pc:sldMk cId="2041605538" sldId="331"/>
            <ac:spMk id="4" creationId="{16729810-979D-4429-9D07-D70750C958E0}"/>
          </ac:spMkLst>
        </pc:spChg>
        <pc:spChg chg="add del">
          <ac:chgData name="Cesar Augusto Lopez Gallego" userId="0dfa9112-9251-4882-b472-cf2dfcee09d1" providerId="ADAL" clId="{1475BFA1-A84D-4FC6-87BA-E88BCEEAA759}" dt="2025-11-20T20:57:42.028" v="2911"/>
          <ac:spMkLst>
            <pc:docMk/>
            <pc:sldMk cId="2041605538" sldId="331"/>
            <ac:spMk id="5" creationId="{D156E5F1-B0A3-4DEC-9A00-42379102BA4C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1:04:22.327" v="3017" actId="14100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475BFA1-A84D-4FC6-87BA-E88BCEEAA759}" dt="2025-11-20T21:04:22.327" v="3017" actId="14100"/>
          <ac:spMkLst>
            <pc:docMk/>
            <pc:sldMk cId="1573617908" sldId="332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1:01:03.006" v="2970"/>
          <ac:spMkLst>
            <pc:docMk/>
            <pc:sldMk cId="1573617908" sldId="332"/>
            <ac:spMk id="4" creationId="{9A11B592-03B5-4D1D-9821-1E644E07AD57}"/>
          </ac:spMkLst>
        </pc:spChg>
        <pc:spChg chg="add del">
          <ac:chgData name="Cesar Augusto Lopez Gallego" userId="0dfa9112-9251-4882-b472-cf2dfcee09d1" providerId="ADAL" clId="{1475BFA1-A84D-4FC6-87BA-E88BCEEAA759}" dt="2025-11-20T21:01:43.728" v="2979"/>
          <ac:spMkLst>
            <pc:docMk/>
            <pc:sldMk cId="1573617908" sldId="332"/>
            <ac:spMk id="5" creationId="{591B892A-DF97-4A39-A4F1-91F52ED21C2C}"/>
          </ac:spMkLst>
        </pc:spChg>
        <pc:spChg chg="add mod">
          <ac:chgData name="Cesar Augusto Lopez Gallego" userId="0dfa9112-9251-4882-b472-cf2dfcee09d1" providerId="ADAL" clId="{1475BFA1-A84D-4FC6-87BA-E88BCEEAA759}" dt="2025-11-20T21:04:19.568" v="3016" actId="1076"/>
          <ac:spMkLst>
            <pc:docMk/>
            <pc:sldMk cId="1573617908" sldId="332"/>
            <ac:spMk id="7" creationId="{CD88A74E-49D9-44BB-9856-D8884F95A5F5}"/>
          </ac:spMkLst>
        </pc:spChg>
      </pc:sldChg>
      <pc:sldMasterChg chg="delSldLayout">
        <pc:chgData name="Cesar Augusto Lopez Gallego" userId="0dfa9112-9251-4882-b472-cf2dfcee09d1" providerId="ADAL" clId="{1475BFA1-A84D-4FC6-87BA-E88BCEEAA759}" dt="2025-11-19T22:12:57.706" v="33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133276368" sldId="2147483673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1917912257" sldId="2147483674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2739047187" sldId="2147483675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21104078" sldId="2147483676"/>
          </pc:sldLayoutMkLst>
        </pc:sldLayoutChg>
      </pc:sldMasterChg>
    </pc:docChg>
  </pc:docChgLst>
  <pc:docChgLst>
    <pc:chgData name="Cesar Augusto Lopez Gallego" userId="0dfa9112-9251-4882-b472-cf2dfcee09d1" providerId="ADAL" clId="{7E9FF4F1-F153-4A26-AAEE-E4A4354C2A70}"/>
    <pc:docChg chg="undo custSel addSld modSld">
      <pc:chgData name="Cesar Augusto Lopez Gallego" userId="0dfa9112-9251-4882-b472-cf2dfcee09d1" providerId="ADAL" clId="{7E9FF4F1-F153-4A26-AAEE-E4A4354C2A70}" dt="2025-11-19T01:14:59.258" v="245" actId="20577"/>
      <pc:docMkLst>
        <pc:docMk/>
      </pc:docMkLst>
      <pc:sldChg chg="modSp">
        <pc:chgData name="Cesar Augusto Lopez Gallego" userId="0dfa9112-9251-4882-b472-cf2dfcee09d1" providerId="ADAL" clId="{7E9FF4F1-F153-4A26-AAEE-E4A4354C2A70}" dt="2025-11-18T23:11:02.959" v="94" actId="20577"/>
        <pc:sldMkLst>
          <pc:docMk/>
          <pc:sldMk cId="0" sldId="257"/>
        </pc:sldMkLst>
        <pc:spChg chg="mod">
          <ac:chgData name="Cesar Augusto Lopez Gallego" userId="0dfa9112-9251-4882-b472-cf2dfcee09d1" providerId="ADAL" clId="{7E9FF4F1-F153-4A26-AAEE-E4A4354C2A70}" dt="2025-11-18T23:11:00.564" v="92" actId="20577"/>
          <ac:spMkLst>
            <pc:docMk/>
            <pc:sldMk cId="0" sldId="257"/>
            <ac:spMk id="19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3:11:02.959" v="94" actId="20577"/>
          <ac:spMkLst>
            <pc:docMk/>
            <pc:sldMk cId="0" sldId="257"/>
            <ac:spMk id="19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4:38.685" v="14" actId="403"/>
        <pc:sldMkLst>
          <pc:docMk/>
          <pc:sldMk cId="0" sldId="258"/>
        </pc:sldMkLst>
        <pc:spChg chg="mod">
          <ac:chgData name="Cesar Augusto Lopez Gallego" userId="0dfa9112-9251-4882-b472-cf2dfcee09d1" providerId="ADAL" clId="{7E9FF4F1-F153-4A26-AAEE-E4A4354C2A70}" dt="2025-11-18T22:54:38.685" v="14" actId="403"/>
          <ac:spMkLst>
            <pc:docMk/>
            <pc:sldMk cId="0" sldId="258"/>
            <ac:spMk id="211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05.743" v="40" actId="1076"/>
        <pc:sldMkLst>
          <pc:docMk/>
          <pc:sldMk cId="0" sldId="260"/>
        </pc:sldMkLst>
        <pc:spChg chg="mod">
          <ac:chgData name="Cesar Augusto Lopez Gallego" userId="0dfa9112-9251-4882-b472-cf2dfcee09d1" providerId="ADAL" clId="{7E9FF4F1-F153-4A26-AAEE-E4A4354C2A70}" dt="2025-11-18T22:56:01.230" v="39" actId="14100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2:56:05.743" v="40" actId="1076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23.125" v="43" actId="1076"/>
        <pc:sldMkLst>
          <pc:docMk/>
          <pc:sldMk cId="0" sldId="261"/>
        </pc:sldMkLst>
        <pc:spChg chg="mod">
          <ac:chgData name="Cesar Augusto Lopez Gallego" userId="0dfa9112-9251-4882-b472-cf2dfcee09d1" providerId="ADAL" clId="{7E9FF4F1-F153-4A26-AAEE-E4A4354C2A70}" dt="2025-11-18T22:56:23.125" v="43" actId="1076"/>
          <ac:spMkLst>
            <pc:docMk/>
            <pc:sldMk cId="0" sldId="261"/>
            <ac:spMk id="249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3:22:14.557" v="95" actId="1076"/>
        <pc:sldMkLst>
          <pc:docMk/>
          <pc:sldMk cId="3781840673" sldId="283"/>
        </pc:sldMkLst>
        <pc:spChg chg="mod">
          <ac:chgData name="Cesar Augusto Lopez Gallego" userId="0dfa9112-9251-4882-b472-cf2dfcee09d1" providerId="ADAL" clId="{7E9FF4F1-F153-4A26-AAEE-E4A4354C2A70}" dt="2025-11-18T23:22:14.557" v="95" actId="1076"/>
          <ac:spMkLst>
            <pc:docMk/>
            <pc:sldMk cId="3781840673" sldId="283"/>
            <ac:spMk id="3" creationId="{05A34019-A961-41FB-96D0-AC2BAD59E719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1:14:59.258" v="245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7E9FF4F1-F153-4A26-AAEE-E4A4354C2A70}" dt="2025-11-19T01:14:59.258" v="245" actId="20577"/>
          <ac:spMkLst>
            <pc:docMk/>
            <pc:sldMk cId="3966505" sldId="284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7E9FF4F1-F153-4A26-AAEE-E4A4354C2A70}" dt="2025-11-18T22:57:04.624" v="49" actId="20577"/>
        <pc:sldMkLst>
          <pc:docMk/>
          <pc:sldMk cId="3349851114" sldId="293"/>
        </pc:sldMkLst>
        <pc:spChg chg="mod">
          <ac:chgData name="Cesar Augusto Lopez Gallego" userId="0dfa9112-9251-4882-b472-cf2dfcee09d1" providerId="ADAL" clId="{7E9FF4F1-F153-4A26-AAEE-E4A4354C2A70}" dt="2025-11-18T22:57:04.624" v="49" actId="20577"/>
          <ac:spMkLst>
            <pc:docMk/>
            <pc:sldMk cId="3349851114" sldId="293"/>
            <ac:spMk id="8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1:42.928" v="10" actId="1076"/>
        <pc:sldMkLst>
          <pc:docMk/>
          <pc:sldMk cId="2489369164" sldId="296"/>
        </pc:sldMkLst>
        <pc:picChg chg="add mod">
          <ac:chgData name="Cesar Augusto Lopez Gallego" userId="0dfa9112-9251-4882-b472-cf2dfcee09d1" providerId="ADAL" clId="{7E9FF4F1-F153-4A26-AAEE-E4A4354C2A70}" dt="2025-11-18T22:51:42.928" v="10" actId="1076"/>
          <ac:picMkLst>
            <pc:docMk/>
            <pc:sldMk cId="2489369164" sldId="296"/>
            <ac:picMk id="4" creationId="{92DE01BA-57F6-433D-8791-874EA7A8BF82}"/>
          </ac:picMkLst>
        </pc:picChg>
      </pc:sldChg>
      <pc:sldChg chg="modSp mod">
        <pc:chgData name="Cesar Augusto Lopez Gallego" userId="0dfa9112-9251-4882-b472-cf2dfcee09d1" providerId="ADAL" clId="{7E9FF4F1-F153-4A26-AAEE-E4A4354C2A70}" dt="2025-11-13T23:23:53.128" v="7" actId="14100"/>
        <pc:sldMkLst>
          <pc:docMk/>
          <pc:sldMk cId="301356762" sldId="298"/>
        </pc:sldMkLst>
        <pc:spChg chg="mod">
          <ac:chgData name="Cesar Augusto Lopez Gallego" userId="0dfa9112-9251-4882-b472-cf2dfcee09d1" providerId="ADAL" clId="{7E9FF4F1-F153-4A26-AAEE-E4A4354C2A70}" dt="2025-11-13T23:23:53.128" v="7" actId="14100"/>
          <ac:spMkLst>
            <pc:docMk/>
            <pc:sldMk cId="301356762" sldId="298"/>
            <ac:spMk id="4" creationId="{FDFDB7E0-9485-4F88-B6B5-29E698E26951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18:21.474" v="220" actId="20577"/>
        <pc:sldMkLst>
          <pc:docMk/>
          <pc:sldMk cId="3973265627" sldId="300"/>
        </pc:sldMkLst>
        <pc:spChg chg="mod">
          <ac:chgData name="Cesar Augusto Lopez Gallego" userId="0dfa9112-9251-4882-b472-cf2dfcee09d1" providerId="ADAL" clId="{7E9FF4F1-F153-4A26-AAEE-E4A4354C2A70}" dt="2025-11-19T00:18:21.474" v="220" actId="20577"/>
          <ac:spMkLst>
            <pc:docMk/>
            <pc:sldMk cId="3973265627" sldId="300"/>
            <ac:spMk id="9" creationId="{4C3C06EE-C65E-4ACB-AF5D-FBD17FD219F0}"/>
          </ac:spMkLst>
        </pc:spChg>
        <pc:spChg chg="mod">
          <ac:chgData name="Cesar Augusto Lopez Gallego" userId="0dfa9112-9251-4882-b472-cf2dfcee09d1" providerId="ADAL" clId="{7E9FF4F1-F153-4A26-AAEE-E4A4354C2A70}" dt="2025-11-19T00:17:52.152" v="211" actId="20577"/>
          <ac:spMkLst>
            <pc:docMk/>
            <pc:sldMk cId="3973265627" sldId="300"/>
            <ac:spMk id="12" creationId="{1595F9AD-BBE0-49C5-BA3B-9894B538EBAF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7:44.402" v="83" actId="1076"/>
        <pc:sldMkLst>
          <pc:docMk/>
          <pc:sldMk cId="3178670863" sldId="302"/>
        </pc:sldMkLst>
        <pc:spChg chg="add mod">
          <ac:chgData name="Cesar Augusto Lopez Gallego" userId="0dfa9112-9251-4882-b472-cf2dfcee09d1" providerId="ADAL" clId="{7E9FF4F1-F153-4A26-AAEE-E4A4354C2A70}" dt="2025-11-18T22:57:44.402" v="83" actId="1076"/>
          <ac:spMkLst>
            <pc:docMk/>
            <pc:sldMk cId="3178670863" sldId="302"/>
            <ac:spMk id="4" creationId="{5C5C0A02-0386-40A3-A4E6-4D58136B0A7F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50:08.210" v="239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7E9FF4F1-F153-4A26-AAEE-E4A4354C2A70}" dt="2025-11-19T00:50:08.210" v="239" actId="20577"/>
          <ac:spMkLst>
            <pc:docMk/>
            <pc:sldMk cId="2036194262" sldId="303"/>
            <ac:spMk id="3" creationId="{00000000-0000-0000-0000-000000000000}"/>
          </ac:spMkLst>
        </pc:spChg>
      </pc:sldChg>
      <pc:sldChg chg="add">
        <pc:chgData name="Cesar Augusto Lopez Gallego" userId="0dfa9112-9251-4882-b472-cf2dfcee09d1" providerId="ADAL" clId="{7E9FF4F1-F153-4A26-AAEE-E4A4354C2A70}" dt="2025-11-13T22:09:56.299" v="0"/>
        <pc:sldMkLst>
          <pc:docMk/>
          <pc:sldMk cId="652190281" sldId="314"/>
        </pc:sldMkLst>
      </pc:sldChg>
    </pc:docChg>
  </pc:docChgLst>
  <pc:docChgLst>
    <pc:chgData name="Cesar Augusto Lopez Gallego" userId="0dfa9112-9251-4882-b472-cf2dfcee09d1" providerId="ADAL" clId="{9E925E74-D29A-4FF2-BA30-2DCB609A9627}"/>
    <pc:docChg chg="undo custSel addSld delSld modSld sldOrd">
      <pc:chgData name="Cesar Augusto Lopez Gallego" userId="0dfa9112-9251-4882-b472-cf2dfcee09d1" providerId="ADAL" clId="{9E925E74-D29A-4FF2-BA30-2DCB609A9627}" dt="2025-11-13T19:27:56.196" v="4406" actId="20577"/>
      <pc:docMkLst>
        <pc:docMk/>
      </pc:docMkLst>
      <pc:sldChg chg="addSp delSp modSp mod">
        <pc:chgData name="Cesar Augusto Lopez Gallego" userId="0dfa9112-9251-4882-b472-cf2dfcee09d1" providerId="ADAL" clId="{9E925E74-D29A-4FF2-BA30-2DCB609A9627}" dt="2025-11-13T01:35:58.368" v="1287" actId="20577"/>
        <pc:sldMkLst>
          <pc:docMk/>
          <pc:sldMk cId="0" sldId="256"/>
        </pc:sldMkLst>
        <pc:spChg chg="mod">
          <ac:chgData name="Cesar Augusto Lopez Gallego" userId="0dfa9112-9251-4882-b472-cf2dfcee09d1" providerId="ADAL" clId="{9E925E74-D29A-4FF2-BA30-2DCB609A9627}" dt="2025-11-13T01:35:58.368" v="1287" actId="20577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Cesar Augusto Lopez Gallego" userId="0dfa9112-9251-4882-b472-cf2dfcee09d1" providerId="ADAL" clId="{9E925E74-D29A-4FF2-BA30-2DCB609A9627}" dt="2025-11-13T00:43:47.778" v="0" actId="478"/>
          <ac:picMkLst>
            <pc:docMk/>
            <pc:sldMk cId="0" sldId="256"/>
            <ac:picMk id="184" creationId="{00000000-0000-0000-0000-000000000000}"/>
          </ac:picMkLst>
        </pc:picChg>
        <pc:picChg chg="add mod">
          <ac:chgData name="Cesar Augusto Lopez Gallego" userId="0dfa9112-9251-4882-b472-cf2dfcee09d1" providerId="ADAL" clId="{9E925E74-D29A-4FF2-BA30-2DCB609A9627}" dt="2025-11-13T01:35:54.531" v="1277" actId="1076"/>
          <ac:picMkLst>
            <pc:docMk/>
            <pc:sldMk cId="0" sldId="256"/>
            <ac:picMk id="2050" creationId="{CA955C63-997B-407D-A836-48E4BA47EEAF}"/>
          </ac:picMkLst>
        </pc:picChg>
      </pc:sldChg>
      <pc:sldChg chg="modSp mod">
        <pc:chgData name="Cesar Augusto Lopez Gallego" userId="0dfa9112-9251-4882-b472-cf2dfcee09d1" providerId="ADAL" clId="{9E925E74-D29A-4FF2-BA30-2DCB609A9627}" dt="2025-11-13T01:15:47.540" v="621" actId="404"/>
        <pc:sldMkLst>
          <pc:docMk/>
          <pc:sldMk cId="0" sldId="257"/>
        </pc:sldMkLst>
        <pc:spChg chg="mod">
          <ac:chgData name="Cesar Augusto Lopez Gallego" userId="0dfa9112-9251-4882-b472-cf2dfcee09d1" providerId="ADAL" clId="{9E925E74-D29A-4FF2-BA30-2DCB609A9627}" dt="2025-11-13T01:15:47.540" v="621" actId="404"/>
          <ac:spMkLst>
            <pc:docMk/>
            <pc:sldMk cId="0" sldId="257"/>
            <ac:spMk id="18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12:17:32.118" v="2388" actId="27636"/>
        <pc:sldMkLst>
          <pc:docMk/>
          <pc:sldMk cId="0" sldId="258"/>
        </pc:sldMkLst>
        <pc:spChg chg="mod">
          <ac:chgData name="Cesar Augusto Lopez Gallego" userId="0dfa9112-9251-4882-b472-cf2dfcee09d1" providerId="ADAL" clId="{9E925E74-D29A-4FF2-BA30-2DCB609A9627}" dt="2025-11-13T12:17:32.118" v="2388" actId="276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8:13.231" v="407" actId="403"/>
          <ac:spMkLst>
            <pc:docMk/>
            <pc:sldMk cId="0" sldId="258"/>
            <ac:spMk id="211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12:17:32.126" v="2389" actId="27636"/>
        <pc:sldMkLst>
          <pc:docMk/>
          <pc:sldMk cId="0" sldId="260"/>
        </pc:sldMkLst>
        <pc:spChg chg="add mod">
          <ac:chgData name="Cesar Augusto Lopez Gallego" userId="0dfa9112-9251-4882-b472-cf2dfcee09d1" providerId="ADAL" clId="{9E925E74-D29A-4FF2-BA30-2DCB609A9627}" dt="2025-11-13T00:58:59.213" v="410" actId="208"/>
          <ac:spMkLst>
            <pc:docMk/>
            <pc:sldMk cId="0" sldId="260"/>
            <ac:spMk id="2" creationId="{09C5971F-1DC8-41F7-B64C-6938E7E03B90}"/>
          </ac:spMkLst>
        </pc:spChg>
        <pc:spChg chg="add mod">
          <ac:chgData name="Cesar Augusto Lopez Gallego" userId="0dfa9112-9251-4882-b472-cf2dfcee09d1" providerId="ADAL" clId="{9E925E74-D29A-4FF2-BA30-2DCB609A9627}" dt="2025-11-13T00:59:09.007" v="453" actId="14100"/>
          <ac:spMkLst>
            <pc:docMk/>
            <pc:sldMk cId="0" sldId="260"/>
            <ac:spMk id="6" creationId="{E9C37BC9-3A1F-45E3-9749-C6CDC1AF2789}"/>
          </ac:spMkLst>
        </pc:spChg>
        <pc:spChg chg="mod">
          <ac:chgData name="Cesar Augusto Lopez Gallego" userId="0dfa9112-9251-4882-b472-cf2dfcee09d1" providerId="ADAL" clId="{9E925E74-D29A-4FF2-BA30-2DCB609A9627}" dt="2025-11-13T12:17:32.126" v="2389" actId="27636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0:40.395" v="100" actId="13926"/>
          <ac:spMkLst>
            <pc:docMk/>
            <pc:sldMk cId="0" sldId="260"/>
            <ac:spMk id="246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9E925E74-D29A-4FF2-BA30-2DCB609A9627}" dt="2025-11-13T12:17:32.132" v="2390" actId="27636"/>
        <pc:sldMkLst>
          <pc:docMk/>
          <pc:sldMk cId="0" sldId="261"/>
        </pc:sldMkLst>
        <pc:spChg chg="mod">
          <ac:chgData name="Cesar Augusto Lopez Gallego" userId="0dfa9112-9251-4882-b472-cf2dfcee09d1" providerId="ADAL" clId="{9E925E74-D29A-4FF2-BA30-2DCB609A9627}" dt="2025-11-13T12:17:32.132" v="2390" actId="27636"/>
          <ac:spMkLst>
            <pc:docMk/>
            <pc:sldMk cId="0" sldId="261"/>
            <ac:spMk id="249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0:55.551" v="469" actId="478"/>
          <ac:spMkLst>
            <pc:docMk/>
            <pc:sldMk cId="0" sldId="261"/>
            <ac:spMk id="250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02:45.688" v="473" actId="1076"/>
          <ac:picMkLst>
            <pc:docMk/>
            <pc:sldMk cId="0" sldId="261"/>
            <ac:picMk id="3" creationId="{9227BEC0-4725-4776-B65A-EEBCA786CA20}"/>
          </ac:picMkLst>
        </pc:picChg>
        <pc:picChg chg="add mod">
          <ac:chgData name="Cesar Augusto Lopez Gallego" userId="0dfa9112-9251-4882-b472-cf2dfcee09d1" providerId="ADAL" clId="{9E925E74-D29A-4FF2-BA30-2DCB609A9627}" dt="2025-11-13T01:03:17.561" v="479" actId="14100"/>
          <ac:picMkLst>
            <pc:docMk/>
            <pc:sldMk cId="0" sldId="261"/>
            <ac:picMk id="5" creationId="{2474A860-1DC8-4175-B1B9-D2FF97089796}"/>
          </ac:picMkLst>
        </pc:picChg>
        <pc:picChg chg="del mod">
          <ac:chgData name="Cesar Augusto Lopez Gallego" userId="0dfa9112-9251-4882-b472-cf2dfcee09d1" providerId="ADAL" clId="{9E925E74-D29A-4FF2-BA30-2DCB609A9627}" dt="2025-11-13T01:00:55.551" v="469" actId="478"/>
          <ac:picMkLst>
            <pc:docMk/>
            <pc:sldMk cId="0" sldId="261"/>
            <ac:picMk id="252" creationId="{00000000-0000-0000-0000-000000000000}"/>
          </ac:picMkLst>
        </pc:picChg>
      </pc:sldChg>
      <pc:sldChg chg="addSp delSp modSp mod">
        <pc:chgData name="Cesar Augusto Lopez Gallego" userId="0dfa9112-9251-4882-b472-cf2dfcee09d1" providerId="ADAL" clId="{9E925E74-D29A-4FF2-BA30-2DCB609A9627}" dt="2025-11-13T12:17:32.136" v="2391" actId="27636"/>
        <pc:sldMkLst>
          <pc:docMk/>
          <pc:sldMk cId="0" sldId="262"/>
        </pc:sldMkLst>
        <pc:spChg chg="add del">
          <ac:chgData name="Cesar Augusto Lopez Gallego" userId="0dfa9112-9251-4882-b472-cf2dfcee09d1" providerId="ADAL" clId="{9E925E74-D29A-4FF2-BA30-2DCB609A9627}" dt="2025-11-13T01:08:34.663" v="563"/>
          <ac:spMkLst>
            <pc:docMk/>
            <pc:sldMk cId="0" sldId="262"/>
            <ac:spMk id="2" creationId="{4CA40178-B515-46D7-AC15-0ED0A941DF54}"/>
          </ac:spMkLst>
        </pc:spChg>
        <pc:spChg chg="add mod">
          <ac:chgData name="Cesar Augusto Lopez Gallego" userId="0dfa9112-9251-4882-b472-cf2dfcee09d1" providerId="ADAL" clId="{9E925E74-D29A-4FF2-BA30-2DCB609A9627}" dt="2025-11-13T01:11:57.642" v="596" actId="14100"/>
          <ac:spMkLst>
            <pc:docMk/>
            <pc:sldMk cId="0" sldId="262"/>
            <ac:spMk id="9" creationId="{2F246C75-836B-46BC-B327-04753146E8A7}"/>
          </ac:spMkLst>
        </pc:spChg>
        <pc:spChg chg="add del mod">
          <ac:chgData name="Cesar Augusto Lopez Gallego" userId="0dfa9112-9251-4882-b472-cf2dfcee09d1" providerId="ADAL" clId="{9E925E74-D29A-4FF2-BA30-2DCB609A9627}" dt="2025-11-13T01:11:42.645" v="593" actId="478"/>
          <ac:spMkLst>
            <pc:docMk/>
            <pc:sldMk cId="0" sldId="262"/>
            <ac:spMk id="10" creationId="{2F2D104E-F9F3-4C73-AADF-F488000F35C0}"/>
          </ac:spMkLst>
        </pc:spChg>
        <pc:spChg chg="mod">
          <ac:chgData name="Cesar Augusto Lopez Gallego" userId="0dfa9112-9251-4882-b472-cf2dfcee09d1" providerId="ADAL" clId="{9E925E74-D29A-4FF2-BA30-2DCB609A9627}" dt="2025-11-13T12:17:32.136" v="2391" actId="27636"/>
          <ac:spMkLst>
            <pc:docMk/>
            <pc:sldMk cId="0" sldId="262"/>
            <ac:spMk id="254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07:41.574" v="560" actId="20577"/>
          <ac:spMkLst>
            <pc:docMk/>
            <pc:sldMk cId="0" sldId="262"/>
            <ac:spMk id="255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6:57.928" v="545" actId="478"/>
          <ac:spMkLst>
            <pc:docMk/>
            <pc:sldMk cId="0" sldId="262"/>
            <ac:spMk id="257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12:56.525" v="603" actId="1076"/>
          <ac:picMkLst>
            <pc:docMk/>
            <pc:sldMk cId="0" sldId="262"/>
            <ac:picMk id="5" creationId="{2E10A321-57F9-4B40-BD4C-9E46AA6C7989}"/>
          </ac:picMkLst>
        </pc:picChg>
        <pc:picChg chg="mod">
          <ac:chgData name="Cesar Augusto Lopez Gallego" userId="0dfa9112-9251-4882-b472-cf2dfcee09d1" providerId="ADAL" clId="{9E925E74-D29A-4FF2-BA30-2DCB609A9627}" dt="2025-11-13T01:12:46.135" v="600" actId="1076"/>
          <ac:picMkLst>
            <pc:docMk/>
            <pc:sldMk cId="0" sldId="262"/>
            <ac:picMk id="256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06:57.928" v="545" actId="478"/>
          <ac:picMkLst>
            <pc:docMk/>
            <pc:sldMk cId="0" sldId="262"/>
            <ac:picMk id="258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10:59.629" v="588" actId="47"/>
        <pc:sldMkLst>
          <pc:docMk/>
          <pc:sldMk cId="0" sldId="263"/>
        </pc:sldMkLst>
      </pc:sldChg>
      <pc:sldChg chg="del">
        <pc:chgData name="Cesar Augusto Lopez Gallego" userId="0dfa9112-9251-4882-b472-cf2dfcee09d1" providerId="ADAL" clId="{9E925E74-D29A-4FF2-BA30-2DCB609A9627}" dt="2025-11-13T01:14:42.265" v="604" actId="2696"/>
        <pc:sldMkLst>
          <pc:docMk/>
          <pc:sldMk cId="0" sldId="264"/>
        </pc:sldMkLst>
      </pc:sldChg>
      <pc:sldChg chg="delSp modSp mod ord">
        <pc:chgData name="Cesar Augusto Lopez Gallego" userId="0dfa9112-9251-4882-b472-cf2dfcee09d1" providerId="ADAL" clId="{9E925E74-D29A-4FF2-BA30-2DCB609A9627}" dt="2025-11-13T12:17:32.136" v="2392" actId="27636"/>
        <pc:sldMkLst>
          <pc:docMk/>
          <pc:sldMk cId="0" sldId="265"/>
        </pc:sldMkLst>
        <pc:spChg chg="mod">
          <ac:chgData name="Cesar Augusto Lopez Gallego" userId="0dfa9112-9251-4882-b472-cf2dfcee09d1" providerId="ADAL" clId="{9E925E74-D29A-4FF2-BA30-2DCB609A9627}" dt="2025-11-13T12:17:32.136" v="2392" actId="27636"/>
          <ac:spMkLst>
            <pc:docMk/>
            <pc:sldMk cId="0" sldId="265"/>
            <ac:spMk id="279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17:26.578" v="630" actId="1076"/>
          <ac:picMkLst>
            <pc:docMk/>
            <pc:sldMk cId="0" sldId="265"/>
            <ac:picMk id="278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14:54.511" v="607" actId="478"/>
          <ac:picMkLst>
            <pc:docMk/>
            <pc:sldMk cId="0" sldId="265"/>
            <ac:picMk id="281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33:40.891" v="1186" actId="47"/>
        <pc:sldMkLst>
          <pc:docMk/>
          <pc:sldMk cId="0" sldId="266"/>
        </pc:sldMkLst>
      </pc:sldChg>
      <pc:sldChg chg="del">
        <pc:chgData name="Cesar Augusto Lopez Gallego" userId="0dfa9112-9251-4882-b472-cf2dfcee09d1" providerId="ADAL" clId="{9E925E74-D29A-4FF2-BA30-2DCB609A9627}" dt="2025-11-13T01:41:59.056" v="1441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720228046" sldId="26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261512028" sldId="26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955528196" sldId="27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430938047" sldId="271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2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442137583" sldId="272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3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30403880" sldId="273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4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06736194" sldId="274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2375052096" sldId="275"/>
        </pc:sldMkLst>
        <pc:spChg chg="mod">
          <ac:chgData name="Cesar Augusto Lopez Gallego" userId="0dfa9112-9251-4882-b472-cf2dfcee09d1" providerId="ADAL" clId="{9E925E74-D29A-4FF2-BA30-2DCB609A9627}" dt="2025-11-13T02:02:24.554" v="1571" actId="14100"/>
          <ac:spMkLst>
            <pc:docMk/>
            <pc:sldMk cId="2375052096" sldId="2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2:02:42.732" v="1575" actId="1076"/>
          <ac:spMkLst>
            <pc:docMk/>
            <pc:sldMk cId="2375052096" sldId="275"/>
            <ac:spMk id="3" creationId="{00000000-0000-0000-0000-00000000000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26096086" sldId="275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76428265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5511864" sldId="27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3839430595" sldId="277"/>
        </pc:sldMkLst>
        <pc:spChg chg="mod">
          <ac:chgData name="Cesar Augusto Lopez Gallego" userId="0dfa9112-9251-4882-b472-cf2dfcee09d1" providerId="ADAL" clId="{9E925E74-D29A-4FF2-BA30-2DCB609A9627}" dt="2025-11-13T01:57:25.033" v="1508" actId="20577"/>
          <ac:spMkLst>
            <pc:docMk/>
            <pc:sldMk cId="3839430595" sldId="277"/>
            <ac:spMk id="2" creationId="{00000000-0000-0000-0000-000000000000}"/>
          </ac:spMkLst>
        </pc:spChg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81496190" sldId="27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38958673" sldId="27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23510329" sldId="28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51586391" sldId="281"/>
        </pc:sldMkLst>
      </pc:sldChg>
      <pc:sldChg chg="addSp modSp add">
        <pc:chgData name="Cesar Augusto Lopez Gallego" userId="0dfa9112-9251-4882-b472-cf2dfcee09d1" providerId="ADAL" clId="{9E925E74-D29A-4FF2-BA30-2DCB609A9627}" dt="2025-11-13T00:44:51.637" v="47" actId="1076"/>
        <pc:sldMkLst>
          <pc:docMk/>
          <pc:sldMk cId="888059508" sldId="282"/>
        </pc:sldMkLst>
        <pc:picChg chg="add mod">
          <ac:chgData name="Cesar Augusto Lopez Gallego" userId="0dfa9112-9251-4882-b472-cf2dfcee09d1" providerId="ADAL" clId="{9E925E74-D29A-4FF2-BA30-2DCB609A9627}" dt="2025-11-13T00:44:51.637" v="47" actId="1076"/>
          <ac:picMkLst>
            <pc:docMk/>
            <pc:sldMk cId="888059508" sldId="282"/>
            <ac:picMk id="1026" creationId="{2D6F7F80-667A-49E2-AA2B-8431F85D4D03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00:20.407" v="468" actId="13926"/>
        <pc:sldMkLst>
          <pc:docMk/>
          <pc:sldMk cId="3781840673" sldId="283"/>
        </pc:sldMkLst>
        <pc:spChg chg="add mod">
          <ac:chgData name="Cesar Augusto Lopez Gallego" userId="0dfa9112-9251-4882-b472-cf2dfcee09d1" providerId="ADAL" clId="{9E925E74-D29A-4FF2-BA30-2DCB609A9627}" dt="2025-11-13T01:00:20.407" v="468" actId="13926"/>
          <ac:spMkLst>
            <pc:docMk/>
            <pc:sldMk cId="3781840673" sldId="283"/>
            <ac:spMk id="3" creationId="{05A34019-A961-41FB-96D0-AC2BAD59E719}"/>
          </ac:spMkLst>
        </pc:spChg>
        <pc:spChg chg="add mod">
          <ac:chgData name="Cesar Augusto Lopez Gallego" userId="0dfa9112-9251-4882-b472-cf2dfcee09d1" providerId="ADAL" clId="{9E925E74-D29A-4FF2-BA30-2DCB609A9627}" dt="2025-11-13T00:54:00.470" v="138" actId="20577"/>
          <ac:spMkLst>
            <pc:docMk/>
            <pc:sldMk cId="3781840673" sldId="283"/>
            <ac:spMk id="4" creationId="{7224553E-C0E7-4B92-93F6-8B77B4BEDF4F}"/>
          </ac:spMkLst>
        </pc:spChg>
        <pc:spChg chg="add del">
          <ac:chgData name="Cesar Augusto Lopez Gallego" userId="0dfa9112-9251-4882-b472-cf2dfcee09d1" providerId="ADAL" clId="{9E925E74-D29A-4FF2-BA30-2DCB609A9627}" dt="2025-11-13T01:00:03.536" v="465"/>
          <ac:spMkLst>
            <pc:docMk/>
            <pc:sldMk cId="3781840673" sldId="283"/>
            <ac:spMk id="5" creationId="{6EE4FEB5-5941-408A-8AA0-6FBCF37A84C9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01:56:17.894" v="1500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9E925E74-D29A-4FF2-BA30-2DCB609A9627}" dt="2025-11-13T01:56:17.894" v="1500" actId="20577"/>
          <ac:spMkLst>
            <pc:docMk/>
            <pc:sldMk cId="3966505" sldId="284"/>
            <ac:spMk id="2" creationId="{00000000-0000-0000-0000-000000000000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2:01:46.317" v="1560" actId="20577"/>
        <pc:sldMkLst>
          <pc:docMk/>
          <pc:sldMk cId="2733371421" sldId="286"/>
        </pc:sldMkLst>
        <pc:spChg chg="add mod">
          <ac:chgData name="Cesar Augusto Lopez Gallego" userId="0dfa9112-9251-4882-b472-cf2dfcee09d1" providerId="ADAL" clId="{9E925E74-D29A-4FF2-BA30-2DCB609A9627}" dt="2025-11-13T02:01:46.317" v="1560" actId="20577"/>
          <ac:spMkLst>
            <pc:docMk/>
            <pc:sldMk cId="2733371421" sldId="286"/>
            <ac:spMk id="10" creationId="{D77F3553-65DC-474D-92E0-DA18764D374F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1:15:38.623" v="619" actId="404"/>
        <pc:sldMkLst>
          <pc:docMk/>
          <pc:sldMk cId="0" sldId="290"/>
        </pc:sldMkLst>
        <pc:spChg chg="add mod">
          <ac:chgData name="Cesar Augusto Lopez Gallego" userId="0dfa9112-9251-4882-b472-cf2dfcee09d1" providerId="ADAL" clId="{9E925E74-D29A-4FF2-BA30-2DCB609A9627}" dt="2025-11-13T01:05:09.200" v="540" actId="403"/>
          <ac:spMkLst>
            <pc:docMk/>
            <pc:sldMk cId="0" sldId="290"/>
            <ac:spMk id="2" creationId="{C9728C7B-8098-44AC-BB43-D087AB34F51F}"/>
          </ac:spMkLst>
        </pc:spChg>
        <pc:spChg chg="mod">
          <ac:chgData name="Cesar Augusto Lopez Gallego" userId="0dfa9112-9251-4882-b472-cf2dfcee09d1" providerId="ADAL" clId="{9E925E74-D29A-4FF2-BA30-2DCB609A9627}" dt="2025-11-13T01:15:38.623" v="619" actId="404"/>
          <ac:spMkLst>
            <pc:docMk/>
            <pc:sldMk cId="0" sldId="290"/>
            <ac:spMk id="9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04:36.155" v="498" actId="1076"/>
          <ac:picMkLst>
            <pc:docMk/>
            <pc:sldMk cId="0" sldId="290"/>
            <ac:picMk id="92" creationId="{00000000-0000-0000-0000-000000000000}"/>
          </ac:picMkLst>
        </pc:picChg>
      </pc:sldChg>
      <pc:sldChg chg="add">
        <pc:chgData name="Cesar Augusto Lopez Gallego" userId="0dfa9112-9251-4882-b472-cf2dfcee09d1" providerId="ADAL" clId="{9E925E74-D29A-4FF2-BA30-2DCB609A9627}" dt="2025-11-13T01:05:24.493" v="541"/>
        <pc:sldMkLst>
          <pc:docMk/>
          <pc:sldMk cId="3239377858" sldId="291"/>
        </pc:sldMkLst>
      </pc:sldChg>
      <pc:sldChg chg="add del">
        <pc:chgData name="Cesar Augusto Lopez Gallego" userId="0dfa9112-9251-4882-b472-cf2dfcee09d1" providerId="ADAL" clId="{9E925E74-D29A-4FF2-BA30-2DCB609A9627}" dt="2025-11-13T01:06:38.245" v="543" actId="47"/>
        <pc:sldMkLst>
          <pc:docMk/>
          <pc:sldMk cId="2567770254" sldId="292"/>
        </pc:sldMkLst>
      </pc:sldChg>
      <pc:sldChg chg="modSp mod">
        <pc:chgData name="Cesar Augusto Lopez Gallego" userId="0dfa9112-9251-4882-b472-cf2dfcee09d1" providerId="ADAL" clId="{9E925E74-D29A-4FF2-BA30-2DCB609A9627}" dt="2025-11-13T01:20:47.939" v="638" actId="14100"/>
        <pc:sldMkLst>
          <pc:docMk/>
          <pc:sldMk cId="2599519848" sldId="292"/>
        </pc:sldMkLst>
        <pc:spChg chg="mod">
          <ac:chgData name="Cesar Augusto Lopez Gallego" userId="0dfa9112-9251-4882-b472-cf2dfcee09d1" providerId="ADAL" clId="{9E925E74-D29A-4FF2-BA30-2DCB609A9627}" dt="2025-11-13T01:20:47.939" v="638" actId="14100"/>
          <ac:spMkLst>
            <pc:docMk/>
            <pc:sldMk cId="2599519848" sldId="292"/>
            <ac:spMk id="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01:21:51.405" v="699" actId="1076"/>
        <pc:sldMkLst>
          <pc:docMk/>
          <pc:sldMk cId="3349851114" sldId="293"/>
        </pc:sldMkLst>
        <pc:spChg chg="mod">
          <ac:chgData name="Cesar Augusto Lopez Gallego" userId="0dfa9112-9251-4882-b472-cf2dfcee09d1" providerId="ADAL" clId="{9E925E74-D29A-4FF2-BA30-2DCB609A9627}" dt="2025-11-13T01:19:03.311" v="635" actId="20577"/>
          <ac:spMkLst>
            <pc:docMk/>
            <pc:sldMk cId="3349851114" sldId="29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8:55.807" v="633" actId="14100"/>
          <ac:spMkLst>
            <pc:docMk/>
            <pc:sldMk cId="3349851114" sldId="293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9:19.359" v="637" actId="14100"/>
          <ac:spMkLst>
            <pc:docMk/>
            <pc:sldMk cId="3349851114" sldId="293"/>
            <ac:spMk id="8" creationId="{00000000-0000-0000-0000-000000000000}"/>
          </ac:spMkLst>
        </pc:spChg>
        <pc:spChg chg="add mod">
          <ac:chgData name="Cesar Augusto Lopez Gallego" userId="0dfa9112-9251-4882-b472-cf2dfcee09d1" providerId="ADAL" clId="{9E925E74-D29A-4FF2-BA30-2DCB609A9627}" dt="2025-11-13T01:21:51.405" v="699" actId="1076"/>
          <ac:spMkLst>
            <pc:docMk/>
            <pc:sldMk cId="3349851114" sldId="293"/>
            <ac:spMk id="10" creationId="{9D431806-6FDD-4BAF-8F8A-E6C7E948FA3B}"/>
          </ac:spMkLst>
        </pc:spChg>
        <pc:picChg chg="add mod">
          <ac:chgData name="Cesar Augusto Lopez Gallego" userId="0dfa9112-9251-4882-b472-cf2dfcee09d1" providerId="ADAL" clId="{9E925E74-D29A-4FF2-BA30-2DCB609A9627}" dt="2025-11-13T01:21:51.405" v="699" actId="1076"/>
          <ac:picMkLst>
            <pc:docMk/>
            <pc:sldMk cId="3349851114" sldId="293"/>
            <ac:picMk id="9" creationId="{0D2D7EFB-E468-49C6-A4C9-86A9D410DA2D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33:10.819" v="1185" actId="20577"/>
        <pc:sldMkLst>
          <pc:docMk/>
          <pc:sldMk cId="3609854810" sldId="294"/>
        </pc:sldMkLst>
        <pc:spChg chg="mod">
          <ac:chgData name="Cesar Augusto Lopez Gallego" userId="0dfa9112-9251-4882-b472-cf2dfcee09d1" providerId="ADAL" clId="{9E925E74-D29A-4FF2-BA30-2DCB609A9627}" dt="2025-11-13T01:24:50.145" v="914" actId="20577"/>
          <ac:spMkLst>
            <pc:docMk/>
            <pc:sldMk cId="3609854810" sldId="294"/>
            <ac:spMk id="2" creationId="{13CE9D49-9F2B-4E94-92D6-FFA6635C125B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3" creationId="{A7D496D7-443C-4858-A212-7B18ABCDB9CA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4" creationId="{E0DCC266-3C55-4D8B-9282-05EA786C8DC2}"/>
          </ac:spMkLst>
        </pc:spChg>
        <pc:spChg chg="add del">
          <ac:chgData name="Cesar Augusto Lopez Gallego" userId="0dfa9112-9251-4882-b472-cf2dfcee09d1" providerId="ADAL" clId="{9E925E74-D29A-4FF2-BA30-2DCB609A9627}" dt="2025-11-13T01:28:59.421" v="935"/>
          <ac:spMkLst>
            <pc:docMk/>
            <pc:sldMk cId="3609854810" sldId="294"/>
            <ac:spMk id="15" creationId="{6320F840-A02E-4535-AABD-6FA59EB68540}"/>
          </ac:spMkLst>
        </pc:spChg>
        <pc:spChg chg="add mod">
          <ac:chgData name="Cesar Augusto Lopez Gallego" userId="0dfa9112-9251-4882-b472-cf2dfcee09d1" providerId="ADAL" clId="{9E925E74-D29A-4FF2-BA30-2DCB609A9627}" dt="2025-11-13T01:31:21.662" v="1006" actId="13926"/>
          <ac:spMkLst>
            <pc:docMk/>
            <pc:sldMk cId="3609854810" sldId="294"/>
            <ac:spMk id="17" creationId="{12459343-B74B-45FC-BE6F-45527B8D9277}"/>
          </ac:spMkLst>
        </pc:spChg>
        <pc:spChg chg="add mod">
          <ac:chgData name="Cesar Augusto Lopez Gallego" userId="0dfa9112-9251-4882-b472-cf2dfcee09d1" providerId="ADAL" clId="{9E925E74-D29A-4FF2-BA30-2DCB609A9627}" dt="2025-11-13T01:33:10.819" v="1185" actId="20577"/>
          <ac:spMkLst>
            <pc:docMk/>
            <pc:sldMk cId="3609854810" sldId="294"/>
            <ac:spMk id="18" creationId="{8B9AD1B6-F674-4C88-BEAB-5FB9F6990B21}"/>
          </ac:spMkLst>
        </pc:spChg>
        <pc:picChg chg="add mod">
          <ac:chgData name="Cesar Augusto Lopez Gallego" userId="0dfa9112-9251-4882-b472-cf2dfcee09d1" providerId="ADAL" clId="{9E925E74-D29A-4FF2-BA30-2DCB609A9627}" dt="2025-11-13T01:24:22.609" v="877" actId="1076"/>
          <ac:picMkLst>
            <pc:docMk/>
            <pc:sldMk cId="3609854810" sldId="294"/>
            <ac:picMk id="6" creationId="{36727316-3584-45C7-A693-838CCB737DDA}"/>
          </ac:picMkLst>
        </pc:picChg>
        <pc:picChg chg="add del mod">
          <ac:chgData name="Cesar Augusto Lopez Gallego" userId="0dfa9112-9251-4882-b472-cf2dfcee09d1" providerId="ADAL" clId="{9E925E74-D29A-4FF2-BA30-2DCB609A9627}" dt="2025-11-13T01:25:46.217" v="920" actId="22"/>
          <ac:picMkLst>
            <pc:docMk/>
            <pc:sldMk cId="3609854810" sldId="294"/>
            <ac:picMk id="8" creationId="{DF035019-F0C6-4547-8867-2A1C7E0691D5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0" creationId="{EEEE47F0-3C97-461E-AB6B-9C4BDD2EA100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2" creationId="{CD8E63DB-446B-4B37-8A63-89F7599AA61D}"/>
          </ac:picMkLst>
        </pc:picChg>
        <pc:picChg chg="add mod">
          <ac:chgData name="Cesar Augusto Lopez Gallego" userId="0dfa9112-9251-4882-b472-cf2dfcee09d1" providerId="ADAL" clId="{9E925E74-D29A-4FF2-BA30-2DCB609A9627}" dt="2025-11-13T01:29:35.884" v="943" actId="1076"/>
          <ac:picMkLst>
            <pc:docMk/>
            <pc:sldMk cId="3609854810" sldId="294"/>
            <ac:picMk id="14" creationId="{703D88BB-7BFC-4251-B11C-0852AB9BF5F2}"/>
          </ac:picMkLst>
        </pc:picChg>
      </pc:sldChg>
      <pc:sldChg chg="addSp delSp modSp new add del mod modClrScheme chgLayout">
        <pc:chgData name="Cesar Augusto Lopez Gallego" userId="0dfa9112-9251-4882-b472-cf2dfcee09d1" providerId="ADAL" clId="{9E925E74-D29A-4FF2-BA30-2DCB609A9627}" dt="2025-11-13T12:20:58.115" v="2496" actId="20577"/>
        <pc:sldMkLst>
          <pc:docMk/>
          <pc:sldMk cId="1644695398" sldId="295"/>
        </pc:sldMkLst>
        <pc:spChg chg="add mod">
          <ac:chgData name="Cesar Augusto Lopez Gallego" userId="0dfa9112-9251-4882-b472-cf2dfcee09d1" providerId="ADAL" clId="{9E925E74-D29A-4FF2-BA30-2DCB609A9627}" dt="2025-11-13T12:20:37.913" v="2491" actId="404"/>
          <ac:spMkLst>
            <pc:docMk/>
            <pc:sldMk cId="1644695398" sldId="295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20:58.115" v="2496" actId="20577"/>
          <ac:spMkLst>
            <pc:docMk/>
            <pc:sldMk cId="1644695398" sldId="295"/>
            <ac:spMk id="4" creationId="{C96040AD-4DA1-4AD0-8268-6E13612BA368}"/>
          </ac:spMkLst>
        </pc:spChg>
        <pc:spChg chg="add mod">
          <ac:chgData name="Cesar Augusto Lopez Gallego" userId="0dfa9112-9251-4882-b472-cf2dfcee09d1" providerId="ADAL" clId="{9E925E74-D29A-4FF2-BA30-2DCB609A9627}" dt="2025-11-13T02:26:02.045" v="2027" actId="207"/>
          <ac:spMkLst>
            <pc:docMk/>
            <pc:sldMk cId="1644695398" sldId="295"/>
            <ac:spMk id="6" creationId="{564D2D27-5BC2-4DD3-B416-D2BA19765F5D}"/>
          </ac:spMkLst>
        </pc:spChg>
        <pc:spChg chg="add mod">
          <ac:chgData name="Cesar Augusto Lopez Gallego" userId="0dfa9112-9251-4882-b472-cf2dfcee09d1" providerId="ADAL" clId="{9E925E74-D29A-4FF2-BA30-2DCB609A9627}" dt="2025-11-13T02:28:41.556" v="2087" actId="1076"/>
          <ac:spMkLst>
            <pc:docMk/>
            <pc:sldMk cId="1644695398" sldId="295"/>
            <ac:spMk id="8" creationId="{149677B9-184C-4883-B784-B47E2C83466D}"/>
          </ac:spMkLst>
        </pc:spChg>
        <pc:spChg chg="add del">
          <ac:chgData name="Cesar Augusto Lopez Gallego" userId="0dfa9112-9251-4882-b472-cf2dfcee09d1" providerId="ADAL" clId="{9E925E74-D29A-4FF2-BA30-2DCB609A9627}" dt="2025-11-13T02:28:52.177" v="2089" actId="11529"/>
          <ac:spMkLst>
            <pc:docMk/>
            <pc:sldMk cId="1644695398" sldId="295"/>
            <ac:spMk id="9" creationId="{123B83A6-2409-47B9-A864-D5B3A0420F28}"/>
          </ac:spMkLst>
        </pc:spChg>
        <pc:spChg chg="add del">
          <ac:chgData name="Cesar Augusto Lopez Gallego" userId="0dfa9112-9251-4882-b472-cf2dfcee09d1" providerId="ADAL" clId="{9E925E74-D29A-4FF2-BA30-2DCB609A9627}" dt="2025-11-13T02:29:03.302" v="2091" actId="11529"/>
          <ac:spMkLst>
            <pc:docMk/>
            <pc:sldMk cId="1644695398" sldId="295"/>
            <ac:spMk id="10" creationId="{80F9FEFF-2F0D-4972-8BC1-53A4A657F5B6}"/>
          </ac:spMkLst>
        </pc:spChg>
        <pc:spChg chg="add mod">
          <ac:chgData name="Cesar Augusto Lopez Gallego" userId="0dfa9112-9251-4882-b472-cf2dfcee09d1" providerId="ADAL" clId="{9E925E74-D29A-4FF2-BA30-2DCB609A9627}" dt="2025-11-13T02:31:47.069" v="2168" actId="20577"/>
          <ac:spMkLst>
            <pc:docMk/>
            <pc:sldMk cId="1644695398" sldId="295"/>
            <ac:spMk id="20" creationId="{B4B7379A-92E1-4EBC-97BE-AB7C1A354519}"/>
          </ac:spMkLst>
        </pc:spChg>
        <pc:cxnChg chg="add del mod">
          <ac:chgData name="Cesar Augusto Lopez Gallego" userId="0dfa9112-9251-4882-b472-cf2dfcee09d1" providerId="ADAL" clId="{9E925E74-D29A-4FF2-BA30-2DCB609A9627}" dt="2025-11-13T02:29:14.106" v="2094" actId="478"/>
          <ac:cxnSpMkLst>
            <pc:docMk/>
            <pc:sldMk cId="1644695398" sldId="295"/>
            <ac:cxnSpMk id="12" creationId="{9D5714E4-67F9-4CC5-9573-C108D3930271}"/>
          </ac:cxnSpMkLst>
        </pc:cxnChg>
        <pc:cxnChg chg="add mod">
          <ac:chgData name="Cesar Augusto Lopez Gallego" userId="0dfa9112-9251-4882-b472-cf2dfcee09d1" providerId="ADAL" clId="{9E925E74-D29A-4FF2-BA30-2DCB609A9627}" dt="2025-11-13T02:30:06.356" v="2106" actId="108"/>
          <ac:cxnSpMkLst>
            <pc:docMk/>
            <pc:sldMk cId="1644695398" sldId="295"/>
            <ac:cxnSpMk id="15" creationId="{CF519745-FB09-4104-9081-FAF6CCFEDDC5}"/>
          </ac:cxnSpMkLst>
        </pc:cxnChg>
        <pc:cxnChg chg="add mod">
          <ac:chgData name="Cesar Augusto Lopez Gallego" userId="0dfa9112-9251-4882-b472-cf2dfcee09d1" providerId="ADAL" clId="{9E925E74-D29A-4FF2-BA30-2DCB609A9627}" dt="2025-11-13T02:29:58.742" v="2105" actId="13822"/>
          <ac:cxnSpMkLst>
            <pc:docMk/>
            <pc:sldMk cId="1644695398" sldId="295"/>
            <ac:cxnSpMk id="18" creationId="{29123777-9D08-4D95-A1EA-31F8EAF87339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42087811" sldId="296"/>
        </pc:sldMkLst>
      </pc:sldChg>
      <pc:sldChg chg="add del">
        <pc:chgData name="Cesar Augusto Lopez Gallego" userId="0dfa9112-9251-4882-b472-cf2dfcee09d1" providerId="ADAL" clId="{9E925E74-D29A-4FF2-BA30-2DCB609A9627}" dt="2025-11-13T01:39:19.549" v="1297" actId="2696"/>
        <pc:sldMkLst>
          <pc:docMk/>
          <pc:sldMk cId="1191823291" sldId="296"/>
        </pc:sldMkLst>
      </pc:sldChg>
      <pc:sldChg chg="add">
        <pc:chgData name="Cesar Augusto Lopez Gallego" userId="0dfa9112-9251-4882-b472-cf2dfcee09d1" providerId="ADAL" clId="{9E925E74-D29A-4FF2-BA30-2DCB609A9627}" dt="2025-11-13T01:39:25.120" v="1298"/>
        <pc:sldMkLst>
          <pc:docMk/>
          <pc:sldMk cId="2489369164" sldId="296"/>
        </pc:sldMkLst>
      </pc:sldChg>
      <pc:sldChg chg="addSp delSp modSp add mod ord">
        <pc:chgData name="Cesar Augusto Lopez Gallego" userId="0dfa9112-9251-4882-b472-cf2dfcee09d1" providerId="ADAL" clId="{9E925E74-D29A-4FF2-BA30-2DCB609A9627}" dt="2025-11-13T12:21:30.561" v="2515" actId="313"/>
        <pc:sldMkLst>
          <pc:docMk/>
          <pc:sldMk cId="1042474111" sldId="297"/>
        </pc:sldMkLst>
        <pc:spChg chg="mod">
          <ac:chgData name="Cesar Augusto Lopez Gallego" userId="0dfa9112-9251-4882-b472-cf2dfcee09d1" providerId="ADAL" clId="{9E925E74-D29A-4FF2-BA30-2DCB609A9627}" dt="2025-11-13T02:12:37.734" v="1663" actId="20577"/>
          <ac:spMkLst>
            <pc:docMk/>
            <pc:sldMk cId="1042474111" sldId="297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2:17:47.283" v="2395" actId="478"/>
          <ac:spMkLst>
            <pc:docMk/>
            <pc:sldMk cId="1042474111" sldId="297"/>
            <ac:spMk id="3" creationId="{7DD7B3F6-0AF9-42AF-9E33-5D36DA912175}"/>
          </ac:spMkLst>
        </pc:spChg>
        <pc:spChg chg="add mod">
          <ac:chgData name="Cesar Augusto Lopez Gallego" userId="0dfa9112-9251-4882-b472-cf2dfcee09d1" providerId="ADAL" clId="{9E925E74-D29A-4FF2-BA30-2DCB609A9627}" dt="2025-11-13T12:18:34.984" v="2410" actId="20577"/>
          <ac:spMkLst>
            <pc:docMk/>
            <pc:sldMk cId="1042474111" sldId="297"/>
            <ac:spMk id="4" creationId="{4FC4E159-CA84-4A99-9D44-99623C70B512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5" creationId="{37479D86-A5B0-41B3-B4C4-338E6057FD88}"/>
          </ac:spMkLst>
        </pc:spChg>
        <pc:spChg chg="add mod">
          <ac:chgData name="Cesar Augusto Lopez Gallego" userId="0dfa9112-9251-4882-b472-cf2dfcee09d1" providerId="ADAL" clId="{9E925E74-D29A-4FF2-BA30-2DCB609A9627}" dt="2025-11-13T12:19:37.748" v="2464" actId="1076"/>
          <ac:spMkLst>
            <pc:docMk/>
            <pc:sldMk cId="1042474111" sldId="297"/>
            <ac:spMk id="6" creationId="{D1E8C0E4-F4C2-4798-9D99-5795050708D7}"/>
          </ac:spMkLst>
        </pc:spChg>
        <pc:spChg chg="add del">
          <ac:chgData name="Cesar Augusto Lopez Gallego" userId="0dfa9112-9251-4882-b472-cf2dfcee09d1" providerId="ADAL" clId="{9E925E74-D29A-4FF2-BA30-2DCB609A9627}" dt="2025-11-13T02:15:11.567" v="1716"/>
          <ac:spMkLst>
            <pc:docMk/>
            <pc:sldMk cId="1042474111" sldId="297"/>
            <ac:spMk id="7" creationId="{393E6332-94B0-41C4-B7E9-86FB300628EE}"/>
          </ac:spMkLst>
        </pc:spChg>
        <pc:spChg chg="add mod">
          <ac:chgData name="Cesar Augusto Lopez Gallego" userId="0dfa9112-9251-4882-b472-cf2dfcee09d1" providerId="ADAL" clId="{9E925E74-D29A-4FF2-BA30-2DCB609A9627}" dt="2025-11-13T12:21:30.561" v="2515" actId="313"/>
          <ac:spMkLst>
            <pc:docMk/>
            <pc:sldMk cId="1042474111" sldId="297"/>
            <ac:spMk id="9" creationId="{E06D5D6C-6837-42D0-80C0-E1B3F1D58C7A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10" creationId="{158CC07A-41F5-4514-A7AD-92EB1516512C}"/>
          </ac:spMkLst>
        </pc:spChg>
        <pc:spChg chg="add mod">
          <ac:chgData name="Cesar Augusto Lopez Gallego" userId="0dfa9112-9251-4882-b472-cf2dfcee09d1" providerId="ADAL" clId="{9E925E74-D29A-4FF2-BA30-2DCB609A9627}" dt="2025-11-13T12:17:24.627" v="2386" actId="1076"/>
          <ac:spMkLst>
            <pc:docMk/>
            <pc:sldMk cId="1042474111" sldId="297"/>
            <ac:spMk id="11" creationId="{76FD07AF-15E4-42A0-BC22-EB19F89EC68D}"/>
          </ac:spMkLst>
        </pc:spChg>
        <pc:spChg chg="add del">
          <ac:chgData name="Cesar Augusto Lopez Gallego" userId="0dfa9112-9251-4882-b472-cf2dfcee09d1" providerId="ADAL" clId="{9E925E74-D29A-4FF2-BA30-2DCB609A9627}" dt="2025-11-13T02:20:00.637" v="1884"/>
          <ac:spMkLst>
            <pc:docMk/>
            <pc:sldMk cId="1042474111" sldId="297"/>
            <ac:spMk id="12" creationId="{64AD3AA6-503C-474C-BC82-E3FAC2B9DBEF}"/>
          </ac:spMkLst>
        </pc:spChg>
        <pc:picChg chg="add del mod">
          <ac:chgData name="Cesar Augusto Lopez Gallego" userId="0dfa9112-9251-4882-b472-cf2dfcee09d1" providerId="ADAL" clId="{9E925E74-D29A-4FF2-BA30-2DCB609A9627}" dt="2025-11-13T02:15:01.197" v="1714" actId="478"/>
          <ac:picMkLst>
            <pc:docMk/>
            <pc:sldMk cId="1042474111" sldId="297"/>
            <ac:picMk id="6" creationId="{F6E83F03-CB7D-444C-877F-82B1651F7DF6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971829536" sldId="297"/>
        </pc:sldMkLst>
      </pc:sldChg>
      <pc:sldChg chg="addSp delSp modSp add mod">
        <pc:chgData name="Cesar Augusto Lopez Gallego" userId="0dfa9112-9251-4882-b472-cf2dfcee09d1" providerId="ADAL" clId="{9E925E74-D29A-4FF2-BA30-2DCB609A9627}" dt="2025-11-13T12:32:46.741" v="2709" actId="1076"/>
        <pc:sldMkLst>
          <pc:docMk/>
          <pc:sldMk cId="301356762" sldId="298"/>
        </pc:sldMkLst>
        <pc:spChg chg="mod">
          <ac:chgData name="Cesar Augusto Lopez Gallego" userId="0dfa9112-9251-4882-b472-cf2dfcee09d1" providerId="ADAL" clId="{9E925E74-D29A-4FF2-BA30-2DCB609A9627}" dt="2025-11-13T02:39:17.113" v="2385" actId="20577"/>
          <ac:spMkLst>
            <pc:docMk/>
            <pc:sldMk cId="301356762" sldId="298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32:46.741" v="2709" actId="1076"/>
          <ac:spMkLst>
            <pc:docMk/>
            <pc:sldMk cId="301356762" sldId="298"/>
            <ac:spMk id="4" creationId="{FDFDB7E0-9485-4F88-B6B5-29E698E26951}"/>
          </ac:spMkLst>
        </pc:spChg>
        <pc:spChg chg="add del">
          <ac:chgData name="Cesar Augusto Lopez Gallego" userId="0dfa9112-9251-4882-b472-cf2dfcee09d1" providerId="ADAL" clId="{9E925E74-D29A-4FF2-BA30-2DCB609A9627}" dt="2025-11-13T02:36:38.227" v="2265"/>
          <ac:spMkLst>
            <pc:docMk/>
            <pc:sldMk cId="301356762" sldId="298"/>
            <ac:spMk id="5" creationId="{C978C44A-23C2-4A81-8D84-648AD37C679A}"/>
          </ac:spMkLst>
        </pc:spChg>
        <pc:spChg chg="add mod">
          <ac:chgData name="Cesar Augusto Lopez Gallego" userId="0dfa9112-9251-4882-b472-cf2dfcee09d1" providerId="ADAL" clId="{9E925E74-D29A-4FF2-BA30-2DCB609A9627}" dt="2025-11-13T12:32:37.861" v="2707" actId="403"/>
          <ac:spMkLst>
            <pc:docMk/>
            <pc:sldMk cId="301356762" sldId="298"/>
            <ac:spMk id="5" creationId="{CB6E7E87-6AC8-4E93-A8E2-60501C1368DD}"/>
          </ac:spMkLst>
        </pc:spChg>
        <pc:spChg chg="add del">
          <ac:chgData name="Cesar Augusto Lopez Gallego" userId="0dfa9112-9251-4882-b472-cf2dfcee09d1" providerId="ADAL" clId="{9E925E74-D29A-4FF2-BA30-2DCB609A9627}" dt="2025-11-13T02:36:49.445" v="2270"/>
          <ac:spMkLst>
            <pc:docMk/>
            <pc:sldMk cId="301356762" sldId="298"/>
            <ac:spMk id="6" creationId="{EC912387-5809-4B59-BEEB-AD622B5FFF2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92913121" sldId="29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133450754" sldId="299"/>
        </pc:sldMkLst>
      </pc:sldChg>
      <pc:sldChg chg="addSp delSp modSp add mod">
        <pc:chgData name="Cesar Augusto Lopez Gallego" userId="0dfa9112-9251-4882-b472-cf2dfcee09d1" providerId="ADAL" clId="{9E925E74-D29A-4FF2-BA30-2DCB609A9627}" dt="2025-11-13T14:59:37.996" v="4226" actId="403"/>
        <pc:sldMkLst>
          <pc:docMk/>
          <pc:sldMk cId="1854967910" sldId="299"/>
        </pc:sldMkLst>
        <pc:spChg chg="mod">
          <ac:chgData name="Cesar Augusto Lopez Gallego" userId="0dfa9112-9251-4882-b472-cf2dfcee09d1" providerId="ADAL" clId="{9E925E74-D29A-4FF2-BA30-2DCB609A9627}" dt="2025-11-13T12:29:19.550" v="2672" actId="207"/>
          <ac:spMkLst>
            <pc:docMk/>
            <pc:sldMk cId="1854967910" sldId="299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3:40:51.059" v="4007" actId="21"/>
          <ac:spMkLst>
            <pc:docMk/>
            <pc:sldMk cId="1854967910" sldId="299"/>
            <ac:spMk id="4" creationId="{46C66AD4-E08C-4741-A238-769B359A71A8}"/>
          </ac:spMkLst>
        </pc:spChg>
        <pc:spChg chg="add mod">
          <ac:chgData name="Cesar Augusto Lopez Gallego" userId="0dfa9112-9251-4882-b472-cf2dfcee09d1" providerId="ADAL" clId="{9E925E74-D29A-4FF2-BA30-2DCB609A9627}" dt="2025-11-13T13:44:54.819" v="4027" actId="1076"/>
          <ac:spMkLst>
            <pc:docMk/>
            <pc:sldMk cId="1854967910" sldId="299"/>
            <ac:spMk id="9" creationId="{5896345F-55DD-4D48-85A9-70FCE48B5785}"/>
          </ac:spMkLst>
        </pc:spChg>
        <pc:spChg chg="add mod">
          <ac:chgData name="Cesar Augusto Lopez Gallego" userId="0dfa9112-9251-4882-b472-cf2dfcee09d1" providerId="ADAL" clId="{9E925E74-D29A-4FF2-BA30-2DCB609A9627}" dt="2025-11-13T14:59:37.996" v="4226" actId="403"/>
          <ac:spMkLst>
            <pc:docMk/>
            <pc:sldMk cId="1854967910" sldId="299"/>
            <ac:spMk id="11" creationId="{DDF60D73-DE3A-491D-9492-9F9E5E07B8FD}"/>
          </ac:spMkLst>
        </pc:spChg>
        <pc:spChg chg="add mod">
          <ac:chgData name="Cesar Augusto Lopez Gallego" userId="0dfa9112-9251-4882-b472-cf2dfcee09d1" providerId="ADAL" clId="{9E925E74-D29A-4FF2-BA30-2DCB609A9627}" dt="2025-11-13T13:50:03.963" v="4174" actId="13822"/>
          <ac:spMkLst>
            <pc:docMk/>
            <pc:sldMk cId="1854967910" sldId="299"/>
            <ac:spMk id="12" creationId="{582F7282-3ED1-453D-958A-BE9D4AC0FD1D}"/>
          </ac:spMkLst>
        </pc:sp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6" creationId="{51317FA2-B967-4401-B724-6E3AB19056DE}"/>
          </ac:cxnSpMkLst>
        </pc:cxn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7" creationId="{53B5D499-AE41-40B5-B5A7-5E692A94722A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55857377" sldId="300"/>
        </pc:sldMkLst>
      </pc:sldChg>
      <pc:sldChg chg="add">
        <pc:chgData name="Cesar Augusto Lopez Gallego" userId="0dfa9112-9251-4882-b472-cf2dfcee09d1" providerId="ADAL" clId="{9E925E74-D29A-4FF2-BA30-2DCB609A9627}" dt="2025-11-13T01:42:11.571" v="1442"/>
        <pc:sldMkLst>
          <pc:docMk/>
          <pc:sldMk cId="3973265627" sldId="300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816590344" sldId="301"/>
        </pc:sldMkLst>
      </pc:sldChg>
      <pc:sldChg chg="addSp modSp new mod">
        <pc:chgData name="Cesar Augusto Lopez Gallego" userId="0dfa9112-9251-4882-b472-cf2dfcee09d1" providerId="ADAL" clId="{9E925E74-D29A-4FF2-BA30-2DCB609A9627}" dt="2025-11-13T19:27:56.196" v="4406" actId="20577"/>
        <pc:sldMkLst>
          <pc:docMk/>
          <pc:sldMk cId="2742235312" sldId="301"/>
        </pc:sldMkLst>
        <pc:spChg chg="mod">
          <ac:chgData name="Cesar Augusto Lopez Gallego" userId="0dfa9112-9251-4882-b472-cf2dfcee09d1" providerId="ADAL" clId="{9E925E74-D29A-4FF2-BA30-2DCB609A9627}" dt="2025-11-13T01:50:39.725" v="1462" actId="20577"/>
          <ac:spMkLst>
            <pc:docMk/>
            <pc:sldMk cId="2742235312" sldId="301"/>
            <ac:spMk id="2" creationId="{E1922C95-6092-45E0-A068-F76A914BF660}"/>
          </ac:spMkLst>
        </pc:spChg>
        <pc:spChg chg="add mod">
          <ac:chgData name="Cesar Augusto Lopez Gallego" userId="0dfa9112-9251-4882-b472-cf2dfcee09d1" providerId="ADAL" clId="{9E925E74-D29A-4FF2-BA30-2DCB609A9627}" dt="2025-11-13T19:27:56.196" v="4406" actId="20577"/>
          <ac:spMkLst>
            <pc:docMk/>
            <pc:sldMk cId="2742235312" sldId="301"/>
            <ac:spMk id="4" creationId="{90E4F05C-7C9D-47CF-AE93-9366B0E7F28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742063966" sldId="302"/>
        </pc:sldMkLst>
      </pc:sldChg>
      <pc:sldChg chg="addSp delSp modSp new mod">
        <pc:chgData name="Cesar Augusto Lopez Gallego" userId="0dfa9112-9251-4882-b472-cf2dfcee09d1" providerId="ADAL" clId="{9E925E74-D29A-4FF2-BA30-2DCB609A9627}" dt="2025-11-13T01:56:08.356" v="1497" actId="20577"/>
        <pc:sldMkLst>
          <pc:docMk/>
          <pc:sldMk cId="3178670863" sldId="302"/>
        </pc:sldMkLst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2" creationId="{E4512817-8A3D-4A40-9ABA-7A5A76B57CFE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3" creationId="{F88E1B38-8E1C-4B16-A686-46119488D4A7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4" creationId="{3A967384-4094-457E-8281-E40D5E78F9BE}"/>
          </ac:spMkLst>
        </pc:spChg>
        <pc:spChg chg="add del mod">
          <ac:chgData name="Cesar Augusto Lopez Gallego" userId="0dfa9112-9251-4882-b472-cf2dfcee09d1" providerId="ADAL" clId="{9E925E74-D29A-4FF2-BA30-2DCB609A9627}" dt="2025-11-13T01:55:33.520" v="1486" actId="478"/>
          <ac:spMkLst>
            <pc:docMk/>
            <pc:sldMk cId="3178670863" sldId="302"/>
            <ac:spMk id="6" creationId="{92DC22F2-01A0-4065-89F2-DC89D574CA20}"/>
          </ac:spMkLst>
        </pc:spChg>
        <pc:spChg chg="add mod">
          <ac:chgData name="Cesar Augusto Lopez Gallego" userId="0dfa9112-9251-4882-b472-cf2dfcee09d1" providerId="ADAL" clId="{9E925E74-D29A-4FF2-BA30-2DCB609A9627}" dt="2025-11-13T01:56:08.356" v="1497" actId="20577"/>
          <ac:spMkLst>
            <pc:docMk/>
            <pc:sldMk cId="3178670863" sldId="302"/>
            <ac:spMk id="8" creationId="{BADFC316-B570-4384-A413-BB7A59C76E91}"/>
          </ac:spMkLst>
        </pc:spChg>
        <pc:picChg chg="add mod">
          <ac:chgData name="Cesar Augusto Lopez Gallego" userId="0dfa9112-9251-4882-b472-cf2dfcee09d1" providerId="ADAL" clId="{9E925E74-D29A-4FF2-BA30-2DCB609A9627}" dt="2025-11-13T01:55:57.312" v="1493" actId="1076"/>
          <ac:picMkLst>
            <pc:docMk/>
            <pc:sldMk cId="3178670863" sldId="302"/>
            <ac:picMk id="5" creationId="{66DD0300-4755-4A81-A58C-41F0A4080F75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02630661" sldId="303"/>
        </pc:sldMkLst>
      </pc:sldChg>
      <pc:sldChg chg="modSp add mod">
        <pc:chgData name="Cesar Augusto Lopez Gallego" userId="0dfa9112-9251-4882-b472-cf2dfcee09d1" providerId="ADAL" clId="{9E925E74-D29A-4FF2-BA30-2DCB609A9627}" dt="2025-11-13T01:56:57.035" v="1505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9E925E74-D29A-4FF2-BA30-2DCB609A9627}" dt="2025-11-13T01:56:57.035" v="1505" actId="20577"/>
          <ac:spMkLst>
            <pc:docMk/>
            <pc:sldMk cId="2036194262" sldId="303"/>
            <ac:spMk id="2" creationId="{00000000-0000-0000-0000-000000000000}"/>
          </ac:spMkLst>
        </pc:spChg>
      </pc:sldChg>
      <pc:sldChg chg="modSp add mod ord">
        <pc:chgData name="Cesar Augusto Lopez Gallego" userId="0dfa9112-9251-4882-b472-cf2dfcee09d1" providerId="ADAL" clId="{9E925E74-D29A-4FF2-BA30-2DCB609A9627}" dt="2025-11-13T02:04:49.883" v="160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9E925E74-D29A-4FF2-BA30-2DCB609A9627}" dt="2025-11-13T02:04:42.984" v="1603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2:04:46.825" v="1604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908717957" sldId="304"/>
        </pc:sldMkLst>
      </pc:sldChg>
      <pc:sldChg chg="new del">
        <pc:chgData name="Cesar Augusto Lopez Gallego" userId="0dfa9112-9251-4882-b472-cf2dfcee09d1" providerId="ADAL" clId="{9E925E74-D29A-4FF2-BA30-2DCB609A9627}" dt="2025-11-13T02:11:15.875" v="1650" actId="47"/>
        <pc:sldMkLst>
          <pc:docMk/>
          <pc:sldMk cId="718368790" sldId="305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4097727880" sldId="305"/>
        </pc:sldMkLst>
      </pc:sldChg>
      <pc:sldChg chg="addSp delSp modSp new mod">
        <pc:chgData name="Cesar Augusto Lopez Gallego" userId="0dfa9112-9251-4882-b472-cf2dfcee09d1" providerId="ADAL" clId="{9E925E74-D29A-4FF2-BA30-2DCB609A9627}" dt="2025-11-13T02:11:07.539" v="1649" actId="1076"/>
        <pc:sldMkLst>
          <pc:docMk/>
          <pc:sldMk cId="2065666512" sldId="306"/>
        </pc:sldMkLst>
        <pc:spChg chg="add del">
          <ac:chgData name="Cesar Augusto Lopez Gallego" userId="0dfa9112-9251-4882-b472-cf2dfcee09d1" providerId="ADAL" clId="{9E925E74-D29A-4FF2-BA30-2DCB609A9627}" dt="2025-11-13T02:07:59.978" v="1624" actId="478"/>
          <ac:spMkLst>
            <pc:docMk/>
            <pc:sldMk cId="2065666512" sldId="306"/>
            <ac:spMk id="6" creationId="{2320C5A0-89F4-45B5-97F2-29BAE6D8026B}"/>
          </ac:spMkLst>
        </pc:spChg>
        <pc:spChg chg="add del">
          <ac:chgData name="Cesar Augusto Lopez Gallego" userId="0dfa9112-9251-4882-b472-cf2dfcee09d1" providerId="ADAL" clId="{9E925E74-D29A-4FF2-BA30-2DCB609A9627}" dt="2025-11-13T02:08:08.367" v="1626" actId="478"/>
          <ac:spMkLst>
            <pc:docMk/>
            <pc:sldMk cId="2065666512" sldId="306"/>
            <ac:spMk id="7" creationId="{5EE7494E-223D-4FFA-AAB1-2D664F7FF871}"/>
          </ac:spMkLst>
        </pc:spChg>
        <pc:grpChg chg="add mod ord">
          <ac:chgData name="Cesar Augusto Lopez Gallego" userId="0dfa9112-9251-4882-b472-cf2dfcee09d1" providerId="ADAL" clId="{9E925E74-D29A-4FF2-BA30-2DCB609A9627}" dt="2025-11-13T02:09:42.494" v="1639" actId="1076"/>
          <ac:grpSpMkLst>
            <pc:docMk/>
            <pc:sldMk cId="2065666512" sldId="306"/>
            <ac:grpSpMk id="12" creationId="{EE9AA1A6-AA6E-4FF7-9C07-AEEB50B84CAB}"/>
          </ac:grpSpMkLst>
        </pc:grpChg>
        <pc:picChg chg="add mod">
          <ac:chgData name="Cesar Augusto Lopez Gallego" userId="0dfa9112-9251-4882-b472-cf2dfcee09d1" providerId="ADAL" clId="{9E925E74-D29A-4FF2-BA30-2DCB609A9627}" dt="2025-11-13T02:06:39.089" v="1618" actId="1076"/>
          <ac:picMkLst>
            <pc:docMk/>
            <pc:sldMk cId="2065666512" sldId="306"/>
            <ac:picMk id="3" creationId="{6C5DA03E-2380-4CBB-BE00-6783697F180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5" creationId="{CDAE3825-9052-483C-8BDF-3E68D51E849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9" creationId="{A670245E-EBDC-46E4-9A9F-0F873C2B7D67}"/>
          </ac:picMkLst>
        </pc:picChg>
        <pc:picChg chg="add mod">
          <ac:chgData name="Cesar Augusto Lopez Gallego" userId="0dfa9112-9251-4882-b472-cf2dfcee09d1" providerId="ADAL" clId="{9E925E74-D29A-4FF2-BA30-2DCB609A9627}" dt="2025-11-13T02:09:39.817" v="1638" actId="1076"/>
          <ac:picMkLst>
            <pc:docMk/>
            <pc:sldMk cId="2065666512" sldId="306"/>
            <ac:picMk id="11" creationId="{22662286-4FEA-4569-AC69-EABDB54C2922}"/>
          </ac:picMkLst>
        </pc:picChg>
        <pc:picChg chg="add mod">
          <ac:chgData name="Cesar Augusto Lopez Gallego" userId="0dfa9112-9251-4882-b472-cf2dfcee09d1" providerId="ADAL" clId="{9E925E74-D29A-4FF2-BA30-2DCB609A9627}" dt="2025-11-13T02:11:07.539" v="1649" actId="1076"/>
          <ac:picMkLst>
            <pc:docMk/>
            <pc:sldMk cId="2065666512" sldId="306"/>
            <ac:picMk id="14" creationId="{9BAE7B76-E484-4FC5-AF83-5B8A66DEBBAB}"/>
          </ac:picMkLst>
        </pc:picChg>
        <pc:picChg chg="add mod">
          <ac:chgData name="Cesar Augusto Lopez Gallego" userId="0dfa9112-9251-4882-b472-cf2dfcee09d1" providerId="ADAL" clId="{9E925E74-D29A-4FF2-BA30-2DCB609A9627}" dt="2025-11-13T02:10:58.148" v="1647" actId="1076"/>
          <ac:picMkLst>
            <pc:docMk/>
            <pc:sldMk cId="2065666512" sldId="306"/>
            <ac:picMk id="16" creationId="{FBFF55F9-D2D5-4171-A3AA-6065A33A16E6}"/>
          </ac:picMkLst>
        </pc:picChg>
        <pc:picChg chg="add mod">
          <ac:chgData name="Cesar Augusto Lopez Gallego" userId="0dfa9112-9251-4882-b472-cf2dfcee09d1" providerId="ADAL" clId="{9E925E74-D29A-4FF2-BA30-2DCB609A9627}" dt="2025-11-13T02:06:42.524" v="1619" actId="1076"/>
          <ac:picMkLst>
            <pc:docMk/>
            <pc:sldMk cId="2065666512" sldId="306"/>
            <ac:picMk id="7170" creationId="{335A178B-1A32-4E74-A7E9-868747E11263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173398939" sldId="306"/>
        </pc:sldMkLst>
      </pc:sldChg>
      <pc:sldChg chg="addSp delSp modSp add mod">
        <pc:chgData name="Cesar Augusto Lopez Gallego" userId="0dfa9112-9251-4882-b472-cf2dfcee09d1" providerId="ADAL" clId="{9E925E74-D29A-4FF2-BA30-2DCB609A9627}" dt="2025-11-13T15:38:19.321" v="4365" actId="20577"/>
        <pc:sldMkLst>
          <pc:docMk/>
          <pc:sldMk cId="1725343345" sldId="307"/>
        </pc:sldMkLst>
        <pc:spChg chg="mod">
          <ac:chgData name="Cesar Augusto Lopez Gallego" userId="0dfa9112-9251-4882-b472-cf2dfcee09d1" providerId="ADAL" clId="{9E925E74-D29A-4FF2-BA30-2DCB609A9627}" dt="2025-11-13T15:32:26.354" v="4242" actId="20577"/>
          <ac:spMkLst>
            <pc:docMk/>
            <pc:sldMk cId="1725343345" sldId="307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5:38:19.321" v="4365" actId="20577"/>
          <ac:spMkLst>
            <pc:docMk/>
            <pc:sldMk cId="1725343345" sldId="307"/>
            <ac:spMk id="4" creationId="{F8578803-E7A9-4B2C-8CEC-09BC0D156DF4}"/>
          </ac:spMkLst>
        </pc:spChg>
        <pc:spChg chg="add del">
          <ac:chgData name="Cesar Augusto Lopez Gallego" userId="0dfa9112-9251-4882-b472-cf2dfcee09d1" providerId="ADAL" clId="{9E925E74-D29A-4FF2-BA30-2DCB609A9627}" dt="2025-11-13T15:35:57.611" v="4311"/>
          <ac:spMkLst>
            <pc:docMk/>
            <pc:sldMk cId="1725343345" sldId="307"/>
            <ac:spMk id="5" creationId="{C0E1B1F7-072B-43B9-9CBE-2518D0798A4D}"/>
          </ac:spMkLst>
        </pc:spChg>
        <pc:spChg chg="add del">
          <ac:chgData name="Cesar Augusto Lopez Gallego" userId="0dfa9112-9251-4882-b472-cf2dfcee09d1" providerId="ADAL" clId="{9E925E74-D29A-4FF2-BA30-2DCB609A9627}" dt="2025-11-13T15:37:57.697" v="4353"/>
          <ac:spMkLst>
            <pc:docMk/>
            <pc:sldMk cId="1725343345" sldId="307"/>
            <ac:spMk id="6" creationId="{12E93E51-B093-4C45-BE5E-5E3E6A6193D5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753885990" sldId="307"/>
        </pc:sldMkLst>
      </pc:sldChg>
      <pc:sldChg chg="add del">
        <pc:chgData name="Cesar Augusto Lopez Gallego" userId="0dfa9112-9251-4882-b472-cf2dfcee09d1" providerId="ADAL" clId="{9E925E74-D29A-4FF2-BA30-2DCB609A9627}" dt="2025-11-13T13:36:09.654" v="3857" actId="47"/>
        <pc:sldMkLst>
          <pc:docMk/>
          <pc:sldMk cId="1154975300" sldId="30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095022443" sldId="308"/>
        </pc:sldMkLst>
      </pc:sldChg>
      <pc:sldChg chg="addSp delSp modSp add mod">
        <pc:chgData name="Cesar Augusto Lopez Gallego" userId="0dfa9112-9251-4882-b472-cf2dfcee09d1" providerId="ADAL" clId="{9E925E74-D29A-4FF2-BA30-2DCB609A9627}" dt="2025-11-13T12:49:18.908" v="3167" actId="208"/>
        <pc:sldMkLst>
          <pc:docMk/>
          <pc:sldMk cId="2776371047" sldId="309"/>
        </pc:sldMkLst>
        <pc:spChg chg="mod">
          <ac:chgData name="Cesar Augusto Lopez Gallego" userId="0dfa9112-9251-4882-b472-cf2dfcee09d1" providerId="ADAL" clId="{9E925E74-D29A-4FF2-BA30-2DCB609A9627}" dt="2025-11-13T12:33:00.516" v="2710" actId="14100"/>
          <ac:spMkLst>
            <pc:docMk/>
            <pc:sldMk cId="2776371047" sldId="309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47:12.547" v="3055" actId="404"/>
          <ac:spMkLst>
            <pc:docMk/>
            <pc:sldMk cId="2776371047" sldId="309"/>
            <ac:spMk id="4" creationId="{7C6C592B-475B-4B11-9A1A-464695E48DC2}"/>
          </ac:spMkLst>
        </pc:spChg>
        <pc:spChg chg="add del">
          <ac:chgData name="Cesar Augusto Lopez Gallego" userId="0dfa9112-9251-4882-b472-cf2dfcee09d1" providerId="ADAL" clId="{9E925E74-D29A-4FF2-BA30-2DCB609A9627}" dt="2025-11-13T12:34:08.682" v="2764"/>
          <ac:spMkLst>
            <pc:docMk/>
            <pc:sldMk cId="2776371047" sldId="309"/>
            <ac:spMk id="5" creationId="{898CDB90-C6D5-4110-BCF1-36C27BB1C268}"/>
          </ac:spMkLst>
        </pc:spChg>
        <pc:spChg chg="add mod">
          <ac:chgData name="Cesar Augusto Lopez Gallego" userId="0dfa9112-9251-4882-b472-cf2dfcee09d1" providerId="ADAL" clId="{9E925E74-D29A-4FF2-BA30-2DCB609A9627}" dt="2025-11-13T12:47:03.740" v="3054" actId="14100"/>
          <ac:spMkLst>
            <pc:docMk/>
            <pc:sldMk cId="2776371047" sldId="309"/>
            <ac:spMk id="18" creationId="{0A00B067-147E-48BE-A3C0-5F669CB8A6C1}"/>
          </ac:spMkLst>
        </pc:spChg>
        <pc:spChg chg="add mod">
          <ac:chgData name="Cesar Augusto Lopez Gallego" userId="0dfa9112-9251-4882-b472-cf2dfcee09d1" providerId="ADAL" clId="{9E925E74-D29A-4FF2-BA30-2DCB609A9627}" dt="2025-11-13T12:49:18.908" v="3167" actId="208"/>
          <ac:spMkLst>
            <pc:docMk/>
            <pc:sldMk cId="2776371047" sldId="309"/>
            <ac:spMk id="19" creationId="{E8A0E2DA-25F5-4B48-B0B3-FC2DA3A3C2CF}"/>
          </ac:spMkLst>
        </pc:spChg>
        <pc:spChg chg="add del">
          <ac:chgData name="Cesar Augusto Lopez Gallego" userId="0dfa9112-9251-4882-b472-cf2dfcee09d1" providerId="ADAL" clId="{9E925E74-D29A-4FF2-BA30-2DCB609A9627}" dt="2025-11-13T12:48:04.635" v="3104"/>
          <ac:spMkLst>
            <pc:docMk/>
            <pc:sldMk cId="2776371047" sldId="309"/>
            <ac:spMk id="20" creationId="{4A802645-A218-4245-A0BF-504EE9FBA802}"/>
          </ac:spMkLst>
        </pc:spChg>
        <pc:cxnChg chg="add del mod">
          <ac:chgData name="Cesar Augusto Lopez Gallego" userId="0dfa9112-9251-4882-b472-cf2dfcee09d1" providerId="ADAL" clId="{9E925E74-D29A-4FF2-BA30-2DCB609A9627}" dt="2025-11-13T12:38:44.769" v="2798" actId="478"/>
          <ac:cxnSpMkLst>
            <pc:docMk/>
            <pc:sldMk cId="2776371047" sldId="309"/>
            <ac:cxnSpMk id="7" creationId="{F705AB61-5D6C-4C91-A268-6F6856F4AF61}"/>
          </ac:cxnSpMkLst>
        </pc:cxnChg>
        <pc:cxnChg chg="add mod">
          <ac:chgData name="Cesar Augusto Lopez Gallego" userId="0dfa9112-9251-4882-b472-cf2dfcee09d1" providerId="ADAL" clId="{9E925E74-D29A-4FF2-BA30-2DCB609A9627}" dt="2025-11-13T12:38:18.356" v="2791" actId="14100"/>
          <ac:cxnSpMkLst>
            <pc:docMk/>
            <pc:sldMk cId="2776371047" sldId="309"/>
            <ac:cxnSpMk id="10" creationId="{A7554D7F-3357-4C2E-9F94-6535767917ED}"/>
          </ac:cxnSpMkLst>
        </pc:cxnChg>
        <pc:cxnChg chg="add mod">
          <ac:chgData name="Cesar Augusto Lopez Gallego" userId="0dfa9112-9251-4882-b472-cf2dfcee09d1" providerId="ADAL" clId="{9E925E74-D29A-4FF2-BA30-2DCB609A9627}" dt="2025-11-13T12:38:41.764" v="2797" actId="14100"/>
          <ac:cxnSpMkLst>
            <pc:docMk/>
            <pc:sldMk cId="2776371047" sldId="309"/>
            <ac:cxnSpMk id="13" creationId="{A2E943D1-4CB9-4476-9829-7606B7CF4E10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804164235" sldId="309"/>
        </pc:sldMkLst>
      </pc:sldChg>
      <pc:sldChg chg="addSp delSp modSp add mod">
        <pc:chgData name="Cesar Augusto Lopez Gallego" userId="0dfa9112-9251-4882-b472-cf2dfcee09d1" providerId="ADAL" clId="{9E925E74-D29A-4FF2-BA30-2DCB609A9627}" dt="2025-11-13T13:42:06.685" v="4025" actId="1076"/>
        <pc:sldMkLst>
          <pc:docMk/>
          <pc:sldMk cId="2246678428" sldId="310"/>
        </pc:sldMkLst>
        <pc:spChg chg="mod">
          <ac:chgData name="Cesar Augusto Lopez Gallego" userId="0dfa9112-9251-4882-b472-cf2dfcee09d1" providerId="ADAL" clId="{9E925E74-D29A-4FF2-BA30-2DCB609A9627}" dt="2025-11-13T13:41:19.822" v="4013" actId="14100"/>
          <ac:spMkLst>
            <pc:docMk/>
            <pc:sldMk cId="2246678428" sldId="310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4" creationId="{7C6C592B-475B-4B11-9A1A-464695E48DC2}"/>
          </ac:spMkLst>
        </pc:spChg>
        <pc:spChg chg="add mod">
          <ac:chgData name="Cesar Augusto Lopez Gallego" userId="0dfa9112-9251-4882-b472-cf2dfcee09d1" providerId="ADAL" clId="{9E925E74-D29A-4FF2-BA30-2DCB609A9627}" dt="2025-11-13T13:03:01.776" v="3525" actId="13926"/>
          <ac:spMkLst>
            <pc:docMk/>
            <pc:sldMk cId="2246678428" sldId="310"/>
            <ac:spMk id="8" creationId="{C5C5DD3A-28F3-4DCA-A66C-786E40E59D08}"/>
          </ac:spMkLst>
        </pc:spChg>
        <pc:spChg chg="add mod">
          <ac:chgData name="Cesar Augusto Lopez Gallego" userId="0dfa9112-9251-4882-b472-cf2dfcee09d1" providerId="ADAL" clId="{9E925E74-D29A-4FF2-BA30-2DCB609A9627}" dt="2025-11-13T13:41:51.536" v="4017" actId="1076"/>
          <ac:spMkLst>
            <pc:docMk/>
            <pc:sldMk cId="2246678428" sldId="310"/>
            <ac:spMk id="9" creationId="{1FFF247F-84F1-43A8-9B79-011FCB05DD9D}"/>
          </ac:spMkLst>
        </pc:spChg>
        <pc:spChg chg="add mod">
          <ac:chgData name="Cesar Augusto Lopez Gallego" userId="0dfa9112-9251-4882-b472-cf2dfcee09d1" providerId="ADAL" clId="{9E925E74-D29A-4FF2-BA30-2DCB609A9627}" dt="2025-11-13T13:07:18.815" v="3592" actId="20577"/>
          <ac:spMkLst>
            <pc:docMk/>
            <pc:sldMk cId="2246678428" sldId="310"/>
            <ac:spMk id="11" creationId="{005CDC85-AF9E-4C32-9A9E-C4782E6ABEDA}"/>
          </ac:spMkLst>
        </pc:spChg>
        <pc:spChg chg="add mod">
          <ac:chgData name="Cesar Augusto Lopez Gallego" userId="0dfa9112-9251-4882-b472-cf2dfcee09d1" providerId="ADAL" clId="{9E925E74-D29A-4FF2-BA30-2DCB609A9627}" dt="2025-11-13T13:04:37.322" v="3577" actId="14100"/>
          <ac:spMkLst>
            <pc:docMk/>
            <pc:sldMk cId="2246678428" sldId="310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10:32.579" v="3593" actId="1076"/>
          <ac:spMkLst>
            <pc:docMk/>
            <pc:sldMk cId="2246678428" sldId="310"/>
            <ac:spMk id="16" creationId="{29B87C26-468F-4722-BCA4-399137E76D49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18" creationId="{0A00B067-147E-48BE-A3C0-5F669CB8A6C1}"/>
          </ac:spMkLst>
        </pc:spChg>
        <pc:spChg chg="del">
          <ac:chgData name="Cesar Augusto Lopez Gallego" userId="0dfa9112-9251-4882-b472-cf2dfcee09d1" providerId="ADAL" clId="{9E925E74-D29A-4FF2-BA30-2DCB609A9627}" dt="2025-11-13T12:50:04.554" v="3196" actId="478"/>
          <ac:spMkLst>
            <pc:docMk/>
            <pc:sldMk cId="2246678428" sldId="310"/>
            <ac:spMk id="19" creationId="{E8A0E2DA-25F5-4B48-B0B3-FC2DA3A3C2CF}"/>
          </ac:spMkLst>
        </pc:spChg>
        <pc:spChg chg="add mod">
          <ac:chgData name="Cesar Augusto Lopez Gallego" userId="0dfa9112-9251-4882-b472-cf2dfcee09d1" providerId="ADAL" clId="{9E925E74-D29A-4FF2-BA30-2DCB609A9627}" dt="2025-11-13T13:11:31.233" v="3633" actId="20577"/>
          <ac:spMkLst>
            <pc:docMk/>
            <pc:sldMk cId="2246678428" sldId="310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15:25.127" v="3712" actId="20577"/>
          <ac:spMkLst>
            <pc:docMk/>
            <pc:sldMk cId="2246678428" sldId="310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42:06.685" v="4025" actId="1076"/>
          <ac:spMkLst>
            <pc:docMk/>
            <pc:sldMk cId="2246678428" sldId="310"/>
            <ac:spMk id="28" creationId="{275445AC-1048-4306-9BDE-19FFB1C29382}"/>
          </ac:spMkLst>
        </pc:spChg>
        <pc:cxnChg chg="add mod">
          <ac:chgData name="Cesar Augusto Lopez Gallego" userId="0dfa9112-9251-4882-b472-cf2dfcee09d1" providerId="ADAL" clId="{9E925E74-D29A-4FF2-BA30-2DCB609A9627}" dt="2025-11-13T13:02:19.845" v="3435" actId="13822"/>
          <ac:cxnSpMkLst>
            <pc:docMk/>
            <pc:sldMk cId="2246678428" sldId="310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0" creationId="{A7554D7F-3357-4C2E-9F94-6535767917ED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3" creationId="{A2E943D1-4CB9-4476-9829-7606B7CF4E10}"/>
          </ac:cxnSpMkLst>
        </pc:cxnChg>
        <pc:cxnChg chg="add mod">
          <ac:chgData name="Cesar Augusto Lopez Gallego" userId="0dfa9112-9251-4882-b472-cf2dfcee09d1" providerId="ADAL" clId="{9E925E74-D29A-4FF2-BA30-2DCB609A9627}" dt="2025-11-13T13:10:37.548" v="3595" actId="14100"/>
          <ac:cxnSpMkLst>
            <pc:docMk/>
            <pc:sldMk cId="2246678428" sldId="310"/>
            <ac:cxnSpMk id="15" creationId="{74F6182E-9DEB-4052-A056-C7EE8C02488B}"/>
          </ac:cxnSpMkLst>
        </pc:cxnChg>
        <pc:cxnChg chg="add mod">
          <ac:chgData name="Cesar Augusto Lopez Gallego" userId="0dfa9112-9251-4882-b472-cf2dfcee09d1" providerId="ADAL" clId="{9E925E74-D29A-4FF2-BA30-2DCB609A9627}" dt="2025-11-13T13:11:23.515" v="3620" actId="14100"/>
          <ac:cxnSpMkLst>
            <pc:docMk/>
            <pc:sldMk cId="2246678428" sldId="310"/>
            <ac:cxnSpMk id="21" creationId="{C0FB1203-5723-4AA5-9B6F-463A852B1227}"/>
          </ac:cxnSpMkLst>
        </pc:cxnChg>
      </pc:sldChg>
      <pc:sldChg chg="addSp delSp modSp add mod">
        <pc:chgData name="Cesar Augusto Lopez Gallego" userId="0dfa9112-9251-4882-b472-cf2dfcee09d1" providerId="ADAL" clId="{9E925E74-D29A-4FF2-BA30-2DCB609A9627}" dt="2025-11-13T13:34:44.182" v="3842" actId="1076"/>
        <pc:sldMkLst>
          <pc:docMk/>
          <pc:sldMk cId="3814338106" sldId="311"/>
        </pc:sldMkLst>
        <pc:spChg chg="mod">
          <ac:chgData name="Cesar Augusto Lopez Gallego" userId="0dfa9112-9251-4882-b472-cf2dfcee09d1" providerId="ADAL" clId="{9E925E74-D29A-4FF2-BA30-2DCB609A9627}" dt="2025-11-13T13:34:44.182" v="3842" actId="1076"/>
          <ac:spMkLst>
            <pc:docMk/>
            <pc:sldMk cId="3814338106" sldId="311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8" creationId="{C5C5DD3A-28F3-4DCA-A66C-786E40E59D08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9" creationId="{1FFF247F-84F1-43A8-9B79-011FCB05DD9D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1" creationId="{005CDC85-AF9E-4C32-9A9E-C4782E6ABEDA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32:55.901" v="3813" actId="6549"/>
          <ac:spMkLst>
            <pc:docMk/>
            <pc:sldMk cId="3814338106" sldId="311"/>
            <ac:spMk id="14" creationId="{F629167B-376B-47A1-BCAF-38C13ACFB895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6" creationId="{29B87C26-468F-4722-BCA4-399137E76D49}"/>
          </ac:spMkLst>
        </pc:spChg>
        <pc:spChg chg="add mod">
          <ac:chgData name="Cesar Augusto Lopez Gallego" userId="0dfa9112-9251-4882-b472-cf2dfcee09d1" providerId="ADAL" clId="{9E925E74-D29A-4FF2-BA30-2DCB609A9627}" dt="2025-11-13T13:30:14.415" v="3790" actId="1582"/>
          <ac:spMkLst>
            <pc:docMk/>
            <pc:sldMk cId="3814338106" sldId="311"/>
            <ac:spMk id="23" creationId="{12E66ACC-1239-4D4E-9C99-A1AB972C56F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30:11.126" v="3789" actId="1582"/>
          <ac:spMkLst>
            <pc:docMk/>
            <pc:sldMk cId="3814338106" sldId="311"/>
            <ac:spMk id="25" creationId="{DD71ADE2-0B95-4343-A346-FCCF25484F76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7" creationId="{855F88D9-429C-4CC4-8503-A58C3848A3CB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8" creationId="{ED96EB07-2E08-4EC1-AC73-7FF4ADA27256}"/>
          </ac:spMkLst>
        </pc:spChg>
        <pc:cxnChg chg="add del mod">
          <ac:chgData name="Cesar Augusto Lopez Gallego" userId="0dfa9112-9251-4882-b472-cf2dfcee09d1" providerId="ADAL" clId="{9E925E74-D29A-4FF2-BA30-2DCB609A9627}" dt="2025-11-13T13:28:53.896" v="3782" actId="478"/>
          <ac:cxnSpMkLst>
            <pc:docMk/>
            <pc:sldMk cId="3814338106" sldId="311"/>
            <ac:cxnSpMk id="5" creationId="{34584E8C-04A0-4892-A9A6-736C50CADC92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15" creationId="{74F6182E-9DEB-4052-A056-C7EE8C02488B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21" creationId="{C0FB1203-5723-4AA5-9B6F-463A852B122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41:03.084" v="4010"/>
        <pc:sldMkLst>
          <pc:docMk/>
          <pc:sldMk cId="4290298694" sldId="312"/>
        </pc:sldMkLst>
        <pc:spChg chg="del">
          <ac:chgData name="Cesar Augusto Lopez Gallego" userId="0dfa9112-9251-4882-b472-cf2dfcee09d1" providerId="ADAL" clId="{9E925E74-D29A-4FF2-BA30-2DCB609A9627}" dt="2025-11-13T13:34:49.940" v="3844" actId="478"/>
          <ac:spMkLst>
            <pc:docMk/>
            <pc:sldMk cId="4290298694" sldId="312"/>
            <ac:spMk id="2" creationId="{DB6927D2-D450-4855-82DF-18128C282F6C}"/>
          </ac:spMkLst>
        </pc:spChg>
        <pc:spChg chg="add mod">
          <ac:chgData name="Cesar Augusto Lopez Gallego" userId="0dfa9112-9251-4882-b472-cf2dfcee09d1" providerId="ADAL" clId="{9E925E74-D29A-4FF2-BA30-2DCB609A9627}" dt="2025-11-13T13:35:20.487" v="3856" actId="13926"/>
          <ac:spMkLst>
            <pc:docMk/>
            <pc:sldMk cId="4290298694" sldId="312"/>
            <ac:spMk id="3" creationId="{9C234670-3296-4B77-A4F2-3095D7937641}"/>
          </ac:spMkLst>
        </pc:spChg>
        <pc:spChg chg="add mod">
          <ac:chgData name="Cesar Augusto Lopez Gallego" userId="0dfa9112-9251-4882-b472-cf2dfcee09d1" providerId="ADAL" clId="{9E925E74-D29A-4FF2-BA30-2DCB609A9627}" dt="2025-11-13T13:40:56.770" v="4008"/>
          <ac:spMkLst>
            <pc:docMk/>
            <pc:sldMk cId="4290298694" sldId="312"/>
            <ac:spMk id="4" creationId="{786D31D7-1900-46C4-8E3A-8C3E24D4510B}"/>
          </ac:spMkLst>
        </pc:sp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5" creationId="{94B31868-E756-468B-A960-B0656BA169FE}"/>
          </ac:cxnSpMkLst>
        </pc:cxn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6" creationId="{7A5D882F-0634-4CD4-AF4D-FC888F60BF8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52:47.860" v="4223"/>
        <pc:sldMkLst>
          <pc:docMk/>
          <pc:sldMk cId="1388610337" sldId="313"/>
        </pc:sldMkLst>
        <pc:spChg chg="del">
          <ac:chgData name="Cesar Augusto Lopez Gallego" userId="0dfa9112-9251-4882-b472-cf2dfcee09d1" providerId="ADAL" clId="{9E925E74-D29A-4FF2-BA30-2DCB609A9627}" dt="2025-11-13T13:52:47.625" v="4222" actId="478"/>
          <ac:spMkLst>
            <pc:docMk/>
            <pc:sldMk cId="1388610337" sldId="313"/>
            <ac:spMk id="2" creationId="{F7DB003F-554C-4E3C-B71B-B8B16A1AE0CA}"/>
          </ac:spMkLst>
        </pc:spChg>
        <pc:spChg chg="add mod">
          <ac:chgData name="Cesar Augusto Lopez Gallego" userId="0dfa9112-9251-4882-b472-cf2dfcee09d1" providerId="ADAL" clId="{9E925E74-D29A-4FF2-BA30-2DCB609A9627}" dt="2025-11-13T13:52:27.494" v="4219" actId="20577"/>
          <ac:spMkLst>
            <pc:docMk/>
            <pc:sldMk cId="1388610337" sldId="313"/>
            <ac:spMk id="4" creationId="{10539815-A0DF-46A0-9A06-F687A4817E0D}"/>
          </ac:spMkLst>
        </pc:spChg>
        <pc:spChg chg="add del">
          <ac:chgData name="Cesar Augusto Lopez Gallego" userId="0dfa9112-9251-4882-b472-cf2dfcee09d1" providerId="ADAL" clId="{9E925E74-D29A-4FF2-BA30-2DCB609A9627}" dt="2025-11-13T13:52:16.966" v="4215"/>
          <ac:spMkLst>
            <pc:docMk/>
            <pc:sldMk cId="1388610337" sldId="313"/>
            <ac:spMk id="5" creationId="{175B1E82-7298-48A3-9C1A-D87440146569}"/>
          </ac:spMkLst>
        </pc:spChg>
        <pc:spChg chg="add mod">
          <ac:chgData name="Cesar Augusto Lopez Gallego" userId="0dfa9112-9251-4882-b472-cf2dfcee09d1" providerId="ADAL" clId="{9E925E74-D29A-4FF2-BA30-2DCB609A9627}" dt="2025-11-13T13:52:47.860" v="4223"/>
          <ac:spMkLst>
            <pc:docMk/>
            <pc:sldMk cId="1388610337" sldId="313"/>
            <ac:spMk id="8" creationId="{9E4846E4-A211-4ADE-B269-F88088EF63A9}"/>
          </ac:spMkLst>
        </pc:spChg>
        <pc:cxnChg chg="add mod">
          <ac:chgData name="Cesar Augusto Lopez Gallego" userId="0dfa9112-9251-4882-b472-cf2dfcee09d1" providerId="ADAL" clId="{9E925E74-D29A-4FF2-BA30-2DCB609A9627}" dt="2025-11-13T13:52:35.475" v="4221" actId="13822"/>
          <ac:cxnSpMkLst>
            <pc:docMk/>
            <pc:sldMk cId="1388610337" sldId="313"/>
            <ac:cxnSpMk id="7" creationId="{BF5FD18D-15BE-464B-910B-AA57C41E59F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27280" y="1271880"/>
            <a:ext cx="10362960" cy="270576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40" y="1818719"/>
            <a:ext cx="12435121" cy="450756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244172" cy="241648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 sz="1800" spc="-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90880" y="104351"/>
            <a:ext cx="12435841" cy="170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80" y="1813560"/>
            <a:ext cx="12435841" cy="595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678506" y="6994313"/>
            <a:ext cx="3224108" cy="4191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1446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/>
              <a:t>Objetos para almacenar </a:t>
            </a:r>
            <a:r>
              <a:rPr lang="es-ES" dirty="0" err="1"/>
              <a:t>DataSets</a:t>
            </a:r>
            <a:r>
              <a:rPr lang="es-ES" dirty="0"/>
              <a:t> Python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3757547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491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4FE5DC-DD17-488E-A95B-CF5843D62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340" y="2038702"/>
            <a:ext cx="2484856" cy="34148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0E0B85-6DCE-40F6-BC02-82E29E2B9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70" y="2418439"/>
            <a:ext cx="3021327" cy="30351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FD6484A-EEF8-4354-9C16-1C903F9F1848}"/>
              </a:ext>
            </a:extLst>
          </p:cNvPr>
          <p:cNvSpPr txBox="1"/>
          <p:nvPr/>
        </p:nvSpPr>
        <p:spPr>
          <a:xfrm>
            <a:off x="1759340" y="5772998"/>
            <a:ext cx="248485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Cómo se adicionan elementos a lista?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648535-262F-493D-A01B-3097AFF28AD5}"/>
              </a:ext>
            </a:extLst>
          </p:cNvPr>
          <p:cNvSpPr txBox="1"/>
          <p:nvPr/>
        </p:nvSpPr>
        <p:spPr>
          <a:xfrm>
            <a:off x="5873405" y="5772998"/>
            <a:ext cx="248485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Qué contiene un diccionario?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D498A9-CD27-4DB2-BF02-8AE496A983EF}"/>
              </a:ext>
            </a:extLst>
          </p:cNvPr>
          <p:cNvSpPr txBox="1"/>
          <p:nvPr/>
        </p:nvSpPr>
        <p:spPr>
          <a:xfrm>
            <a:off x="10360553" y="5495999"/>
            <a:ext cx="2484856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dirty="0"/>
              <a:t>Después de sellado y firmado se pueden cambiar los datos de un contrato</a:t>
            </a: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?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BC8E13E-801F-4616-B8A0-DC7A2906B2E7}"/>
              </a:ext>
            </a:extLst>
          </p:cNvPr>
          <p:cNvSpPr txBox="1"/>
          <p:nvPr/>
        </p:nvSpPr>
        <p:spPr>
          <a:xfrm>
            <a:off x="2593002" y="1534601"/>
            <a:ext cx="84157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LISTAS</a:t>
            </a:r>
            <a:endParaRPr kumimoji="0" lang="es-419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5E8FD28-8BFF-4D0F-BF97-FFDDAFD61C1D}"/>
              </a:ext>
            </a:extLst>
          </p:cNvPr>
          <p:cNvSpPr txBox="1"/>
          <p:nvPr/>
        </p:nvSpPr>
        <p:spPr>
          <a:xfrm>
            <a:off x="6468320" y="1534601"/>
            <a:ext cx="188994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DICCIONARIOS</a:t>
            </a:r>
            <a:endParaRPr kumimoji="0" lang="es-419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7AC769-648E-4305-8955-CB54E0772039}"/>
              </a:ext>
            </a:extLst>
          </p:cNvPr>
          <p:cNvSpPr txBox="1"/>
          <p:nvPr/>
        </p:nvSpPr>
        <p:spPr>
          <a:xfrm>
            <a:off x="10735682" y="1534601"/>
            <a:ext cx="97783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TUPLAS</a:t>
            </a:r>
            <a:endParaRPr kumimoji="0" lang="es-419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4DBADA4-2376-4699-A5E4-0620EC686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365" y="2983131"/>
            <a:ext cx="2979044" cy="179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1424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814505-1981-487F-85F6-8FB3F8877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010" y="2695252"/>
            <a:ext cx="9711271" cy="287741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7DB312D-D084-4516-9D50-235BF5ACFD63}"/>
              </a:ext>
            </a:extLst>
          </p:cNvPr>
          <p:cNvSpPr txBox="1"/>
          <p:nvPr/>
        </p:nvSpPr>
        <p:spPr>
          <a:xfrm>
            <a:off x="3778369" y="948906"/>
            <a:ext cx="5286704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CÓMO SE DIFERENCIAN ?</a:t>
            </a:r>
            <a:endParaRPr kumimoji="0" lang="es-419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C7ED37C-B288-45F1-93EE-E2C497DE14F9}"/>
              </a:ext>
            </a:extLst>
          </p:cNvPr>
          <p:cNvCxnSpPr/>
          <p:nvPr/>
        </p:nvCxnSpPr>
        <p:spPr>
          <a:xfrm flipV="1">
            <a:off x="10213675" y="4485736"/>
            <a:ext cx="0" cy="1466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95084A6-6248-424D-95CD-554571B75AD0}"/>
              </a:ext>
            </a:extLst>
          </p:cNvPr>
          <p:cNvSpPr txBox="1"/>
          <p:nvPr/>
        </p:nvSpPr>
        <p:spPr>
          <a:xfrm>
            <a:off x="9687088" y="6124754"/>
            <a:ext cx="105317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Diccionario</a:t>
            </a:r>
            <a:endParaRPr kumimoji="0" lang="es-419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40248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F375EA-D665-4F54-B892-F6E7EB57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40" y="2707355"/>
            <a:ext cx="11923719" cy="23576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2AF35B-03F4-4251-8C12-D75C06493F8B}"/>
              </a:ext>
            </a:extLst>
          </p:cNvPr>
          <p:cNvSpPr txBox="1"/>
          <p:nvPr/>
        </p:nvSpPr>
        <p:spPr>
          <a:xfrm>
            <a:off x="5348377" y="948906"/>
            <a:ext cx="2183290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QUÉ SON</a:t>
            </a:r>
            <a:r>
              <a:rPr kumimoji="0" lang="es-E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?</a:t>
            </a:r>
            <a:endParaRPr kumimoji="0" lang="es-419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3126142-CFB1-431F-BDFF-0BCB87CB35B9}"/>
              </a:ext>
            </a:extLst>
          </p:cNvPr>
          <p:cNvCxnSpPr/>
          <p:nvPr/>
        </p:nvCxnSpPr>
        <p:spPr>
          <a:xfrm>
            <a:off x="9161252" y="4074642"/>
            <a:ext cx="1535502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58397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91B5493-2FB9-451E-98B4-0243994C521F}"/>
              </a:ext>
            </a:extLst>
          </p:cNvPr>
          <p:cNvSpPr txBox="1"/>
          <p:nvPr/>
        </p:nvSpPr>
        <p:spPr>
          <a:xfrm>
            <a:off x="3347049" y="828135"/>
            <a:ext cx="590866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CARACTERÍSTICAS TÉCNICAS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EEBC4C-3B08-4C7D-ABBE-529FBB0B5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69" y="2348273"/>
            <a:ext cx="11395862" cy="356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502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7E55DA-4AB4-4D35-A632-93125B37CA69}"/>
              </a:ext>
            </a:extLst>
          </p:cNvPr>
          <p:cNvSpPr txBox="1"/>
          <p:nvPr/>
        </p:nvSpPr>
        <p:spPr>
          <a:xfrm>
            <a:off x="3347049" y="828135"/>
            <a:ext cx="590866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CARACTERÍSTICAS TÉCNICAS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069763-7F0D-4356-B02D-BFDC3F69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83" y="2046354"/>
            <a:ext cx="10297887" cy="27671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D3D1E52-1767-4644-875C-57E29A484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920" y="4951697"/>
            <a:ext cx="4591286" cy="17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7244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8E67D6-0B21-4325-A8B8-93ECF2304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705" y="2394488"/>
            <a:ext cx="11394189" cy="359511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97E0455-00AA-41D8-A790-194285CE0389}"/>
              </a:ext>
            </a:extLst>
          </p:cNvPr>
          <p:cNvSpPr txBox="1"/>
          <p:nvPr/>
        </p:nvSpPr>
        <p:spPr>
          <a:xfrm>
            <a:off x="2329132" y="1167247"/>
            <a:ext cx="7798610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OPERACIONES SOBRE CADA DATASET</a:t>
            </a:r>
          </a:p>
        </p:txBody>
      </p:sp>
    </p:spTree>
    <p:extLst>
      <p:ext uri="{BB962C8B-B14F-4D97-AF65-F5344CB8AC3E}">
        <p14:creationId xmlns:p14="http://schemas.microsoft.com/office/powerpoint/2010/main" val="36364740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E275616-E399-4017-87E7-140F5E81EB2E}"/>
              </a:ext>
            </a:extLst>
          </p:cNvPr>
          <p:cNvSpPr txBox="1"/>
          <p:nvPr/>
        </p:nvSpPr>
        <p:spPr>
          <a:xfrm>
            <a:off x="3347049" y="828135"/>
            <a:ext cx="5788444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RECOMENDACIÓN DE USOS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64EA6E4-742B-4BD5-B29E-7F4A27DF2CC8}"/>
              </a:ext>
            </a:extLst>
          </p:cNvPr>
          <p:cNvGrpSpPr/>
          <p:nvPr/>
        </p:nvGrpSpPr>
        <p:grpSpPr>
          <a:xfrm>
            <a:off x="1358350" y="2351341"/>
            <a:ext cx="10699792" cy="3367546"/>
            <a:chOff x="1185822" y="1851009"/>
            <a:chExt cx="10699792" cy="3367546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6B1BA0EE-DF3D-450A-81DF-B1E7A5DE9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3075" y="1851009"/>
              <a:ext cx="10605833" cy="1683773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6AEC864C-9C3B-48C5-BEF7-8D20ED2CA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5822" y="3534782"/>
              <a:ext cx="10699792" cy="16837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095242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D6756E-AFA8-456D-9453-41CB455ABA6F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Emojis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615318-C74A-426F-A9FB-EC8EAA81D335}"/>
              </a:ext>
            </a:extLst>
          </p:cNvPr>
          <p:cNvSpPr txBox="1"/>
          <p:nvPr/>
        </p:nvSpPr>
        <p:spPr>
          <a:xfrm>
            <a:off x="782439" y="2394068"/>
            <a:ext cx="6636280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dirty="0"/>
              <a:t>Son pictogramas o ideogramas usados en mensajes electrónicos.</a:t>
            </a:r>
          </a:p>
          <a:p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Son caracteres Unicode estándar que representan emociones, objetos, símbolos, etc.</a:t>
            </a:r>
          </a:p>
          <a:p>
            <a:endParaRPr lang="es-ES" sz="2000" dirty="0">
              <a:solidFill>
                <a:srgbClr val="0F1115"/>
              </a:solidFill>
              <a:latin typeface="quote-cjk-patch"/>
            </a:endParaRPr>
          </a:p>
          <a:p>
            <a:r>
              <a:rPr lang="es-419" sz="2000" dirty="0"/>
              <a:t>https://www.unicode.org/reports/tr51/tr51-5-archive.html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F98329E-832E-4163-A70C-9E35F4BEF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058" y="2297226"/>
            <a:ext cx="5081103" cy="40716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DCC7818-27C5-42C3-AE4F-F203A5F66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53" y="5103415"/>
            <a:ext cx="2649873" cy="104686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62A9978-C45A-4610-A30D-6738038D6194}"/>
              </a:ext>
            </a:extLst>
          </p:cNvPr>
          <p:cNvSpPr txBox="1"/>
          <p:nvPr/>
        </p:nvSpPr>
        <p:spPr>
          <a:xfrm>
            <a:off x="3229435" y="6230394"/>
            <a:ext cx="112530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kumimoji="0" lang="es-E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windows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8583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D212D8-0E5D-4BD0-A10F-45BECAE25644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Emojis comúnmente usados en programación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5424CA-7746-4E8F-8DA5-3BAC3A5A3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04" y="2744337"/>
            <a:ext cx="4572993" cy="30051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35271FB-D2A0-4CE6-89A1-46A0C82EE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909" y="2744336"/>
            <a:ext cx="4065737" cy="300510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017CAF-360D-42A7-B306-6D26ED708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1146" y="2744336"/>
            <a:ext cx="3664768" cy="300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7749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F9817F4-AE93-4273-A3C5-914B6CA7365B}"/>
              </a:ext>
            </a:extLst>
          </p:cNvPr>
          <p:cNvSpPr txBox="1"/>
          <p:nvPr/>
        </p:nvSpPr>
        <p:spPr>
          <a:xfrm>
            <a:off x="879894" y="1668106"/>
            <a:ext cx="12353026" cy="49244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b="1" dirty="0"/>
              <a:t>Creación Manual: nombre = [elem1, elem2, … </a:t>
            </a:r>
            <a:r>
              <a:rPr lang="es-419" sz="2000" b="1" dirty="0" err="1"/>
              <a:t>elem</a:t>
            </a:r>
            <a:r>
              <a:rPr lang="es-419" sz="2000" b="1" dirty="0"/>
              <a:t> n]</a:t>
            </a:r>
          </a:p>
          <a:p>
            <a:endParaRPr lang="es-419" dirty="0"/>
          </a:p>
          <a:p>
            <a:r>
              <a:rPr lang="es-419" dirty="0" err="1"/>
              <a:t>lista_bebidas</a:t>
            </a:r>
            <a:r>
              <a:rPr lang="es-419" dirty="0"/>
              <a:t> = ["Margarita", "Mojito", "Cerveza artesanal", "Vino tinto", “Ron“, “Aguardiente”, "Café", "Té", "Agua mineral"]</a:t>
            </a:r>
          </a:p>
          <a:p>
            <a:endParaRPr lang="es-419" dirty="0"/>
          </a:p>
          <a:p>
            <a:r>
              <a:rPr lang="es-419" sz="2000" b="1" dirty="0">
                <a:solidFill>
                  <a:schemeClr val="accent6"/>
                </a:solidFill>
              </a:rPr>
              <a:t>Impresión con ciclo</a:t>
            </a:r>
          </a:p>
          <a:p>
            <a:r>
              <a:rPr lang="es-419" dirty="0" err="1"/>
              <a:t>print</a:t>
            </a:r>
            <a:r>
              <a:rPr lang="es-419" dirty="0"/>
              <a:t>("=== BEBIDAS FAVORITAS ===")</a:t>
            </a:r>
          </a:p>
          <a:p>
            <a:r>
              <a:rPr lang="es-419" dirty="0" err="1"/>
              <a:t>for</a:t>
            </a:r>
            <a:r>
              <a:rPr lang="es-419" dirty="0"/>
              <a:t> bebida in </a:t>
            </a:r>
            <a:r>
              <a:rPr lang="es-419" dirty="0" err="1"/>
              <a:t>lista_bebidas</a:t>
            </a:r>
            <a:r>
              <a:rPr lang="es-419" dirty="0"/>
              <a:t>:</a:t>
            </a:r>
          </a:p>
          <a:p>
            <a:r>
              <a:rPr lang="es-419" dirty="0"/>
              <a:t>    </a:t>
            </a:r>
            <a:r>
              <a:rPr lang="es-419" dirty="0" err="1"/>
              <a:t>print</a:t>
            </a:r>
            <a:r>
              <a:rPr lang="es-419" dirty="0"/>
              <a:t>(</a:t>
            </a:r>
            <a:r>
              <a:rPr lang="es-419"/>
              <a:t>f “{</a:t>
            </a:r>
            <a:r>
              <a:rPr lang="es-419" dirty="0"/>
              <a:t>bebida}")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sz="2000" b="1" dirty="0">
                <a:solidFill>
                  <a:schemeClr val="accent6"/>
                </a:solidFill>
              </a:rPr>
              <a:t>Tamaño de la lista 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 </a:t>
            </a:r>
            <a:r>
              <a:rPr lang="es-419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len</a:t>
            </a:r>
            <a:endParaRPr lang="es-419" sz="2000" b="1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r>
              <a:rPr lang="es-419" dirty="0" err="1"/>
              <a:t>print</a:t>
            </a:r>
            <a:r>
              <a:rPr lang="es-419" dirty="0"/>
              <a:t>(f"\n Total de bebidas: {</a:t>
            </a:r>
            <a:r>
              <a:rPr lang="es-419" dirty="0" err="1">
                <a:highlight>
                  <a:srgbClr val="FFFF00"/>
                </a:highlight>
              </a:rPr>
              <a:t>len</a:t>
            </a:r>
            <a:r>
              <a:rPr lang="es-419" dirty="0"/>
              <a:t>(</a:t>
            </a:r>
            <a:r>
              <a:rPr lang="es-419" dirty="0" err="1"/>
              <a:t>lista_bebidas</a:t>
            </a:r>
            <a:r>
              <a:rPr lang="es-419" dirty="0"/>
              <a:t>)}")</a:t>
            </a:r>
          </a:p>
          <a:p>
            <a:endParaRPr lang="es-419" dirty="0"/>
          </a:p>
          <a:p>
            <a:r>
              <a:rPr lang="es-419" sz="2000" b="1" dirty="0">
                <a:solidFill>
                  <a:schemeClr val="accent6"/>
                </a:solidFill>
              </a:rPr>
              <a:t>Acceso a elementos</a:t>
            </a:r>
          </a:p>
          <a:p>
            <a:r>
              <a:rPr lang="es-419" dirty="0" err="1"/>
              <a:t>print</a:t>
            </a:r>
            <a:r>
              <a:rPr lang="es-419" dirty="0"/>
              <a:t>(</a:t>
            </a:r>
            <a:r>
              <a:rPr lang="es-419" dirty="0" err="1"/>
              <a:t>f"Primera</a:t>
            </a:r>
            <a:r>
              <a:rPr lang="es-419" dirty="0"/>
              <a:t> bebida: {</a:t>
            </a:r>
            <a:r>
              <a:rPr lang="es-419" dirty="0" err="1"/>
              <a:t>lista_bebidas</a:t>
            </a:r>
            <a:r>
              <a:rPr lang="es-419" dirty="0"/>
              <a:t>[0]}")</a:t>
            </a:r>
          </a:p>
          <a:p>
            <a:endParaRPr lang="es-419" dirty="0"/>
          </a:p>
          <a:p>
            <a:r>
              <a:rPr lang="es-419" dirty="0" err="1"/>
              <a:t>print</a:t>
            </a:r>
            <a:r>
              <a:rPr lang="es-419" dirty="0"/>
              <a:t>(</a:t>
            </a:r>
            <a:r>
              <a:rPr lang="es-419" dirty="0" err="1"/>
              <a:t>f"Última</a:t>
            </a:r>
            <a:r>
              <a:rPr lang="es-419" dirty="0"/>
              <a:t> bebida: {</a:t>
            </a:r>
            <a:r>
              <a:rPr lang="es-419" dirty="0" err="1"/>
              <a:t>lista_bebidas</a:t>
            </a:r>
            <a:r>
              <a:rPr lang="es-419" dirty="0">
                <a:highlight>
                  <a:srgbClr val="FFFF00"/>
                </a:highlight>
              </a:rPr>
              <a:t>[-1]}</a:t>
            </a:r>
            <a:r>
              <a:rPr lang="es-419" dirty="0"/>
              <a:t>")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4EB9B8-3FBC-48EF-8BCE-AB6748B91400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24147825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2A08E3A-D066-4F23-B885-E05C4AFA11C9}"/>
              </a:ext>
            </a:extLst>
          </p:cNvPr>
          <p:cNvSpPr txBox="1"/>
          <p:nvPr/>
        </p:nvSpPr>
        <p:spPr>
          <a:xfrm>
            <a:off x="1518251" y="1528935"/>
            <a:ext cx="11628406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b="1" dirty="0">
                <a:solidFill>
                  <a:schemeClr val="accent6"/>
                </a:solidFill>
              </a:rPr>
              <a:t># Agregar nuevos elementos 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 </a:t>
            </a:r>
            <a:r>
              <a:rPr lang="es-419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append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 e </a:t>
            </a:r>
            <a:r>
              <a:rPr lang="es-419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insert</a:t>
            </a:r>
            <a:endParaRPr lang="es-419" sz="2000" b="1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endParaRPr lang="es-419" sz="2000" b="1" dirty="0">
              <a:solidFill>
                <a:schemeClr val="accent6"/>
              </a:solidFill>
            </a:endParaRPr>
          </a:p>
          <a:p>
            <a:r>
              <a:rPr lang="es-419" sz="2000" dirty="0" err="1"/>
              <a:t>lista_bebidas.</a:t>
            </a:r>
            <a:r>
              <a:rPr lang="es-419" sz="2000" dirty="0" err="1">
                <a:highlight>
                  <a:srgbClr val="FFFF00"/>
                </a:highlight>
              </a:rPr>
              <a:t>append</a:t>
            </a:r>
            <a:r>
              <a:rPr lang="es-419" sz="2000" dirty="0"/>
              <a:t>("Whiskey") </a:t>
            </a:r>
            <a:r>
              <a:rPr lang="es-419" sz="2000" dirty="0">
                <a:solidFill>
                  <a:schemeClr val="accent6"/>
                </a:solidFill>
              </a:rPr>
              <a:t>#Inserta después del último elemento</a:t>
            </a:r>
          </a:p>
          <a:p>
            <a:r>
              <a:rPr lang="es-419" sz="2000" dirty="0" err="1"/>
              <a:t>lista_bebidas.</a:t>
            </a:r>
            <a:r>
              <a:rPr lang="es-419" sz="2000" dirty="0" err="1">
                <a:highlight>
                  <a:srgbClr val="FFFF00"/>
                </a:highlight>
              </a:rPr>
              <a:t>insert</a:t>
            </a:r>
            <a:r>
              <a:rPr lang="es-419" sz="2000" dirty="0"/>
              <a:t>(2, "Sangría")  </a:t>
            </a:r>
            <a:r>
              <a:rPr lang="es-419" sz="2000" dirty="0">
                <a:solidFill>
                  <a:schemeClr val="accent6"/>
                </a:solidFill>
              </a:rPr>
              <a:t># Inserta en posición 2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(f"\n Después de agregar: {</a:t>
            </a:r>
            <a:r>
              <a:rPr lang="es-419" sz="2000" dirty="0" err="1"/>
              <a:t>lista_bebidas</a:t>
            </a:r>
            <a:r>
              <a:rPr lang="es-419" sz="2000" dirty="0"/>
              <a:t>}")</a:t>
            </a:r>
          </a:p>
          <a:p>
            <a:endParaRPr lang="es-419" sz="2000" dirty="0"/>
          </a:p>
          <a:p>
            <a:r>
              <a:rPr lang="es-419" sz="2000" b="1" dirty="0">
                <a:solidFill>
                  <a:schemeClr val="accent6"/>
                </a:solidFill>
              </a:rPr>
              <a:t># Eliminar bebidas 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 </a:t>
            </a:r>
            <a:r>
              <a:rPr lang="es-419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remove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 y pop</a:t>
            </a:r>
            <a:endParaRPr lang="es-419" sz="2000" b="1" dirty="0">
              <a:solidFill>
                <a:schemeClr val="accent6"/>
              </a:solidFill>
            </a:endParaRPr>
          </a:p>
          <a:p>
            <a:endParaRPr lang="es-419" sz="2000" dirty="0"/>
          </a:p>
          <a:p>
            <a:r>
              <a:rPr lang="es-419" sz="2000" dirty="0" err="1"/>
              <a:t>lista_bebidas.</a:t>
            </a:r>
            <a:r>
              <a:rPr lang="es-419" sz="2000" dirty="0" err="1">
                <a:highlight>
                  <a:srgbClr val="FFFF00"/>
                </a:highlight>
              </a:rPr>
              <a:t>remove</a:t>
            </a:r>
            <a:r>
              <a:rPr lang="es-419" sz="2000" dirty="0"/>
              <a:t>("Agua mineral")  # Elimina elemento</a:t>
            </a:r>
          </a:p>
          <a:p>
            <a:r>
              <a:rPr lang="es-419" sz="2000" dirty="0"/>
              <a:t>eliminada = </a:t>
            </a:r>
            <a:r>
              <a:rPr lang="es-419" sz="2000" dirty="0" err="1"/>
              <a:t>lista_bebidas.pop</a:t>
            </a:r>
            <a:r>
              <a:rPr lang="es-419" sz="2000" dirty="0"/>
              <a:t>()       # Elimina el que esté en el último elemento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(f" Eliminamos 'Whiskey' y '{eliminada}'")</a:t>
            </a:r>
          </a:p>
          <a:p>
            <a:endParaRPr lang="es-419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B104ED-EB28-4993-BA49-F0835F4CF8FF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LISTAS - Operaciones</a:t>
            </a:r>
          </a:p>
        </p:txBody>
      </p:sp>
    </p:spTree>
    <p:extLst>
      <p:ext uri="{BB962C8B-B14F-4D97-AF65-F5344CB8AC3E}">
        <p14:creationId xmlns:p14="http://schemas.microsoft.com/office/powerpoint/2010/main" val="385332251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BA311E-68D3-4747-882A-3306F6453BA4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026380-D8E0-42EA-8FD4-7C8DB90D1586}"/>
              </a:ext>
            </a:extLst>
          </p:cNvPr>
          <p:cNvSpPr txBox="1"/>
          <p:nvPr/>
        </p:nvSpPr>
        <p:spPr>
          <a:xfrm>
            <a:off x="1236944" y="1973934"/>
            <a:ext cx="11163822" cy="4893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El patrón </a:t>
            </a:r>
            <a:r>
              <a:rPr lang="es-ES" sz="2400" dirty="0">
                <a:highlight>
                  <a:srgbClr val="FFFF00"/>
                </a:highlight>
              </a:rPr>
              <a:t>x </a:t>
            </a:r>
            <a:r>
              <a:rPr lang="es-ES" sz="2400" dirty="0" err="1">
                <a:highlight>
                  <a:srgbClr val="FFFF00"/>
                </a:highlight>
              </a:rPr>
              <a:t>for</a:t>
            </a:r>
            <a:r>
              <a:rPr lang="es-ES" sz="2400" dirty="0">
                <a:highlight>
                  <a:srgbClr val="FFFF00"/>
                </a:highlight>
              </a:rPr>
              <a:t> x </a:t>
            </a:r>
            <a:r>
              <a:rPr lang="es-ES" sz="2400" dirty="0"/>
              <a:t>es la estructura básica de las </a:t>
            </a:r>
            <a:r>
              <a:rPr lang="es-ES" sz="2400" dirty="0" err="1"/>
              <a:t>list</a:t>
            </a:r>
            <a:r>
              <a:rPr lang="es-ES" sz="2400" dirty="0"/>
              <a:t> </a:t>
            </a:r>
            <a:r>
              <a:rPr lang="es-ES" sz="2400" dirty="0" err="1"/>
              <a:t>comprehensions</a:t>
            </a:r>
            <a:r>
              <a:rPr lang="es-ES" sz="2400" dirty="0"/>
              <a:t> en Python. </a:t>
            </a:r>
          </a:p>
          <a:p>
            <a:endParaRPr lang="es-ES" sz="2400" dirty="0"/>
          </a:p>
          <a:p>
            <a:r>
              <a:rPr lang="en-US" sz="2400" dirty="0"/>
              <a:t>[</a:t>
            </a:r>
            <a:r>
              <a:rPr lang="en-US" sz="2400" dirty="0" err="1"/>
              <a:t>expresion</a:t>
            </a:r>
            <a:r>
              <a:rPr lang="en-US" sz="2400" dirty="0"/>
              <a:t> for </a:t>
            </a:r>
            <a:r>
              <a:rPr lang="en-US" sz="2400" dirty="0" err="1"/>
              <a:t>elemento</a:t>
            </a:r>
            <a:r>
              <a:rPr lang="en-US" sz="2400" dirty="0"/>
              <a:t> in </a:t>
            </a:r>
            <a:r>
              <a:rPr lang="en-US" sz="2400" dirty="0" err="1"/>
              <a:t>iterable</a:t>
            </a:r>
            <a:r>
              <a:rPr lang="en-US" sz="2400" dirty="0"/>
              <a:t>]</a:t>
            </a:r>
            <a:endParaRPr lang="es-ES" sz="2400" dirty="0"/>
          </a:p>
          <a:p>
            <a:endParaRPr lang="es-ES" sz="2400" dirty="0"/>
          </a:p>
          <a:p>
            <a:r>
              <a:rPr lang="es-ES" sz="2400" dirty="0"/>
              <a:t># </a:t>
            </a:r>
            <a:r>
              <a:rPr lang="es-ES" sz="2400" b="1" dirty="0">
                <a:solidFill>
                  <a:schemeClr val="accent6"/>
                </a:solidFill>
              </a:rPr>
              <a:t>Filtrado bebidas por longitud del nombre da como resultado otra lista</a:t>
            </a:r>
          </a:p>
          <a:p>
            <a:r>
              <a:rPr lang="es-ES" sz="2400" dirty="0" err="1">
                <a:highlight>
                  <a:srgbClr val="C0C0C0"/>
                </a:highlight>
              </a:rPr>
              <a:t>bebidas_nombre_largo</a:t>
            </a:r>
            <a:r>
              <a:rPr lang="es-ES" sz="2400" dirty="0"/>
              <a:t> = [</a:t>
            </a:r>
            <a:r>
              <a:rPr lang="es-ES" sz="2400" dirty="0">
                <a:highlight>
                  <a:srgbClr val="00FFFF"/>
                </a:highlight>
              </a:rPr>
              <a:t>bebida </a:t>
            </a:r>
            <a:r>
              <a:rPr lang="es-ES" sz="2400" dirty="0" err="1">
                <a:highlight>
                  <a:srgbClr val="00FFFF"/>
                </a:highlight>
              </a:rPr>
              <a:t>for</a:t>
            </a:r>
            <a:r>
              <a:rPr lang="es-ES" sz="2400" dirty="0">
                <a:highlight>
                  <a:srgbClr val="00FFFF"/>
                </a:highlight>
              </a:rPr>
              <a:t> bebida in </a:t>
            </a:r>
            <a:r>
              <a:rPr lang="es-ES" sz="2400" dirty="0" err="1">
                <a:highlight>
                  <a:srgbClr val="00FFFF"/>
                </a:highlight>
              </a:rPr>
              <a:t>lista_bebidas</a:t>
            </a:r>
            <a:r>
              <a:rPr lang="es-ES" sz="2400" dirty="0">
                <a:highlight>
                  <a:srgbClr val="00FFFF"/>
                </a:highlight>
              </a:rPr>
              <a:t> </a:t>
            </a:r>
            <a:r>
              <a:rPr lang="es-ES" sz="2400" dirty="0" err="1"/>
              <a:t>if</a:t>
            </a:r>
            <a:r>
              <a:rPr lang="es-ES" sz="2400" dirty="0"/>
              <a:t> </a:t>
            </a:r>
            <a:r>
              <a:rPr lang="es-ES" sz="2400" dirty="0" err="1"/>
              <a:t>len</a:t>
            </a:r>
            <a:r>
              <a:rPr lang="es-ES" sz="2400" dirty="0"/>
              <a:t>(bebida) &gt; 6]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(f " Bebidas con nombres largos: {</a:t>
            </a:r>
            <a:r>
              <a:rPr lang="es-ES" sz="2400" dirty="0" err="1"/>
              <a:t>bebidas_nombre_largo</a:t>
            </a:r>
            <a:r>
              <a:rPr lang="es-ES" sz="2400" dirty="0"/>
              <a:t>}")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# Filtrado números pares</a:t>
            </a:r>
          </a:p>
          <a:p>
            <a:r>
              <a:rPr lang="pt-BR" sz="2400" dirty="0" err="1"/>
              <a:t>l_numeros</a:t>
            </a:r>
            <a:r>
              <a:rPr lang="pt-BR" sz="2400" dirty="0"/>
              <a:t> = [1, 2, 3, 4, 5, 6, 7, 8, 9, 10]</a:t>
            </a:r>
          </a:p>
          <a:p>
            <a:r>
              <a:rPr lang="pt-BR" sz="2400" dirty="0" err="1"/>
              <a:t>l_pares</a:t>
            </a:r>
            <a:r>
              <a:rPr lang="pt-BR" sz="2400" dirty="0"/>
              <a:t> = [x for x in </a:t>
            </a:r>
            <a:r>
              <a:rPr lang="pt-BR" sz="2400" dirty="0" err="1"/>
              <a:t>numeros</a:t>
            </a:r>
            <a:r>
              <a:rPr lang="pt-BR" sz="2400" dirty="0"/>
              <a:t> </a:t>
            </a:r>
            <a:r>
              <a:rPr lang="pt-BR" sz="2400" dirty="0" err="1"/>
              <a:t>if</a:t>
            </a:r>
            <a:r>
              <a:rPr lang="pt-BR" sz="2400" dirty="0"/>
              <a:t> x % 2 == 0]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l_pares</a:t>
            </a:r>
            <a:r>
              <a:rPr lang="pt-BR" sz="2400" dirty="0"/>
              <a:t>)</a:t>
            </a:r>
            <a:endParaRPr lang="es-419" sz="2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EDFB3F9-24C5-4BF9-B361-45A7EA225910}"/>
              </a:ext>
            </a:extLst>
          </p:cNvPr>
          <p:cNvCxnSpPr/>
          <p:nvPr/>
        </p:nvCxnSpPr>
        <p:spPr>
          <a:xfrm flipH="1">
            <a:off x="2079321" y="2430049"/>
            <a:ext cx="450937" cy="313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593C0A3-315A-4393-9F35-5A49C88E3D43}"/>
              </a:ext>
            </a:extLst>
          </p:cNvPr>
          <p:cNvCxnSpPr>
            <a:cxnSpLocks/>
          </p:cNvCxnSpPr>
          <p:nvPr/>
        </p:nvCxnSpPr>
        <p:spPr>
          <a:xfrm>
            <a:off x="3292721" y="2473889"/>
            <a:ext cx="159827" cy="313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2389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2BFFD6-9BC6-45BB-A756-B4C6319D97D4}"/>
              </a:ext>
            </a:extLst>
          </p:cNvPr>
          <p:cNvSpPr txBox="1"/>
          <p:nvPr/>
        </p:nvSpPr>
        <p:spPr>
          <a:xfrm>
            <a:off x="839245" y="484728"/>
            <a:ext cx="8839592" cy="104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PORQUÉ SE LLAMA COMPREHENSIONS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800" dirty="0"/>
              <a:t>Es una forma de simplificar el </a:t>
            </a:r>
            <a:r>
              <a:rPr lang="es-ES" sz="2800" dirty="0" err="1"/>
              <a:t>for</a:t>
            </a:r>
            <a:endParaRPr lang="es-ES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A34543-A2CF-4228-A6EF-9257C297F545}"/>
              </a:ext>
            </a:extLst>
          </p:cNvPr>
          <p:cNvSpPr txBox="1"/>
          <p:nvPr/>
        </p:nvSpPr>
        <p:spPr>
          <a:xfrm>
            <a:off x="663881" y="2490736"/>
            <a:ext cx="4988491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2000" dirty="0">
                <a:highlight>
                  <a:srgbClr val="FFFF00"/>
                </a:highlight>
              </a:rPr>
              <a:t># Filtrado números pares por </a:t>
            </a:r>
            <a:r>
              <a:rPr lang="pt-BR" sz="2000" dirty="0" err="1">
                <a:highlight>
                  <a:srgbClr val="FFFF00"/>
                </a:highlight>
              </a:rPr>
              <a:t>Comprension</a:t>
            </a:r>
            <a:endParaRPr lang="pt-BR" sz="2000" dirty="0">
              <a:highlight>
                <a:srgbClr val="FFFF00"/>
              </a:highlight>
            </a:endParaRPr>
          </a:p>
          <a:p>
            <a:r>
              <a:rPr lang="pt-BR" sz="2000" dirty="0" err="1"/>
              <a:t>l_numeros</a:t>
            </a:r>
            <a:r>
              <a:rPr lang="pt-BR" sz="2000" dirty="0"/>
              <a:t> = [1, 2, 3, 4, 5, 6, 7, 8, 9, 10]</a:t>
            </a:r>
          </a:p>
          <a:p>
            <a:r>
              <a:rPr lang="pt-BR" sz="2000" dirty="0" err="1">
                <a:highlight>
                  <a:srgbClr val="C0C0C0"/>
                </a:highlight>
              </a:rPr>
              <a:t>l_pares</a:t>
            </a:r>
            <a:r>
              <a:rPr lang="pt-BR" sz="2000" dirty="0">
                <a:highlight>
                  <a:srgbClr val="C0C0C0"/>
                </a:highlight>
              </a:rPr>
              <a:t> = [x for x in </a:t>
            </a:r>
            <a:r>
              <a:rPr lang="pt-BR" sz="2000" dirty="0" err="1">
                <a:highlight>
                  <a:srgbClr val="C0C0C0"/>
                </a:highlight>
              </a:rPr>
              <a:t>numeros</a:t>
            </a:r>
            <a:r>
              <a:rPr lang="pt-BR" sz="2000" dirty="0">
                <a:highlight>
                  <a:srgbClr val="C0C0C0"/>
                </a:highlight>
              </a:rPr>
              <a:t> </a:t>
            </a:r>
            <a:r>
              <a:rPr lang="pt-BR" sz="2000" dirty="0" err="1">
                <a:highlight>
                  <a:srgbClr val="C0C0C0"/>
                </a:highlight>
              </a:rPr>
              <a:t>if</a:t>
            </a:r>
            <a:r>
              <a:rPr lang="pt-BR" sz="2000" dirty="0">
                <a:highlight>
                  <a:srgbClr val="C0C0C0"/>
                </a:highlight>
              </a:rPr>
              <a:t> x % 2 == 0]</a:t>
            </a:r>
          </a:p>
          <a:p>
            <a:r>
              <a:rPr lang="pt-BR" sz="2000" dirty="0"/>
              <a:t>print(</a:t>
            </a:r>
            <a:r>
              <a:rPr lang="pt-BR" sz="2000" dirty="0" err="1"/>
              <a:t>l_pares</a:t>
            </a:r>
            <a:r>
              <a:rPr lang="pt-BR" sz="2000" dirty="0"/>
              <a:t>)</a:t>
            </a:r>
            <a:endParaRPr lang="es-419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91DE90-4AF8-45C8-B073-26C9B7078FB9}"/>
              </a:ext>
            </a:extLst>
          </p:cNvPr>
          <p:cNvSpPr txBox="1"/>
          <p:nvPr/>
        </p:nvSpPr>
        <p:spPr>
          <a:xfrm>
            <a:off x="6551113" y="2918708"/>
            <a:ext cx="6438378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2000" dirty="0">
                <a:highlight>
                  <a:srgbClr val="00FFFF"/>
                </a:highlight>
              </a:rPr>
              <a:t># Filtrado números pares por </a:t>
            </a:r>
            <a:r>
              <a:rPr lang="pt-BR" sz="2000" dirty="0" err="1">
                <a:highlight>
                  <a:srgbClr val="00FFFF"/>
                </a:highlight>
              </a:rPr>
              <a:t>Extensión</a:t>
            </a:r>
            <a:endParaRPr lang="pt-BR" sz="2000" dirty="0">
              <a:highlight>
                <a:srgbClr val="00FFFF"/>
              </a:highlight>
            </a:endParaRPr>
          </a:p>
          <a:p>
            <a:r>
              <a:rPr lang="pt-BR" sz="2000" dirty="0" err="1"/>
              <a:t>l_numeros</a:t>
            </a:r>
            <a:r>
              <a:rPr lang="pt-BR" sz="2000" dirty="0"/>
              <a:t> = [1, 2, 3, 4, 5, 6, 7, 8, 9, 10]</a:t>
            </a:r>
          </a:p>
          <a:p>
            <a:r>
              <a:rPr lang="es-419" sz="2000" dirty="0" err="1">
                <a:highlight>
                  <a:srgbClr val="C0C0C0"/>
                </a:highlight>
              </a:rPr>
              <a:t>l_pares</a:t>
            </a:r>
            <a:r>
              <a:rPr lang="es-419" sz="2000" dirty="0">
                <a:highlight>
                  <a:srgbClr val="C0C0C0"/>
                </a:highlight>
              </a:rPr>
              <a:t> = []</a:t>
            </a:r>
          </a:p>
          <a:p>
            <a:endParaRPr lang="es-419" sz="2000" dirty="0">
              <a:highlight>
                <a:srgbClr val="C0C0C0"/>
              </a:highlight>
            </a:endParaRPr>
          </a:p>
          <a:p>
            <a:r>
              <a:rPr lang="es-419" sz="2000" dirty="0" err="1">
                <a:highlight>
                  <a:srgbClr val="C0C0C0"/>
                </a:highlight>
              </a:rPr>
              <a:t>for</a:t>
            </a:r>
            <a:r>
              <a:rPr lang="es-419" sz="2000" dirty="0">
                <a:highlight>
                  <a:srgbClr val="C0C0C0"/>
                </a:highlight>
              </a:rPr>
              <a:t> x in </a:t>
            </a:r>
            <a:r>
              <a:rPr lang="es-419" sz="2000" dirty="0" err="1">
                <a:highlight>
                  <a:srgbClr val="C0C0C0"/>
                </a:highlight>
              </a:rPr>
              <a:t>l_numeros</a:t>
            </a:r>
            <a:r>
              <a:rPr lang="es-419" sz="2000" dirty="0">
                <a:highlight>
                  <a:srgbClr val="C0C0C0"/>
                </a:highlight>
              </a:rPr>
              <a:t>:          # ← </a:t>
            </a:r>
            <a:r>
              <a:rPr lang="es-419" sz="2000" dirty="0" err="1">
                <a:highlight>
                  <a:srgbClr val="C0C0C0"/>
                </a:highlight>
              </a:rPr>
              <a:t>for</a:t>
            </a:r>
            <a:r>
              <a:rPr lang="es-419" sz="2000" dirty="0">
                <a:highlight>
                  <a:srgbClr val="C0C0C0"/>
                </a:highlight>
              </a:rPr>
              <a:t> x in </a:t>
            </a:r>
            <a:r>
              <a:rPr lang="es-419" sz="2000" dirty="0" err="1">
                <a:highlight>
                  <a:srgbClr val="C0C0C0"/>
                </a:highlight>
              </a:rPr>
              <a:t>numeros</a:t>
            </a:r>
            <a:endParaRPr lang="es-419" sz="2000" dirty="0">
              <a:highlight>
                <a:srgbClr val="C0C0C0"/>
              </a:highlight>
            </a:endParaRPr>
          </a:p>
          <a:p>
            <a:r>
              <a:rPr lang="es-419" sz="2000" dirty="0">
                <a:highlight>
                  <a:srgbClr val="C0C0C0"/>
                </a:highlight>
              </a:rPr>
              <a:t>   </a:t>
            </a:r>
            <a:r>
              <a:rPr lang="es-419" sz="2000" dirty="0" err="1">
                <a:highlight>
                  <a:srgbClr val="C0C0C0"/>
                </a:highlight>
              </a:rPr>
              <a:t>if</a:t>
            </a:r>
            <a:r>
              <a:rPr lang="es-419" sz="2000" dirty="0">
                <a:highlight>
                  <a:srgbClr val="C0C0C0"/>
                </a:highlight>
              </a:rPr>
              <a:t> x%2==0: </a:t>
            </a:r>
          </a:p>
          <a:p>
            <a:r>
              <a:rPr lang="es-419" sz="2000" dirty="0">
                <a:highlight>
                  <a:srgbClr val="C0C0C0"/>
                </a:highlight>
              </a:rPr>
              <a:t>        </a:t>
            </a:r>
            <a:r>
              <a:rPr lang="es-419" sz="2000" dirty="0" err="1">
                <a:highlight>
                  <a:srgbClr val="C0C0C0"/>
                </a:highlight>
              </a:rPr>
              <a:t>l_pares.append</a:t>
            </a:r>
            <a:r>
              <a:rPr lang="es-419" sz="2000" dirty="0">
                <a:highlight>
                  <a:srgbClr val="C0C0C0"/>
                </a:highlight>
              </a:rPr>
              <a:t>(x)     # ← x (lo que guardamos)</a:t>
            </a:r>
          </a:p>
          <a:p>
            <a:endParaRPr lang="es-419" sz="2000" dirty="0">
              <a:highlight>
                <a:srgbClr val="C0C0C0"/>
              </a:highlight>
            </a:endParaRPr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l_pares</a:t>
            </a:r>
            <a:r>
              <a:rPr lang="es-419" sz="2000" dirty="0"/>
              <a:t>)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4FDDFCF-7092-4775-A573-783E73C92358}"/>
              </a:ext>
            </a:extLst>
          </p:cNvPr>
          <p:cNvCxnSpPr>
            <a:cxnSpLocks/>
          </p:cNvCxnSpPr>
          <p:nvPr/>
        </p:nvCxnSpPr>
        <p:spPr>
          <a:xfrm>
            <a:off x="2192055" y="3444658"/>
            <a:ext cx="4233797" cy="90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31724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D201C6-98DA-4138-834B-7FE3313234A9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BC2325-E5EA-4C92-B1CC-8F5D162B5CB7}"/>
              </a:ext>
            </a:extLst>
          </p:cNvPr>
          <p:cNvSpPr txBox="1"/>
          <p:nvPr/>
        </p:nvSpPr>
        <p:spPr>
          <a:xfrm>
            <a:off x="1236944" y="1973934"/>
            <a:ext cx="11163822" cy="4893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Expresiones condicionales</a:t>
            </a:r>
          </a:p>
          <a:p>
            <a:r>
              <a:rPr lang="es-419" sz="2400" dirty="0"/>
              <a:t>[</a:t>
            </a:r>
            <a:r>
              <a:rPr lang="es-419" sz="2400" dirty="0" err="1"/>
              <a:t>expresion_if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condicion</a:t>
            </a:r>
            <a:r>
              <a:rPr lang="es-419" sz="2400" dirty="0"/>
              <a:t> </a:t>
            </a:r>
            <a:r>
              <a:rPr lang="es-419" sz="2400" dirty="0" err="1"/>
              <a:t>else</a:t>
            </a:r>
            <a:r>
              <a:rPr lang="es-419" sz="2400" dirty="0"/>
              <a:t> </a:t>
            </a:r>
            <a:r>
              <a:rPr lang="es-419" sz="2400" dirty="0" err="1"/>
              <a:t>expresion_else</a:t>
            </a:r>
            <a:r>
              <a:rPr lang="es-419" sz="2400" dirty="0"/>
              <a:t> </a:t>
            </a:r>
            <a:r>
              <a:rPr lang="es-419" sz="2400" dirty="0" err="1"/>
              <a:t>for</a:t>
            </a:r>
            <a:r>
              <a:rPr lang="es-419" sz="2400" dirty="0"/>
              <a:t> elemento in iterable]</a:t>
            </a:r>
          </a:p>
          <a:p>
            <a:endParaRPr lang="es-419" sz="2400" dirty="0"/>
          </a:p>
          <a:p>
            <a:r>
              <a:rPr lang="es-419" sz="2400" dirty="0"/>
              <a:t># Ejemplo</a:t>
            </a:r>
          </a:p>
          <a:p>
            <a:r>
              <a:rPr lang="es-419" sz="2400" dirty="0"/>
              <a:t>clasificados = ["par" </a:t>
            </a:r>
            <a:r>
              <a:rPr lang="es-419" sz="2400" dirty="0" err="1"/>
              <a:t>if</a:t>
            </a:r>
            <a:r>
              <a:rPr lang="es-419" sz="2400" dirty="0"/>
              <a:t> x % 2 == 0 </a:t>
            </a:r>
            <a:r>
              <a:rPr lang="es-419" sz="2400" dirty="0" err="1"/>
              <a:t>else</a:t>
            </a:r>
            <a:r>
              <a:rPr lang="es-419" sz="2400" dirty="0"/>
              <a:t> "impar" </a:t>
            </a:r>
            <a:r>
              <a:rPr lang="es-419" sz="2400" dirty="0" err="1"/>
              <a:t>for</a:t>
            </a:r>
            <a:r>
              <a:rPr lang="es-419" sz="2400" dirty="0"/>
              <a:t> x in </a:t>
            </a:r>
            <a:r>
              <a:rPr lang="es-419" sz="2400" dirty="0" err="1"/>
              <a:t>numeros</a:t>
            </a:r>
            <a:r>
              <a:rPr lang="es-419" sz="2400" dirty="0"/>
              <a:t>]</a:t>
            </a:r>
          </a:p>
          <a:p>
            <a:r>
              <a:rPr lang="es-419" sz="2400" dirty="0"/>
              <a:t># ['impar', 'par', 'impar', 'par', 'impar’]</a:t>
            </a:r>
          </a:p>
          <a:p>
            <a:endParaRPr lang="es-419" sz="2400" dirty="0"/>
          </a:p>
          <a:p>
            <a:r>
              <a:rPr lang="es-419" sz="2400" dirty="0"/>
              <a:t>Filtrado simple</a:t>
            </a:r>
          </a:p>
          <a:p>
            <a:r>
              <a:rPr lang="es-419" sz="2400" dirty="0"/>
              <a:t># Filtrar por propiedad</a:t>
            </a:r>
          </a:p>
          <a:p>
            <a:r>
              <a:rPr lang="es-419" sz="2400" dirty="0" err="1"/>
              <a:t>lista_bebidas</a:t>
            </a:r>
            <a:r>
              <a:rPr lang="es-419" sz="2400" dirty="0"/>
              <a:t> = ["Margarita", "Mojito", "Cerveza", "Vino", "Café"]</a:t>
            </a:r>
          </a:p>
          <a:p>
            <a:r>
              <a:rPr lang="es-419" sz="2400" dirty="0"/>
              <a:t>largas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(b) &gt; 6]</a:t>
            </a:r>
          </a:p>
          <a:p>
            <a:r>
              <a:rPr lang="es-419" sz="2400" dirty="0"/>
              <a:t># ['Margarita', 'Cerveza’]</a:t>
            </a:r>
          </a:p>
          <a:p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45480604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D201C6-98DA-4138-834B-7FE3313234A9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BC2325-E5EA-4C92-B1CC-8F5D162B5CB7}"/>
              </a:ext>
            </a:extLst>
          </p:cNvPr>
          <p:cNvSpPr txBox="1"/>
          <p:nvPr/>
        </p:nvSpPr>
        <p:spPr>
          <a:xfrm>
            <a:off x="1236944" y="1973934"/>
            <a:ext cx="11163822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Filtrado múltiple</a:t>
            </a:r>
          </a:p>
          <a:p>
            <a:r>
              <a:rPr lang="es-419" sz="2400" dirty="0"/>
              <a:t># Múltiples condiciones con AND</a:t>
            </a:r>
          </a:p>
          <a:p>
            <a:r>
              <a:rPr lang="es-419" sz="2400" dirty="0" err="1"/>
              <a:t>filtro_and</a:t>
            </a:r>
            <a:r>
              <a:rPr lang="es-419" sz="2400" dirty="0"/>
              <a:t>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(b) &gt; 5 and 'a' in </a:t>
            </a:r>
            <a:r>
              <a:rPr lang="es-419" sz="2400" dirty="0" err="1"/>
              <a:t>b.lower</a:t>
            </a:r>
            <a:r>
              <a:rPr lang="es-419" sz="2400" dirty="0"/>
              <a:t>()]</a:t>
            </a:r>
          </a:p>
          <a:p>
            <a:r>
              <a:rPr lang="es-419" sz="2400" dirty="0"/>
              <a:t># ['Margarita', 'Cerveza']</a:t>
            </a:r>
          </a:p>
          <a:p>
            <a:endParaRPr lang="es-419" sz="2400" dirty="0"/>
          </a:p>
          <a:p>
            <a:r>
              <a:rPr lang="es-419" sz="2400" dirty="0"/>
              <a:t># Múltiples condiciones con OR</a:t>
            </a:r>
          </a:p>
          <a:p>
            <a:r>
              <a:rPr lang="es-419" sz="2400" dirty="0" err="1"/>
              <a:t>filtro_or</a:t>
            </a:r>
            <a:r>
              <a:rPr lang="es-419" sz="2400" dirty="0"/>
              <a:t>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(b) &lt; 5 </a:t>
            </a:r>
            <a:r>
              <a:rPr lang="es-419" sz="2400" dirty="0" err="1"/>
              <a:t>or</a:t>
            </a:r>
            <a:r>
              <a:rPr lang="es-419" sz="2400" dirty="0"/>
              <a:t> 'o' in </a:t>
            </a:r>
            <a:r>
              <a:rPr lang="es-419" sz="2400" dirty="0" err="1"/>
              <a:t>b.lower</a:t>
            </a:r>
            <a:r>
              <a:rPr lang="es-419" sz="2400" dirty="0"/>
              <a:t>()]</a:t>
            </a:r>
          </a:p>
          <a:p>
            <a:r>
              <a:rPr lang="es-419" sz="2400" dirty="0"/>
              <a:t># ['Mojito', 'Vino', 'Café’]</a:t>
            </a:r>
          </a:p>
          <a:p>
            <a:endParaRPr lang="es-419" sz="2400" dirty="0"/>
          </a:p>
          <a:p>
            <a:r>
              <a:rPr lang="es-419" sz="2400" dirty="0"/>
              <a:t># Excluir elementos</a:t>
            </a:r>
          </a:p>
          <a:p>
            <a:r>
              <a:rPr lang="es-419" sz="2400" dirty="0" err="1"/>
              <a:t>sin_m</a:t>
            </a:r>
            <a:r>
              <a:rPr lang="es-419" sz="2400" dirty="0"/>
              <a:t>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not</a:t>
            </a:r>
            <a:r>
              <a:rPr lang="es-419" sz="2400" dirty="0"/>
              <a:t> </a:t>
            </a:r>
            <a:r>
              <a:rPr lang="es-419" sz="2400" dirty="0" err="1"/>
              <a:t>b.startswith</a:t>
            </a:r>
            <a:r>
              <a:rPr lang="es-419" sz="2400" dirty="0"/>
              <a:t>('M')]</a:t>
            </a:r>
          </a:p>
          <a:p>
            <a:r>
              <a:rPr lang="es-419" sz="2400" dirty="0"/>
              <a:t># ['Cerveza', 'Vino', 'Café']</a:t>
            </a:r>
          </a:p>
        </p:txBody>
      </p:sp>
    </p:spTree>
    <p:extLst>
      <p:ext uri="{BB962C8B-B14F-4D97-AF65-F5344CB8AC3E}">
        <p14:creationId xmlns:p14="http://schemas.microsoft.com/office/powerpoint/2010/main" val="103221201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DD6D60-B221-45C6-9F07-273CCEC28D47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486DE-FDD0-4807-824C-CDB36EF4B6DE}"/>
              </a:ext>
            </a:extLst>
          </p:cNvPr>
          <p:cNvSpPr txBox="1"/>
          <p:nvPr/>
        </p:nvSpPr>
        <p:spPr>
          <a:xfrm>
            <a:off x="576197" y="1973934"/>
            <a:ext cx="12651288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# Aplicar función a cada elemento</a:t>
            </a:r>
          </a:p>
          <a:p>
            <a:r>
              <a:rPr lang="es-419" sz="2400" dirty="0" err="1"/>
              <a:t>mayusculas</a:t>
            </a:r>
            <a:r>
              <a:rPr lang="es-419" sz="2400" dirty="0"/>
              <a:t> = [</a:t>
            </a:r>
            <a:r>
              <a:rPr lang="es-419" sz="2400" dirty="0" err="1"/>
              <a:t>b.upper</a:t>
            </a:r>
            <a:r>
              <a:rPr lang="es-419" sz="2400" dirty="0"/>
              <a:t>()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]</a:t>
            </a:r>
          </a:p>
          <a:p>
            <a:r>
              <a:rPr lang="es-419" sz="2400" dirty="0"/>
              <a:t># ['MARGARITA', 'MOJITO', 'CERVEZA', 'VINO', 'CAFÉ’]</a:t>
            </a:r>
          </a:p>
          <a:p>
            <a:endParaRPr lang="es-419" sz="2400" dirty="0"/>
          </a:p>
          <a:p>
            <a:r>
              <a:rPr lang="es-419" sz="2400" dirty="0"/>
              <a:t># Transformaciones según condición</a:t>
            </a:r>
          </a:p>
          <a:p>
            <a:r>
              <a:rPr lang="es-419" sz="2400" dirty="0"/>
              <a:t>transformadas = [</a:t>
            </a:r>
            <a:r>
              <a:rPr lang="es-419" sz="2400" dirty="0" err="1"/>
              <a:t>b.upper</a:t>
            </a:r>
            <a:r>
              <a:rPr lang="es-419" sz="2400" dirty="0"/>
              <a:t>()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(b) &gt; 6 </a:t>
            </a:r>
            <a:r>
              <a:rPr lang="es-419" sz="2400" dirty="0" err="1"/>
              <a:t>else</a:t>
            </a:r>
            <a:r>
              <a:rPr lang="es-419" sz="2400" dirty="0"/>
              <a:t> </a:t>
            </a:r>
            <a:r>
              <a:rPr lang="es-419" sz="2400" dirty="0" err="1"/>
              <a:t>b.lower</a:t>
            </a:r>
            <a:r>
              <a:rPr lang="es-419" sz="2400" dirty="0"/>
              <a:t>()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]</a:t>
            </a:r>
          </a:p>
          <a:p>
            <a:r>
              <a:rPr lang="es-419" sz="2400" dirty="0"/>
              <a:t># ['MARGARITA', 'mojito', 'CERVEZA', 'vino', 'café']</a:t>
            </a:r>
          </a:p>
          <a:p>
            <a:endParaRPr lang="es-419" sz="2400" dirty="0"/>
          </a:p>
          <a:p>
            <a:endParaRPr lang="es-419" sz="2400" dirty="0"/>
          </a:p>
          <a:p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397023982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DD6D60-B221-45C6-9F07-273CCEC28D47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486DE-FDD0-4807-824C-CDB36EF4B6DE}"/>
              </a:ext>
            </a:extLst>
          </p:cNvPr>
          <p:cNvSpPr txBox="1"/>
          <p:nvPr/>
        </p:nvSpPr>
        <p:spPr>
          <a:xfrm>
            <a:off x="576197" y="1973934"/>
            <a:ext cx="12651288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#Combinación de Listas</a:t>
            </a:r>
          </a:p>
          <a:p>
            <a:endParaRPr lang="es-ES" sz="2400" dirty="0"/>
          </a:p>
          <a:p>
            <a:r>
              <a:rPr lang="es-ES" sz="2400" dirty="0"/>
              <a:t>nombres = ["Margarita", "Mojito", "Cerveza"]</a:t>
            </a:r>
          </a:p>
          <a:p>
            <a:r>
              <a:rPr lang="es-ES" sz="2400" dirty="0"/>
              <a:t>precios = [150, 120, 80]</a:t>
            </a:r>
          </a:p>
          <a:p>
            <a:endParaRPr lang="es-ES" sz="2400" dirty="0"/>
          </a:p>
          <a:p>
            <a:r>
              <a:rPr lang="es-ES" sz="2400" dirty="0"/>
              <a:t>combinadas = [f"{nombre}: ${precio}" </a:t>
            </a:r>
            <a:r>
              <a:rPr lang="es-ES" sz="2400" dirty="0" err="1"/>
              <a:t>for</a:t>
            </a:r>
            <a:r>
              <a:rPr lang="es-ES" sz="2400" dirty="0"/>
              <a:t> nombre, precio in zip(nombres, precios)]</a:t>
            </a:r>
          </a:p>
          <a:p>
            <a:r>
              <a:rPr lang="es-ES" sz="2400" dirty="0"/>
              <a:t># ['Margarita: $150', 'Mojito: $120', 'Cerveza: $80']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204160553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DD6D60-B221-45C6-9F07-273CCEC28D47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486DE-FDD0-4807-824C-CDB36EF4B6DE}"/>
              </a:ext>
            </a:extLst>
          </p:cNvPr>
          <p:cNvSpPr txBox="1"/>
          <p:nvPr/>
        </p:nvSpPr>
        <p:spPr>
          <a:xfrm>
            <a:off x="413358" y="1944046"/>
            <a:ext cx="7390357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# Ordenar durante la </a:t>
            </a:r>
            <a:r>
              <a:rPr lang="es-419" sz="2400" dirty="0" err="1"/>
              <a:t>comprehension</a:t>
            </a:r>
            <a:endParaRPr lang="es-419" sz="2400" dirty="0"/>
          </a:p>
          <a:p>
            <a:r>
              <a:rPr lang="es-419" sz="2400" dirty="0"/>
              <a:t>ordenadas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sorted</a:t>
            </a:r>
            <a:r>
              <a:rPr lang="es-419" sz="2400" dirty="0"/>
              <a:t>(</a:t>
            </a:r>
            <a:r>
              <a:rPr lang="es-419" sz="2400" dirty="0" err="1"/>
              <a:t>lista_bebidas</a:t>
            </a:r>
            <a:r>
              <a:rPr lang="es-419" sz="2400" dirty="0"/>
              <a:t>, </a:t>
            </a:r>
            <a:r>
              <a:rPr lang="es-419" sz="2400" dirty="0" err="1"/>
              <a:t>key</a:t>
            </a:r>
            <a:r>
              <a:rPr lang="es-419" sz="2400" dirty="0"/>
              <a:t>=</a:t>
            </a:r>
            <a:r>
              <a:rPr lang="es-419" sz="2400" dirty="0" err="1"/>
              <a:t>len</a:t>
            </a:r>
            <a:r>
              <a:rPr lang="es-419" sz="2400" dirty="0"/>
              <a:t>)]</a:t>
            </a:r>
          </a:p>
          <a:p>
            <a:r>
              <a:rPr lang="es-419" sz="2400" dirty="0"/>
              <a:t># ['Vino', 'Café', 'Mojito', 'Cerveza', 'Margarita’]</a:t>
            </a:r>
          </a:p>
          <a:p>
            <a:endParaRPr lang="es-419" sz="2400" dirty="0"/>
          </a:p>
          <a:p>
            <a:r>
              <a:rPr lang="es-ES" sz="2400" dirty="0"/>
              <a:t>#Contar elementos que cumplen condición</a:t>
            </a:r>
          </a:p>
          <a:p>
            <a:r>
              <a:rPr lang="es-ES" sz="2400" dirty="0" err="1"/>
              <a:t>count_largas</a:t>
            </a:r>
            <a:r>
              <a:rPr lang="es-ES" sz="2400" dirty="0"/>
              <a:t> = sum(1 </a:t>
            </a:r>
            <a:r>
              <a:rPr lang="es-ES" sz="2400" dirty="0" err="1"/>
              <a:t>for</a:t>
            </a:r>
            <a:r>
              <a:rPr lang="es-ES" sz="2400" dirty="0"/>
              <a:t> b in </a:t>
            </a:r>
            <a:r>
              <a:rPr lang="es-ES" sz="2400" dirty="0" err="1"/>
              <a:t>lista_bebidas</a:t>
            </a:r>
            <a:r>
              <a:rPr lang="es-ES" sz="2400" dirty="0"/>
              <a:t> </a:t>
            </a:r>
            <a:r>
              <a:rPr lang="es-ES" sz="2400" dirty="0" err="1"/>
              <a:t>if</a:t>
            </a:r>
            <a:r>
              <a:rPr lang="es-ES" sz="2400" dirty="0"/>
              <a:t> </a:t>
            </a:r>
            <a:r>
              <a:rPr lang="es-ES" sz="2400" dirty="0" err="1"/>
              <a:t>len</a:t>
            </a:r>
            <a:r>
              <a:rPr lang="es-ES" sz="2400" dirty="0"/>
              <a:t>(b) &gt; 6)</a:t>
            </a:r>
          </a:p>
          <a:p>
            <a:r>
              <a:rPr lang="es-ES" sz="2400" dirty="0"/>
              <a:t># 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88A74E-49D9-44BB-9856-D8884F95A5F5}"/>
              </a:ext>
            </a:extLst>
          </p:cNvPr>
          <p:cNvSpPr txBox="1"/>
          <p:nvPr/>
        </p:nvSpPr>
        <p:spPr>
          <a:xfrm>
            <a:off x="6703997" y="4509808"/>
            <a:ext cx="6700245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# Sumar propiedades transformadas</a:t>
            </a:r>
          </a:p>
          <a:p>
            <a:r>
              <a:rPr lang="es-419" sz="2400" dirty="0" err="1"/>
              <a:t>total_letras</a:t>
            </a:r>
            <a:r>
              <a:rPr lang="es-419" sz="2400" dirty="0"/>
              <a:t> = sum(</a:t>
            </a:r>
            <a:r>
              <a:rPr lang="es-419" sz="2400" dirty="0" err="1"/>
              <a:t>len</a:t>
            </a:r>
            <a:r>
              <a:rPr lang="es-419" sz="2400" dirty="0"/>
              <a:t>(b)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)</a:t>
            </a:r>
          </a:p>
          <a:p>
            <a:r>
              <a:rPr lang="es-419" sz="2400" dirty="0"/>
              <a:t># 30</a:t>
            </a:r>
          </a:p>
          <a:p>
            <a:endParaRPr lang="es-419" sz="2400" dirty="0"/>
          </a:p>
          <a:p>
            <a:r>
              <a:rPr lang="es-ES" sz="2400" dirty="0"/>
              <a:t># Encontrar elemento con máxima propiedad</a:t>
            </a:r>
          </a:p>
          <a:p>
            <a:r>
              <a:rPr lang="es-ES" sz="2400" dirty="0" err="1"/>
              <a:t>mas_larga</a:t>
            </a:r>
            <a:r>
              <a:rPr lang="es-ES" sz="2400" dirty="0"/>
              <a:t> = </a:t>
            </a:r>
            <a:r>
              <a:rPr lang="es-ES" sz="2400" dirty="0" err="1"/>
              <a:t>max</a:t>
            </a:r>
            <a:r>
              <a:rPr lang="es-ES" sz="2400" dirty="0"/>
              <a:t>((b </a:t>
            </a:r>
            <a:r>
              <a:rPr lang="es-ES" sz="2400" dirty="0" err="1"/>
              <a:t>for</a:t>
            </a:r>
            <a:r>
              <a:rPr lang="es-ES" sz="2400" dirty="0"/>
              <a:t> b in </a:t>
            </a:r>
            <a:r>
              <a:rPr lang="es-ES" sz="2400" dirty="0" err="1"/>
              <a:t>lista_bebidas</a:t>
            </a:r>
            <a:r>
              <a:rPr lang="es-ES" sz="2400" dirty="0"/>
              <a:t>), </a:t>
            </a:r>
            <a:r>
              <a:rPr lang="es-ES" sz="2400" dirty="0" err="1"/>
              <a:t>key</a:t>
            </a:r>
            <a:r>
              <a:rPr lang="es-ES" sz="2400" dirty="0"/>
              <a:t>=</a:t>
            </a:r>
            <a:r>
              <a:rPr lang="es-ES" sz="2400" dirty="0" err="1"/>
              <a:t>len</a:t>
            </a:r>
            <a:r>
              <a:rPr lang="es-ES" sz="2400" dirty="0"/>
              <a:t>)</a:t>
            </a:r>
          </a:p>
          <a:p>
            <a:r>
              <a:rPr lang="es-ES" sz="2400" dirty="0"/>
              <a:t># 'Margarita'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157361790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10EFD0-772E-4142-91BB-F30FDF49833D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DC7CBB-35EF-4B18-A11D-404245736A46}"/>
              </a:ext>
            </a:extLst>
          </p:cNvPr>
          <p:cNvSpPr txBox="1"/>
          <p:nvPr/>
        </p:nvSpPr>
        <p:spPr>
          <a:xfrm>
            <a:off x="560541" y="1304349"/>
            <a:ext cx="12316216" cy="55399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400" b="1" dirty="0" err="1"/>
              <a:t>Comprehension</a:t>
            </a:r>
            <a:r>
              <a:rPr lang="es-419" sz="2400" b="1" dirty="0"/>
              <a:t> con </a:t>
            </a:r>
            <a:r>
              <a:rPr lang="es-419" sz="2400" b="1" dirty="0">
                <a:solidFill>
                  <a:srgbClr val="C00000"/>
                </a:solidFill>
              </a:rPr>
              <a:t>Transformación Condicional</a:t>
            </a:r>
          </a:p>
          <a:p>
            <a:endParaRPr lang="es-419" dirty="0"/>
          </a:p>
          <a:p>
            <a:r>
              <a:rPr lang="es-419" sz="2400" dirty="0" err="1"/>
              <a:t>lista_bebidas</a:t>
            </a:r>
            <a:r>
              <a:rPr lang="es-419" sz="2400" dirty="0"/>
              <a:t> = ["Margarita", "Mojito", "Cerveza artesanal", "Vino tinto", "Gin </a:t>
            </a:r>
            <a:r>
              <a:rPr lang="es-419" sz="2400" dirty="0" err="1"/>
              <a:t>Tonic</a:t>
            </a:r>
            <a:r>
              <a:rPr lang="es-419" sz="2400" dirty="0"/>
              <a:t>", "Café", "Té"]</a:t>
            </a:r>
          </a:p>
          <a:p>
            <a:endParaRPr lang="es-419" sz="2400" dirty="0"/>
          </a:p>
          <a:p>
            <a:r>
              <a:rPr lang="es-419" sz="2400" dirty="0"/>
              <a:t>							</a:t>
            </a:r>
            <a:r>
              <a:rPr lang="es-ES" sz="2400" dirty="0">
                <a:highlight>
                  <a:srgbClr val="FFFF00"/>
                </a:highlight>
              </a:rPr>
              <a:t> x </a:t>
            </a:r>
            <a:r>
              <a:rPr lang="es-ES" sz="2400" dirty="0" err="1">
                <a:highlight>
                  <a:srgbClr val="FFFF00"/>
                </a:highlight>
              </a:rPr>
              <a:t>for</a:t>
            </a:r>
            <a:r>
              <a:rPr lang="es-ES" sz="2400" dirty="0">
                <a:highlight>
                  <a:srgbClr val="FFFF00"/>
                </a:highlight>
              </a:rPr>
              <a:t> x </a:t>
            </a:r>
          </a:p>
          <a:p>
            <a:r>
              <a:rPr lang="es-ES" sz="2400" dirty="0"/>
              <a:t>					</a:t>
            </a:r>
            <a:r>
              <a:rPr lang="en-US" sz="2400" dirty="0"/>
              <a:t>[</a:t>
            </a:r>
            <a:r>
              <a:rPr lang="en-US" sz="2400" dirty="0" err="1">
                <a:highlight>
                  <a:srgbClr val="00FFFF"/>
                </a:highlight>
              </a:rPr>
              <a:t>expresion</a:t>
            </a:r>
            <a:r>
              <a:rPr lang="en-US" sz="2400" dirty="0"/>
              <a:t> for </a:t>
            </a:r>
            <a:r>
              <a:rPr lang="en-US" sz="2400" dirty="0" err="1">
                <a:highlight>
                  <a:srgbClr val="00FF00"/>
                </a:highlight>
              </a:rPr>
              <a:t>elemento</a:t>
            </a:r>
            <a:r>
              <a:rPr lang="en-US" sz="2400" dirty="0"/>
              <a:t> in </a:t>
            </a:r>
            <a:r>
              <a:rPr lang="en-US" sz="2400" dirty="0" err="1">
                <a:highlight>
                  <a:srgbClr val="C0C0C0"/>
                </a:highlight>
              </a:rPr>
              <a:t>iterable</a:t>
            </a:r>
            <a:r>
              <a:rPr lang="en-US" sz="2400" dirty="0"/>
              <a:t>]</a:t>
            </a:r>
            <a:endParaRPr lang="es-ES" sz="2400" dirty="0"/>
          </a:p>
          <a:p>
            <a:endParaRPr lang="es-419" sz="2400" dirty="0"/>
          </a:p>
          <a:p>
            <a:endParaRPr lang="es-419" sz="2400" dirty="0"/>
          </a:p>
          <a:p>
            <a:r>
              <a:rPr lang="es-419" sz="2400" dirty="0" err="1"/>
              <a:t>bebidas_transformadas</a:t>
            </a:r>
            <a:r>
              <a:rPr lang="es-419" sz="2400" dirty="0"/>
              <a:t> = [</a:t>
            </a:r>
          </a:p>
          <a:p>
            <a:r>
              <a:rPr lang="es-419" sz="2400" dirty="0">
                <a:highlight>
                  <a:srgbClr val="00FFFF"/>
                </a:highlight>
              </a:rPr>
              <a:t>    f"🍸 {</a:t>
            </a:r>
            <a:r>
              <a:rPr lang="es-419" sz="2400" dirty="0" err="1">
                <a:highlight>
                  <a:srgbClr val="00FFFF"/>
                </a:highlight>
              </a:rPr>
              <a:t>bebida.upper</a:t>
            </a:r>
            <a:r>
              <a:rPr lang="es-419" sz="2400" dirty="0">
                <a:highlight>
                  <a:srgbClr val="00FFFF"/>
                </a:highlight>
              </a:rPr>
              <a:t>()}!" </a:t>
            </a:r>
            <a:r>
              <a:rPr lang="es-419" sz="2400" dirty="0" err="1">
                <a:highlight>
                  <a:srgbClr val="00FFFF"/>
                </a:highlight>
              </a:rPr>
              <a:t>if</a:t>
            </a:r>
            <a:r>
              <a:rPr lang="es-419" sz="2400" dirty="0">
                <a:highlight>
                  <a:srgbClr val="00FFFF"/>
                </a:highlight>
              </a:rPr>
              <a:t> </a:t>
            </a:r>
            <a:r>
              <a:rPr lang="es-419" sz="2400" dirty="0" err="1">
                <a:highlight>
                  <a:srgbClr val="00FFFF"/>
                </a:highlight>
              </a:rPr>
              <a:t>len</a:t>
            </a:r>
            <a:r>
              <a:rPr lang="es-419" sz="2400" dirty="0">
                <a:highlight>
                  <a:srgbClr val="00FFFF"/>
                </a:highlight>
              </a:rPr>
              <a:t>(bebida) &gt; 6 </a:t>
            </a:r>
            <a:r>
              <a:rPr lang="es-419" sz="2400" dirty="0" err="1">
                <a:highlight>
                  <a:srgbClr val="00FFFF"/>
                </a:highlight>
              </a:rPr>
              <a:t>else</a:t>
            </a:r>
            <a:r>
              <a:rPr lang="es-419" sz="2400" dirty="0">
                <a:highlight>
                  <a:srgbClr val="00FFFF"/>
                </a:highlight>
              </a:rPr>
              <a:t> f "☕ {bebida}“</a:t>
            </a:r>
            <a:r>
              <a:rPr lang="es-419" sz="2400" dirty="0"/>
              <a:t> </a:t>
            </a:r>
            <a:r>
              <a:rPr lang="es-419" sz="2400" dirty="0" err="1"/>
              <a:t>for</a:t>
            </a:r>
            <a:r>
              <a:rPr lang="es-419" sz="2400" dirty="0"/>
              <a:t> </a:t>
            </a:r>
            <a:r>
              <a:rPr lang="es-419" sz="2400" dirty="0">
                <a:highlight>
                  <a:srgbClr val="00FF00"/>
                </a:highlight>
              </a:rPr>
              <a:t>bebida</a:t>
            </a:r>
            <a:r>
              <a:rPr lang="es-419" sz="2400" dirty="0"/>
              <a:t> in </a:t>
            </a:r>
            <a:r>
              <a:rPr lang="es-419" sz="2400" dirty="0" err="1">
                <a:highlight>
                  <a:srgbClr val="C0C0C0"/>
                </a:highlight>
              </a:rPr>
              <a:t>lista_bebidas</a:t>
            </a:r>
            <a:endParaRPr lang="es-419" sz="2400" dirty="0">
              <a:highlight>
                <a:srgbClr val="C0C0C0"/>
              </a:highlight>
            </a:endParaRPr>
          </a:p>
          <a:p>
            <a:r>
              <a:rPr lang="es-419" sz="2400" dirty="0"/>
              <a:t>]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("=== TRANSFORMACIÓN CONDICIONAL ===")</a:t>
            </a:r>
          </a:p>
          <a:p>
            <a:r>
              <a:rPr lang="es-419" sz="2400" dirty="0" err="1"/>
              <a:t>for</a:t>
            </a:r>
            <a:r>
              <a:rPr lang="es-419" sz="2400" dirty="0"/>
              <a:t> bebida in </a:t>
            </a:r>
            <a:r>
              <a:rPr lang="es-419" sz="2400" dirty="0" err="1"/>
              <a:t>bebidas_transformadas</a:t>
            </a:r>
            <a:r>
              <a:rPr lang="es-419" sz="2400" dirty="0"/>
              <a:t>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print</a:t>
            </a:r>
            <a:r>
              <a:rPr lang="es-419" sz="2400" dirty="0"/>
              <a:t>(bebida)</a:t>
            </a:r>
          </a:p>
        </p:txBody>
      </p:sp>
    </p:spTree>
    <p:extLst>
      <p:ext uri="{BB962C8B-B14F-4D97-AF65-F5344CB8AC3E}">
        <p14:creationId xmlns:p14="http://schemas.microsoft.com/office/powerpoint/2010/main" val="422677482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89F206-A4F6-4A5A-A6EE-DEAC43DEFE52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624466-EAFA-4847-9A0A-148E49D059D1}"/>
              </a:ext>
            </a:extLst>
          </p:cNvPr>
          <p:cNvSpPr txBox="1"/>
          <p:nvPr/>
        </p:nvSpPr>
        <p:spPr>
          <a:xfrm>
            <a:off x="560541" y="1304349"/>
            <a:ext cx="12316216" cy="3508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400" b="1" dirty="0" err="1"/>
              <a:t>Comprehension</a:t>
            </a:r>
            <a:r>
              <a:rPr lang="es-419" sz="2400" b="1" dirty="0"/>
              <a:t> con </a:t>
            </a:r>
            <a:r>
              <a:rPr lang="es-419" sz="2400" b="1" dirty="0">
                <a:solidFill>
                  <a:srgbClr val="C00000"/>
                </a:solidFill>
              </a:rPr>
              <a:t>Múltiples Condiciones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sz="2400" dirty="0" err="1"/>
              <a:t>bebidas_filtradas</a:t>
            </a:r>
            <a:r>
              <a:rPr lang="es-419" sz="2400" dirty="0"/>
              <a:t> = [</a:t>
            </a:r>
          </a:p>
          <a:p>
            <a:r>
              <a:rPr lang="es-419" sz="2400" dirty="0"/>
              <a:t>    f"🌟 {bebida}"  </a:t>
            </a:r>
            <a:r>
              <a:rPr lang="es-419" sz="2400" dirty="0" err="1"/>
              <a:t>for</a:t>
            </a:r>
            <a:r>
              <a:rPr lang="es-419" sz="2400" dirty="0"/>
              <a:t> bebida in </a:t>
            </a:r>
            <a:r>
              <a:rPr lang="es-419" sz="2400" dirty="0" err="1"/>
              <a:t>lista_bebidas</a:t>
            </a:r>
            <a:r>
              <a:rPr lang="es-419" sz="2400" dirty="0"/>
              <a:t>  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(bebida) &gt; 5 and 'a' in </a:t>
            </a:r>
            <a:r>
              <a:rPr lang="es-419" sz="2400" dirty="0" err="1"/>
              <a:t>bebida.lower</a:t>
            </a:r>
            <a:r>
              <a:rPr lang="es-419" sz="2400" dirty="0"/>
              <a:t>()</a:t>
            </a:r>
          </a:p>
          <a:p>
            <a:r>
              <a:rPr lang="es-419" sz="2400" dirty="0"/>
              <a:t>]</a:t>
            </a:r>
          </a:p>
          <a:p>
            <a:endParaRPr lang="es-419" sz="2400" dirty="0"/>
          </a:p>
          <a:p>
            <a:r>
              <a:rPr lang="es-419" sz="2400" dirty="0" err="1"/>
              <a:t>print</a:t>
            </a:r>
            <a:r>
              <a:rPr lang="es-419" sz="2400" dirty="0"/>
              <a:t>("\n=== 🔍 MÚLTIPLES CONDICIONES ===")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</a:t>
            </a:r>
            <a:r>
              <a:rPr lang="es-419" sz="2400" dirty="0" err="1"/>
              <a:t>bebidas_filtradas</a:t>
            </a:r>
            <a:r>
              <a:rPr lang="es-419" sz="2400" dirty="0"/>
              <a:t>)  # ['🌟 Margarita', '🌟 Cerveza artesanal']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7313591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E595EB8-4504-4A92-866E-CE6328D7E527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LISTAS DENTRO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“Anidadas”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3FC2B6-3B07-4E12-89A3-938599569081}"/>
              </a:ext>
            </a:extLst>
          </p:cNvPr>
          <p:cNvSpPr txBox="1"/>
          <p:nvPr/>
        </p:nvSpPr>
        <p:spPr>
          <a:xfrm>
            <a:off x="2674187" y="2659407"/>
            <a:ext cx="10144666" cy="3662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 #lista_bebidas dentro de una lista anidada con categorías</a:t>
            </a:r>
          </a:p>
          <a:p>
            <a:endParaRPr lang="es-ES" sz="2400" dirty="0"/>
          </a:p>
          <a:p>
            <a:r>
              <a:rPr lang="es-ES" sz="2400" b="1" dirty="0" err="1">
                <a:solidFill>
                  <a:schemeClr val="accent2"/>
                </a:solidFill>
              </a:rPr>
              <a:t>recomendacion_bebidas</a:t>
            </a:r>
            <a:r>
              <a:rPr lang="es-ES" sz="2400" b="1" dirty="0">
                <a:solidFill>
                  <a:schemeClr val="accent2"/>
                </a:solidFill>
              </a:rPr>
              <a:t> = [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[0], "coctel", "noche de fiesta"]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[1], "coctel", "verano"]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[2], "cerveza", "reunión con amigos"]</a:t>
            </a:r>
            <a:r>
              <a:rPr lang="es-ES" sz="2000" dirty="0"/>
              <a:t>, 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[3], "vino", "cena romántica"]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[4], "coctel", "after office"]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[5], "infusión", "mañana productiva"]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[6], "infusión", "tarde tranquila"]</a:t>
            </a:r>
          </a:p>
          <a:p>
            <a:r>
              <a:rPr lang="es-ES" sz="2000" b="1" dirty="0">
                <a:solidFill>
                  <a:schemeClr val="accent2"/>
                </a:solidFill>
              </a:rPr>
              <a:t>]</a:t>
            </a:r>
            <a:endParaRPr lang="es-419" sz="2400" b="1" dirty="0">
              <a:solidFill>
                <a:schemeClr val="accent2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A50CFDC-47D6-4848-9CEF-9126C5F88C02}"/>
              </a:ext>
            </a:extLst>
          </p:cNvPr>
          <p:cNvCxnSpPr>
            <a:cxnSpLocks/>
          </p:cNvCxnSpPr>
          <p:nvPr/>
        </p:nvCxnSpPr>
        <p:spPr>
          <a:xfrm flipV="1">
            <a:off x="4761781" y="3747700"/>
            <a:ext cx="4061285" cy="20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F39B69F-6718-430C-8BBF-B421714B6254}"/>
              </a:ext>
            </a:extLst>
          </p:cNvPr>
          <p:cNvSpPr txBox="1"/>
          <p:nvPr/>
        </p:nvSpPr>
        <p:spPr>
          <a:xfrm>
            <a:off x="8823066" y="3609201"/>
            <a:ext cx="393376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Es la primera bebida de la lista de bebidas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518512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7A5737-7409-44B8-84DC-6646F27A43AD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RECORRIDO LISTAS “Anidadas”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DD255F-FD61-4435-A45F-1EA5783F7FB5}"/>
              </a:ext>
            </a:extLst>
          </p:cNvPr>
          <p:cNvSpPr txBox="1"/>
          <p:nvPr/>
        </p:nvSpPr>
        <p:spPr>
          <a:xfrm>
            <a:off x="688932" y="1922404"/>
            <a:ext cx="13128668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 err="1"/>
              <a:t>print</a:t>
            </a:r>
            <a:r>
              <a:rPr lang="es-419" sz="2000" dirty="0"/>
              <a:t>("===</a:t>
            </a:r>
            <a:r>
              <a:rPr lang="es-ES" sz="2000" dirty="0"/>
              <a:t>🥂</a:t>
            </a:r>
            <a:r>
              <a:rPr lang="es-419" sz="2000" dirty="0"/>
              <a:t>BEBIDAS CATEGORIZADAS ===")</a:t>
            </a:r>
          </a:p>
          <a:p>
            <a:endParaRPr lang="es-419" sz="2000" dirty="0"/>
          </a:p>
          <a:p>
            <a:r>
              <a:rPr lang="es-419" sz="2000" dirty="0" err="1"/>
              <a:t>for</a:t>
            </a:r>
            <a:r>
              <a:rPr lang="es-419" sz="2000" dirty="0"/>
              <a:t> bebida in </a:t>
            </a:r>
            <a:r>
              <a:rPr lang="es-419" sz="2000" dirty="0" err="1"/>
              <a:t>bebidas_categorizadas</a:t>
            </a:r>
            <a:r>
              <a:rPr lang="es-419" sz="2000" dirty="0"/>
              <a:t>:</a:t>
            </a:r>
          </a:p>
          <a:p>
            <a:r>
              <a:rPr lang="es-419" sz="2000" dirty="0"/>
              <a:t>    </a:t>
            </a:r>
            <a:r>
              <a:rPr lang="es-419" sz="2000" dirty="0">
                <a:highlight>
                  <a:srgbClr val="00FF00"/>
                </a:highlight>
              </a:rPr>
              <a:t>nombre, </a:t>
            </a:r>
            <a:r>
              <a:rPr lang="es-419" sz="2000" dirty="0" err="1">
                <a:highlight>
                  <a:srgbClr val="00FF00"/>
                </a:highlight>
              </a:rPr>
              <a:t>categoria</a:t>
            </a:r>
            <a:r>
              <a:rPr lang="es-419" sz="2000" dirty="0">
                <a:highlight>
                  <a:srgbClr val="00FF00"/>
                </a:highlight>
              </a:rPr>
              <a:t>, </a:t>
            </a:r>
            <a:r>
              <a:rPr lang="es-419" sz="2000" dirty="0" err="1">
                <a:highlight>
                  <a:srgbClr val="00FF00"/>
                </a:highlight>
              </a:rPr>
              <a:t>ocasion</a:t>
            </a:r>
            <a:r>
              <a:rPr lang="es-419" sz="2000" dirty="0">
                <a:highlight>
                  <a:srgbClr val="00FF00"/>
                </a:highlight>
              </a:rPr>
              <a:t> = bebida</a:t>
            </a:r>
          </a:p>
          <a:p>
            <a:r>
              <a:rPr lang="es-419" sz="2000" dirty="0"/>
              <a:t>    </a:t>
            </a:r>
          </a:p>
          <a:p>
            <a:r>
              <a:rPr lang="es-419" sz="2000" dirty="0"/>
              <a:t>    </a:t>
            </a:r>
            <a:r>
              <a:rPr lang="es-419" sz="2000" dirty="0">
                <a:highlight>
                  <a:srgbClr val="FFFF00"/>
                </a:highlight>
              </a:rPr>
              <a:t>emoji = "🍸" </a:t>
            </a:r>
            <a:r>
              <a:rPr lang="es-419" sz="2000" dirty="0" err="1">
                <a:highlight>
                  <a:srgbClr val="FFFF00"/>
                </a:highlight>
              </a:rPr>
              <a:t>if</a:t>
            </a:r>
            <a:r>
              <a:rPr lang="es-419" sz="2000" dirty="0">
                <a:highlight>
                  <a:srgbClr val="FFFF00"/>
                </a:highlight>
              </a:rPr>
              <a:t> </a:t>
            </a:r>
            <a:r>
              <a:rPr lang="es-419" sz="2000" dirty="0" err="1">
                <a:highlight>
                  <a:srgbClr val="FFFF00"/>
                </a:highlight>
              </a:rPr>
              <a:t>categoria</a:t>
            </a:r>
            <a:r>
              <a:rPr lang="es-419" sz="2000" dirty="0">
                <a:highlight>
                  <a:srgbClr val="FFFF00"/>
                </a:highlight>
              </a:rPr>
              <a:t> == "coctel" </a:t>
            </a:r>
            <a:r>
              <a:rPr lang="es-419" sz="2000" dirty="0" err="1">
                <a:highlight>
                  <a:srgbClr val="FFFF00"/>
                </a:highlight>
              </a:rPr>
              <a:t>else</a:t>
            </a:r>
            <a:r>
              <a:rPr lang="es-419" sz="2000" dirty="0">
                <a:highlight>
                  <a:srgbClr val="FFFF00"/>
                </a:highlight>
              </a:rPr>
              <a:t> "🍷" </a:t>
            </a:r>
            <a:r>
              <a:rPr lang="es-419" sz="2000" dirty="0" err="1">
                <a:highlight>
                  <a:srgbClr val="FFFF00"/>
                </a:highlight>
              </a:rPr>
              <a:t>if</a:t>
            </a:r>
            <a:r>
              <a:rPr lang="es-419" sz="2000" dirty="0">
                <a:highlight>
                  <a:srgbClr val="FFFF00"/>
                </a:highlight>
              </a:rPr>
              <a:t> </a:t>
            </a:r>
            <a:r>
              <a:rPr lang="es-419" sz="2000" dirty="0" err="1">
                <a:highlight>
                  <a:srgbClr val="FFFF00"/>
                </a:highlight>
              </a:rPr>
              <a:t>categoria</a:t>
            </a:r>
            <a:r>
              <a:rPr lang="es-419" sz="2000" dirty="0">
                <a:highlight>
                  <a:srgbClr val="FFFF00"/>
                </a:highlight>
              </a:rPr>
              <a:t> == "vino" </a:t>
            </a:r>
            <a:r>
              <a:rPr lang="es-419" sz="2000" dirty="0" err="1">
                <a:highlight>
                  <a:srgbClr val="FFFF00"/>
                </a:highlight>
              </a:rPr>
              <a:t>else</a:t>
            </a:r>
            <a:r>
              <a:rPr lang="es-419" sz="2000" dirty="0">
                <a:highlight>
                  <a:srgbClr val="FFFF00"/>
                </a:highlight>
              </a:rPr>
              <a:t> "🍺" </a:t>
            </a:r>
            <a:r>
              <a:rPr lang="es-419" sz="2000" dirty="0" err="1">
                <a:highlight>
                  <a:srgbClr val="FFFF00"/>
                </a:highlight>
              </a:rPr>
              <a:t>if</a:t>
            </a:r>
            <a:r>
              <a:rPr lang="es-419" sz="2000" dirty="0">
                <a:highlight>
                  <a:srgbClr val="FFFF00"/>
                </a:highlight>
              </a:rPr>
              <a:t> </a:t>
            </a:r>
            <a:r>
              <a:rPr lang="es-419" sz="2000" dirty="0" err="1">
                <a:highlight>
                  <a:srgbClr val="FFFF00"/>
                </a:highlight>
              </a:rPr>
              <a:t>categoria</a:t>
            </a:r>
            <a:r>
              <a:rPr lang="es-419" sz="2000" dirty="0">
                <a:highlight>
                  <a:srgbClr val="FFFF00"/>
                </a:highlight>
              </a:rPr>
              <a:t> == "cerveza" </a:t>
            </a:r>
            <a:r>
              <a:rPr lang="es-419" sz="2000" dirty="0" err="1">
                <a:highlight>
                  <a:srgbClr val="FFFF00"/>
                </a:highlight>
              </a:rPr>
              <a:t>else</a:t>
            </a:r>
            <a:r>
              <a:rPr lang="es-419" sz="2000" dirty="0">
                <a:highlight>
                  <a:srgbClr val="FFFF00"/>
                </a:highlight>
              </a:rPr>
              <a:t> "☕"</a:t>
            </a:r>
          </a:p>
          <a:p>
            <a:endParaRPr lang="es-419" sz="2000" dirty="0"/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(f"{emoji} {nombre} -&gt; {</a:t>
            </a:r>
            <a:r>
              <a:rPr lang="es-419" sz="2000" dirty="0" err="1"/>
              <a:t>categoria</a:t>
            </a:r>
            <a:r>
              <a:rPr lang="es-419" sz="2000" dirty="0"/>
              <a:t>} para {</a:t>
            </a:r>
            <a:r>
              <a:rPr lang="es-419" sz="2000" dirty="0" err="1"/>
              <a:t>ocasion</a:t>
            </a:r>
            <a:r>
              <a:rPr lang="es-419" sz="2000" dirty="0"/>
              <a:t>}")</a:t>
            </a:r>
          </a:p>
          <a:p>
            <a:endParaRPr lang="es-419" sz="2000" dirty="0"/>
          </a:p>
          <a:p>
            <a:endParaRPr lang="es-419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B86A70-DD2A-48AE-B82D-AA484FE58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34" y="4928781"/>
            <a:ext cx="4587289" cy="2358891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581BD11-5EFA-4077-91E6-854A0DA86629}"/>
              </a:ext>
            </a:extLst>
          </p:cNvPr>
          <p:cNvCxnSpPr>
            <a:cxnSpLocks/>
          </p:cNvCxnSpPr>
          <p:nvPr/>
        </p:nvCxnSpPr>
        <p:spPr>
          <a:xfrm>
            <a:off x="1340285" y="3181611"/>
            <a:ext cx="2430049" cy="2134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CBE68FC-75BF-4DF9-A4CA-8DA6A4E1EF80}"/>
              </a:ext>
            </a:extLst>
          </p:cNvPr>
          <p:cNvCxnSpPr>
            <a:cxnSpLocks/>
          </p:cNvCxnSpPr>
          <p:nvPr/>
        </p:nvCxnSpPr>
        <p:spPr>
          <a:xfrm>
            <a:off x="2555309" y="3269293"/>
            <a:ext cx="2918565" cy="2047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4C4EDA0B-0BEE-4C02-B633-BC821EC7B751}"/>
              </a:ext>
            </a:extLst>
          </p:cNvPr>
          <p:cNvCxnSpPr>
            <a:cxnSpLocks/>
          </p:cNvCxnSpPr>
          <p:nvPr/>
        </p:nvCxnSpPr>
        <p:spPr>
          <a:xfrm>
            <a:off x="3770334" y="3269293"/>
            <a:ext cx="2918564" cy="1950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63C9154-9156-4FCA-AD4A-4A508C72EB62}"/>
              </a:ext>
            </a:extLst>
          </p:cNvPr>
          <p:cNvCxnSpPr>
            <a:cxnSpLocks/>
          </p:cNvCxnSpPr>
          <p:nvPr/>
        </p:nvCxnSpPr>
        <p:spPr>
          <a:xfrm>
            <a:off x="951978" y="2918564"/>
            <a:ext cx="0" cy="157828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8A3A6DE-0463-4131-AFA0-FC1E14E403DF}"/>
              </a:ext>
            </a:extLst>
          </p:cNvPr>
          <p:cNvCxnSpPr>
            <a:cxnSpLocks/>
          </p:cNvCxnSpPr>
          <p:nvPr/>
        </p:nvCxnSpPr>
        <p:spPr>
          <a:xfrm flipV="1">
            <a:off x="4809995" y="2170437"/>
            <a:ext cx="912053" cy="874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4062F0E-CBED-44F6-BC5E-3642AA7F9218}"/>
              </a:ext>
            </a:extLst>
          </p:cNvPr>
          <p:cNvSpPr txBox="1"/>
          <p:nvPr/>
        </p:nvSpPr>
        <p:spPr>
          <a:xfrm>
            <a:off x="5622712" y="1203484"/>
            <a:ext cx="7914704" cy="19389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Esta instrucción se llama </a:t>
            </a: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desempaquetado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la variable del </a:t>
            </a:r>
            <a:r>
              <a:rPr lang="es-E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bebida, en cada iteración, queda el registro de cada lista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Y se asocia desempaqueta en cada nombre de variable definido.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dirty="0"/>
              <a:t>1ª Iteración: </a:t>
            </a:r>
            <a:endParaRPr kumimoji="0" lang="es-E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bebida = ["Margarita", "coctel", "noche de fiesta"]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nombre, </a:t>
            </a:r>
            <a:r>
              <a:rPr kumimoji="0" lang="es-E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categoria</a:t>
            </a: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s-E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ocasion</a:t>
            </a: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= bebida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F458135-BE0D-45A3-BDC2-5CA128614131}"/>
              </a:ext>
            </a:extLst>
          </p:cNvPr>
          <p:cNvCxnSpPr/>
          <p:nvPr/>
        </p:nvCxnSpPr>
        <p:spPr>
          <a:xfrm flipH="1">
            <a:off x="6382628" y="2548853"/>
            <a:ext cx="839244" cy="369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25B0CE8-2923-4612-8B1E-9736E79BDD0C}"/>
              </a:ext>
            </a:extLst>
          </p:cNvPr>
          <p:cNvCxnSpPr>
            <a:cxnSpLocks/>
          </p:cNvCxnSpPr>
          <p:nvPr/>
        </p:nvCxnSpPr>
        <p:spPr>
          <a:xfrm flipH="1">
            <a:off x="7089742" y="2500614"/>
            <a:ext cx="987877" cy="36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4A82FAE7-932A-4CBC-8805-4753E0558B1F}"/>
              </a:ext>
            </a:extLst>
          </p:cNvPr>
          <p:cNvCxnSpPr>
            <a:cxnSpLocks/>
          </p:cNvCxnSpPr>
          <p:nvPr/>
        </p:nvCxnSpPr>
        <p:spPr>
          <a:xfrm flipH="1">
            <a:off x="8180580" y="2500614"/>
            <a:ext cx="987877" cy="36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13349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89F206-A4F6-4A5A-A6EE-DEAC43DEFE52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624466-EAFA-4847-9A0A-148E49D059D1}"/>
              </a:ext>
            </a:extLst>
          </p:cNvPr>
          <p:cNvSpPr txBox="1"/>
          <p:nvPr/>
        </p:nvSpPr>
        <p:spPr>
          <a:xfrm>
            <a:off x="1049056" y="1577876"/>
            <a:ext cx="12316216" cy="47089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400" b="1" dirty="0" err="1"/>
              <a:t>Comprehensions</a:t>
            </a:r>
            <a:r>
              <a:rPr lang="es-419" sz="2400" b="1" dirty="0"/>
              <a:t> </a:t>
            </a:r>
            <a:r>
              <a:rPr lang="es-419" sz="2400" b="1" dirty="0">
                <a:solidFill>
                  <a:srgbClr val="C00000"/>
                </a:solidFill>
              </a:rPr>
              <a:t>Anidadas: Combinaciones Entre Listas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sz="2000" dirty="0"/>
              <a:t>ingredientes = ["limón", "menta", "hielo", "azúcar"]</a:t>
            </a:r>
          </a:p>
          <a:p>
            <a:r>
              <a:rPr lang="es-419" sz="2000" dirty="0" err="1"/>
              <a:t>bebidas_base</a:t>
            </a:r>
            <a:r>
              <a:rPr lang="es-419" sz="2000" dirty="0"/>
              <a:t> = ["ron", "vodka", "ginebra"]</a:t>
            </a:r>
          </a:p>
          <a:p>
            <a:endParaRPr lang="es-419" sz="2000" dirty="0"/>
          </a:p>
          <a:p>
            <a:r>
              <a:rPr lang="es-419" sz="2000" dirty="0"/>
              <a:t>combinaciones = [</a:t>
            </a:r>
          </a:p>
          <a:p>
            <a:r>
              <a:rPr lang="es-419" sz="2000" dirty="0"/>
              <a:t>    f"🍹 {bebida} con {ingrediente}"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for</a:t>
            </a:r>
            <a:r>
              <a:rPr lang="es-419" sz="2000" dirty="0"/>
              <a:t> bebida in </a:t>
            </a:r>
            <a:r>
              <a:rPr lang="es-419" sz="2000" dirty="0" err="1"/>
              <a:t>bebidas_base</a:t>
            </a:r>
            <a:endParaRPr lang="es-419" sz="2000" dirty="0"/>
          </a:p>
          <a:p>
            <a:r>
              <a:rPr lang="es-419" sz="2000" dirty="0"/>
              <a:t>    </a:t>
            </a:r>
            <a:r>
              <a:rPr lang="es-419" sz="2000" dirty="0" err="1"/>
              <a:t>for</a:t>
            </a:r>
            <a:r>
              <a:rPr lang="es-419" sz="2000" dirty="0"/>
              <a:t> ingrediente in ingredientes</a:t>
            </a:r>
          </a:p>
          <a:p>
            <a:r>
              <a:rPr lang="es-419" sz="2000" dirty="0"/>
              <a:t>]</a:t>
            </a:r>
          </a:p>
          <a:p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("\n=== 🔄 COMBINACIONES ANIDADAS ===")</a:t>
            </a:r>
          </a:p>
          <a:p>
            <a:r>
              <a:rPr lang="es-419" sz="2000" dirty="0" err="1"/>
              <a:t>for</a:t>
            </a:r>
            <a:r>
              <a:rPr lang="es-419" sz="2000" dirty="0"/>
              <a:t> combo in combinaciones[:6]:  # Mostrar solo 6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(combo)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07438806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73DB45-D6D5-4CA7-9151-029E07453FC2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Concepto </a:t>
            </a:r>
            <a:r>
              <a:rPr lang="es-ES" sz="4000" dirty="0" err="1"/>
              <a:t>Enumerate</a:t>
            </a:r>
            <a:endParaRPr lang="es-ES" sz="4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F838B5-DD36-4859-9F78-C453644284AB}"/>
              </a:ext>
            </a:extLst>
          </p:cNvPr>
          <p:cNvSpPr txBox="1"/>
          <p:nvPr/>
        </p:nvSpPr>
        <p:spPr>
          <a:xfrm>
            <a:off x="926540" y="2314276"/>
            <a:ext cx="12338523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b="1" dirty="0" err="1">
                <a:solidFill>
                  <a:schemeClr val="accent6"/>
                </a:solidFill>
              </a:rPr>
              <a:t>Enumerate</a:t>
            </a:r>
            <a:r>
              <a:rPr lang="es-ES" sz="2400" dirty="0"/>
              <a:t>: es una función </a:t>
            </a:r>
            <a:r>
              <a:rPr lang="es-ES" sz="2400" dirty="0" err="1"/>
              <a:t>built</a:t>
            </a:r>
            <a:r>
              <a:rPr lang="es-ES" sz="2400" dirty="0"/>
              <a:t>-in de Python que agrega un contador a un iterable:</a:t>
            </a:r>
          </a:p>
          <a:p>
            <a:endParaRPr lang="es-ES" sz="2400" dirty="0"/>
          </a:p>
          <a:p>
            <a:r>
              <a:rPr lang="pt-BR" sz="2400" dirty="0" err="1"/>
              <a:t>lista_bebidas</a:t>
            </a:r>
            <a:r>
              <a:rPr lang="pt-BR" sz="2400" dirty="0"/>
              <a:t> = ["Margarita", "Mojito", "</a:t>
            </a:r>
            <a:r>
              <a:rPr lang="pt-BR" sz="2400" dirty="0" err="1"/>
              <a:t>Cerveza</a:t>
            </a:r>
            <a:r>
              <a:rPr lang="pt-BR" sz="2400" dirty="0"/>
              <a:t> artesanal", "</a:t>
            </a:r>
            <a:r>
              <a:rPr lang="pt-BR" sz="2400" dirty="0" err="1"/>
              <a:t>Vino</a:t>
            </a:r>
            <a:r>
              <a:rPr lang="pt-BR" sz="2400" dirty="0"/>
              <a:t> tinto", "Gin </a:t>
            </a:r>
            <a:r>
              <a:rPr lang="pt-BR" sz="2400" dirty="0" err="1"/>
              <a:t>Tonic</a:t>
            </a:r>
            <a:r>
              <a:rPr lang="pt-BR" sz="2400" dirty="0"/>
              <a:t>"]</a:t>
            </a:r>
          </a:p>
          <a:p>
            <a:endParaRPr lang="pt-BR" sz="2400" dirty="0"/>
          </a:p>
          <a:p>
            <a:r>
              <a:rPr lang="es-419" sz="2400" dirty="0" err="1"/>
              <a:t>for</a:t>
            </a:r>
            <a:r>
              <a:rPr lang="es-419" sz="2400" dirty="0"/>
              <a:t> </a:t>
            </a:r>
            <a:r>
              <a:rPr lang="es-419" sz="2400" dirty="0" err="1">
                <a:highlight>
                  <a:srgbClr val="00FFFF"/>
                </a:highlight>
              </a:rPr>
              <a:t>indice</a:t>
            </a:r>
            <a:r>
              <a:rPr lang="es-419" sz="2400" dirty="0"/>
              <a:t>, bebida in </a:t>
            </a:r>
            <a:r>
              <a:rPr lang="es-419" sz="2400" dirty="0" err="1">
                <a:highlight>
                  <a:srgbClr val="00FFFF"/>
                </a:highlight>
              </a:rPr>
              <a:t>enumerate</a:t>
            </a:r>
            <a:r>
              <a:rPr lang="es-419" sz="2400" dirty="0"/>
              <a:t>(</a:t>
            </a:r>
            <a:r>
              <a:rPr lang="es-419" sz="2400" dirty="0" err="1"/>
              <a:t>lista_bebidas</a:t>
            </a:r>
            <a:r>
              <a:rPr lang="es-419" sz="2400" dirty="0"/>
              <a:t>): </a:t>
            </a:r>
          </a:p>
          <a:p>
            <a:r>
              <a:rPr lang="es-419" sz="2400" dirty="0"/>
              <a:t>   </a:t>
            </a:r>
            <a:r>
              <a:rPr lang="es-419" sz="2400" dirty="0" err="1"/>
              <a:t>print</a:t>
            </a:r>
            <a:r>
              <a:rPr lang="es-419" sz="2400" dirty="0"/>
              <a:t>(f"{</a:t>
            </a:r>
            <a:r>
              <a:rPr lang="es-419" sz="2400" dirty="0" err="1">
                <a:highlight>
                  <a:srgbClr val="00FFFF"/>
                </a:highlight>
              </a:rPr>
              <a:t>indice</a:t>
            </a:r>
            <a:r>
              <a:rPr lang="es-419" sz="2400" dirty="0"/>
              <a:t>}: {bebida}")</a:t>
            </a:r>
          </a:p>
          <a:p>
            <a:endParaRPr lang="es-419" sz="2400" dirty="0"/>
          </a:p>
          <a:p>
            <a:r>
              <a:rPr lang="es-419" sz="2400" dirty="0"/>
              <a:t># Usar </a:t>
            </a:r>
            <a:r>
              <a:rPr lang="es-419" sz="2400" dirty="0" err="1"/>
              <a:t>enumerate</a:t>
            </a:r>
            <a:r>
              <a:rPr lang="es-419" sz="2400" dirty="0"/>
              <a:t> para tener índice</a:t>
            </a:r>
          </a:p>
          <a:p>
            <a:r>
              <a:rPr lang="es-419" sz="2400" dirty="0"/>
              <a:t>numeradas = [f"{i+1}. {b}" </a:t>
            </a:r>
            <a:r>
              <a:rPr lang="es-419" sz="2400" dirty="0" err="1"/>
              <a:t>for</a:t>
            </a:r>
            <a:r>
              <a:rPr lang="es-419" sz="2400" dirty="0"/>
              <a:t> i, b in </a:t>
            </a:r>
            <a:r>
              <a:rPr lang="es-419" sz="2400" dirty="0" err="1"/>
              <a:t>enumerate</a:t>
            </a:r>
            <a:r>
              <a:rPr lang="es-419" sz="2400" dirty="0"/>
              <a:t>(</a:t>
            </a:r>
            <a:r>
              <a:rPr lang="es-419" sz="2400" dirty="0" err="1"/>
              <a:t>lista_bebidas</a:t>
            </a:r>
            <a:r>
              <a:rPr lang="es-419" sz="2400" dirty="0"/>
              <a:t>)]</a:t>
            </a:r>
          </a:p>
          <a:p>
            <a:r>
              <a:rPr lang="es-419" sz="2400" dirty="0"/>
              <a:t># ['1. Margarita', '2. Mojito', '3. Cerveza', '4. Vino', '5. Café’]</a:t>
            </a:r>
          </a:p>
          <a:p>
            <a:endParaRPr lang="es-419" sz="2400" dirty="0"/>
          </a:p>
          <a:p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178774617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F30AB3C-64E9-4BDB-8A18-AF9D5257012B}"/>
              </a:ext>
            </a:extLst>
          </p:cNvPr>
          <p:cNvSpPr txBox="1"/>
          <p:nvPr/>
        </p:nvSpPr>
        <p:spPr>
          <a:xfrm>
            <a:off x="2899655" y="284312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D45E9B-BDF9-4897-8578-613B683FD0A8}"/>
              </a:ext>
            </a:extLst>
          </p:cNvPr>
          <p:cNvSpPr txBox="1"/>
          <p:nvPr/>
        </p:nvSpPr>
        <p:spPr>
          <a:xfrm>
            <a:off x="1189103" y="860278"/>
            <a:ext cx="12316216" cy="65864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800" b="1" dirty="0" err="1"/>
              <a:t>Comprehensions</a:t>
            </a:r>
            <a:r>
              <a:rPr lang="es-419" sz="2800" b="1" dirty="0"/>
              <a:t> </a:t>
            </a:r>
            <a:r>
              <a:rPr lang="es-419" sz="2800" b="1" dirty="0">
                <a:solidFill>
                  <a:srgbClr val="C00000"/>
                </a:solidFill>
              </a:rPr>
              <a:t>con </a:t>
            </a:r>
            <a:r>
              <a:rPr lang="es-419" sz="2800" b="1" dirty="0" err="1">
                <a:solidFill>
                  <a:srgbClr val="C00000"/>
                </a:solidFill>
              </a:rPr>
              <a:t>Enumerate</a:t>
            </a:r>
            <a:endParaRPr lang="es-419" sz="2800" b="1" dirty="0">
              <a:solidFill>
                <a:srgbClr val="C00000"/>
              </a:solidFill>
            </a:endParaRPr>
          </a:p>
          <a:p>
            <a:endParaRPr lang="es-419" dirty="0"/>
          </a:p>
          <a:p>
            <a:endParaRPr lang="es-419" dirty="0"/>
          </a:p>
          <a:p>
            <a:pPr algn="ctr"/>
            <a:r>
              <a:rPr lang="es-419" sz="2800" dirty="0"/>
              <a:t>[</a:t>
            </a:r>
            <a:r>
              <a:rPr lang="es-419" sz="2800" dirty="0" err="1">
                <a:highlight>
                  <a:srgbClr val="C0C0C0"/>
                </a:highlight>
              </a:rPr>
              <a:t>expresion</a:t>
            </a:r>
            <a:r>
              <a:rPr lang="es-419" sz="2800" dirty="0"/>
              <a:t> </a:t>
            </a:r>
            <a:r>
              <a:rPr lang="es-419" sz="2800" dirty="0" err="1"/>
              <a:t>for</a:t>
            </a:r>
            <a:r>
              <a:rPr lang="es-419" sz="2800" dirty="0"/>
              <a:t> </a:t>
            </a:r>
            <a:r>
              <a:rPr lang="es-419" sz="2800" dirty="0" err="1">
                <a:highlight>
                  <a:srgbClr val="00FFFF"/>
                </a:highlight>
              </a:rPr>
              <a:t>indice</a:t>
            </a:r>
            <a:r>
              <a:rPr lang="es-419" sz="2800" dirty="0">
                <a:highlight>
                  <a:srgbClr val="00FFFF"/>
                </a:highlight>
              </a:rPr>
              <a:t>, elemento</a:t>
            </a:r>
            <a:r>
              <a:rPr lang="es-419" sz="2800" dirty="0"/>
              <a:t> in </a:t>
            </a:r>
            <a:r>
              <a:rPr lang="es-419" sz="2800" dirty="0" err="1">
                <a:highlight>
                  <a:srgbClr val="FFFF00"/>
                </a:highlight>
              </a:rPr>
              <a:t>enumerate</a:t>
            </a:r>
            <a:r>
              <a:rPr lang="es-419" sz="2800" dirty="0">
                <a:highlight>
                  <a:srgbClr val="FFFF00"/>
                </a:highlight>
              </a:rPr>
              <a:t>(iterable</a:t>
            </a:r>
            <a:r>
              <a:rPr lang="es-419" sz="2800" dirty="0"/>
              <a:t>)]</a:t>
            </a:r>
          </a:p>
          <a:p>
            <a:endParaRPr lang="es-419" sz="2200" dirty="0"/>
          </a:p>
          <a:p>
            <a:r>
              <a:rPr lang="es-419" sz="2200" dirty="0" err="1"/>
              <a:t>lista_bebidas</a:t>
            </a:r>
            <a:r>
              <a:rPr lang="es-419" sz="2200" dirty="0"/>
              <a:t> = ["Margarita", "Mojito", "Cerveza artesanal", "Vino tinto", "Gin </a:t>
            </a:r>
            <a:r>
              <a:rPr lang="es-419" sz="2200" dirty="0" err="1"/>
              <a:t>Tonic</a:t>
            </a:r>
            <a:r>
              <a:rPr lang="es-419" sz="2200" dirty="0"/>
              <a:t>", "Café", "Té"]</a:t>
            </a:r>
          </a:p>
          <a:p>
            <a:endParaRPr lang="es-419" sz="2200" dirty="0"/>
          </a:p>
          <a:p>
            <a:r>
              <a:rPr lang="es-419" sz="2200" dirty="0" err="1"/>
              <a:t>bebidas_priorizadas</a:t>
            </a:r>
            <a:r>
              <a:rPr lang="es-419" sz="2200" dirty="0"/>
              <a:t> = [</a:t>
            </a:r>
          </a:p>
          <a:p>
            <a:r>
              <a:rPr lang="es-419" sz="2200" dirty="0"/>
              <a:t>    </a:t>
            </a:r>
          </a:p>
          <a:p>
            <a:r>
              <a:rPr lang="es-419" sz="2200" dirty="0">
                <a:highlight>
                  <a:srgbClr val="C0C0C0"/>
                </a:highlight>
              </a:rPr>
              <a:t>   (f"🥇 {bebida}" </a:t>
            </a:r>
            <a:r>
              <a:rPr lang="es-419" sz="2200" dirty="0" err="1">
                <a:highlight>
                  <a:srgbClr val="C0C0C0"/>
                </a:highlight>
              </a:rPr>
              <a:t>if</a:t>
            </a:r>
            <a:r>
              <a:rPr lang="es-419" sz="2200" dirty="0">
                <a:highlight>
                  <a:srgbClr val="C0C0C0"/>
                </a:highlight>
              </a:rPr>
              <a:t> i == 0 </a:t>
            </a:r>
            <a:r>
              <a:rPr lang="es-419" sz="2200" dirty="0" err="1">
                <a:highlight>
                  <a:srgbClr val="C0C0C0"/>
                </a:highlight>
              </a:rPr>
              <a:t>else</a:t>
            </a:r>
            <a:r>
              <a:rPr lang="es-419" sz="2200" dirty="0">
                <a:highlight>
                  <a:srgbClr val="C0C0C0"/>
                </a:highlight>
              </a:rPr>
              <a:t>  f"🥈 {bebida}" </a:t>
            </a:r>
            <a:r>
              <a:rPr lang="es-419" sz="2200" dirty="0" err="1">
                <a:highlight>
                  <a:srgbClr val="C0C0C0"/>
                </a:highlight>
              </a:rPr>
              <a:t>if</a:t>
            </a:r>
            <a:r>
              <a:rPr lang="es-419" sz="2200" dirty="0">
                <a:highlight>
                  <a:srgbClr val="C0C0C0"/>
                </a:highlight>
              </a:rPr>
              <a:t> i == 1 </a:t>
            </a:r>
            <a:r>
              <a:rPr lang="es-419" sz="2200" dirty="0" err="1">
                <a:highlight>
                  <a:srgbClr val="C0C0C0"/>
                </a:highlight>
              </a:rPr>
              <a:t>else</a:t>
            </a:r>
            <a:r>
              <a:rPr lang="es-419" sz="2200" dirty="0">
                <a:highlight>
                  <a:srgbClr val="C0C0C0"/>
                </a:highlight>
              </a:rPr>
              <a:t> f"🥉 {bebida}" </a:t>
            </a:r>
            <a:r>
              <a:rPr lang="es-419" sz="2200" dirty="0" err="1">
                <a:highlight>
                  <a:srgbClr val="C0C0C0"/>
                </a:highlight>
              </a:rPr>
              <a:t>if</a:t>
            </a:r>
            <a:r>
              <a:rPr lang="es-419" sz="2200" dirty="0">
                <a:highlight>
                  <a:srgbClr val="C0C0C0"/>
                </a:highlight>
              </a:rPr>
              <a:t> i == 2 </a:t>
            </a:r>
            <a:r>
              <a:rPr lang="es-419" sz="2200" dirty="0" err="1">
                <a:highlight>
                  <a:srgbClr val="C0C0C0"/>
                </a:highlight>
              </a:rPr>
              <a:t>else</a:t>
            </a:r>
            <a:r>
              <a:rPr lang="es-419" sz="2200" dirty="0">
                <a:highlight>
                  <a:srgbClr val="C0C0C0"/>
                </a:highlight>
              </a:rPr>
              <a:t> f"   {bebida}")</a:t>
            </a:r>
          </a:p>
          <a:p>
            <a:r>
              <a:rPr lang="es-419" sz="2200" dirty="0"/>
              <a:t>    </a:t>
            </a:r>
          </a:p>
          <a:p>
            <a:r>
              <a:rPr lang="es-419" sz="2200" dirty="0"/>
              <a:t>    </a:t>
            </a:r>
            <a:r>
              <a:rPr lang="es-419" sz="2200" dirty="0" err="1"/>
              <a:t>for</a:t>
            </a:r>
            <a:r>
              <a:rPr lang="es-419" sz="2200" dirty="0"/>
              <a:t> </a:t>
            </a:r>
            <a:r>
              <a:rPr lang="es-419" sz="2200" dirty="0">
                <a:highlight>
                  <a:srgbClr val="00FFFF"/>
                </a:highlight>
              </a:rPr>
              <a:t>i, bebida </a:t>
            </a:r>
            <a:r>
              <a:rPr lang="es-419" sz="2200" dirty="0"/>
              <a:t>in </a:t>
            </a:r>
            <a:r>
              <a:rPr lang="es-419" sz="2200" dirty="0" err="1">
                <a:highlight>
                  <a:srgbClr val="FFFF00"/>
                </a:highlight>
              </a:rPr>
              <a:t>enumerate</a:t>
            </a:r>
            <a:r>
              <a:rPr lang="es-419" sz="2200" dirty="0">
                <a:highlight>
                  <a:srgbClr val="FFFF00"/>
                </a:highlight>
              </a:rPr>
              <a:t>(</a:t>
            </a:r>
            <a:r>
              <a:rPr lang="es-419" sz="2200" dirty="0" err="1">
                <a:highlight>
                  <a:srgbClr val="FFFF00"/>
                </a:highlight>
              </a:rPr>
              <a:t>lista_bebidas</a:t>
            </a:r>
            <a:r>
              <a:rPr lang="es-419" sz="2200" dirty="0"/>
              <a:t>)</a:t>
            </a:r>
          </a:p>
          <a:p>
            <a:r>
              <a:rPr lang="es-419" sz="2200" dirty="0"/>
              <a:t>    </a:t>
            </a:r>
          </a:p>
          <a:p>
            <a:r>
              <a:rPr lang="es-419" sz="2200" dirty="0"/>
              <a:t>    </a:t>
            </a:r>
            <a:r>
              <a:rPr lang="es-419" sz="2200" dirty="0" err="1"/>
              <a:t>if</a:t>
            </a:r>
            <a:r>
              <a:rPr lang="es-419" sz="2200" dirty="0"/>
              <a:t> </a:t>
            </a:r>
            <a:r>
              <a:rPr lang="es-419" sz="2200" dirty="0" err="1"/>
              <a:t>len</a:t>
            </a:r>
            <a:r>
              <a:rPr lang="es-419" sz="2200" dirty="0"/>
              <a:t>(bebida) &gt; 4  </a:t>
            </a:r>
            <a:r>
              <a:rPr lang="es-419" sz="2200" dirty="0">
                <a:solidFill>
                  <a:schemeClr val="accent6"/>
                </a:solidFill>
              </a:rPr>
              <a:t># Solo nombres con más de 4 letras</a:t>
            </a:r>
          </a:p>
          <a:p>
            <a:endParaRPr lang="es-419" sz="2200" dirty="0"/>
          </a:p>
          <a:p>
            <a:r>
              <a:rPr lang="es-419" sz="2200" dirty="0"/>
              <a:t>]</a:t>
            </a:r>
          </a:p>
          <a:p>
            <a:r>
              <a:rPr lang="pt-BR" sz="2200" dirty="0"/>
              <a:t>print("\n=== 🏆 BEBIDAS PRIORIZADAS ===")</a:t>
            </a:r>
          </a:p>
          <a:p>
            <a:r>
              <a:rPr lang="pt-BR" sz="2200" dirty="0"/>
              <a:t>for bebida in </a:t>
            </a:r>
            <a:r>
              <a:rPr lang="pt-BR" sz="2200" dirty="0" err="1"/>
              <a:t>bebidas_priorizadas</a:t>
            </a:r>
            <a:r>
              <a:rPr lang="pt-BR" sz="2200" dirty="0"/>
              <a:t>:</a:t>
            </a:r>
          </a:p>
          <a:p>
            <a:r>
              <a:rPr lang="pt-BR" sz="2200" dirty="0"/>
              <a:t>    print(bebida)</a:t>
            </a:r>
          </a:p>
        </p:txBody>
      </p:sp>
    </p:spTree>
    <p:extLst>
      <p:ext uri="{BB962C8B-B14F-4D97-AF65-F5344CB8AC3E}">
        <p14:creationId xmlns:p14="http://schemas.microsoft.com/office/powerpoint/2010/main" val="2855129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91D893-272E-4B38-B54E-9E21CB6B6B6E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2C03AF-A795-4895-A6A4-842EBF9AB2F3}"/>
              </a:ext>
            </a:extLst>
          </p:cNvPr>
          <p:cNvSpPr txBox="1"/>
          <p:nvPr/>
        </p:nvSpPr>
        <p:spPr>
          <a:xfrm>
            <a:off x="1049056" y="1577876"/>
            <a:ext cx="12316216" cy="47089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400" b="1" dirty="0" err="1"/>
              <a:t>Comprehensions</a:t>
            </a:r>
            <a:r>
              <a:rPr lang="es-419" sz="2400" b="1" dirty="0"/>
              <a:t> </a:t>
            </a:r>
            <a:r>
              <a:rPr lang="es-419" sz="2400" b="1" dirty="0">
                <a:solidFill>
                  <a:srgbClr val="C00000"/>
                </a:solidFill>
              </a:rPr>
              <a:t>Anidadas: Combinaciones Entre Listas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sz="2000" dirty="0"/>
              <a:t>ingredientes = ["limón", "menta", "hielo", "azúcar"]</a:t>
            </a:r>
          </a:p>
          <a:p>
            <a:r>
              <a:rPr lang="es-419" sz="2000" dirty="0" err="1"/>
              <a:t>bebidas_base</a:t>
            </a:r>
            <a:r>
              <a:rPr lang="es-419" sz="2000" dirty="0"/>
              <a:t> = ["ron", "vodka", "ginebra"]</a:t>
            </a:r>
          </a:p>
          <a:p>
            <a:endParaRPr lang="es-419" sz="2000" dirty="0"/>
          </a:p>
          <a:p>
            <a:r>
              <a:rPr lang="es-419" sz="2000" dirty="0"/>
              <a:t>combinaciones = [</a:t>
            </a:r>
          </a:p>
          <a:p>
            <a:r>
              <a:rPr lang="es-419" sz="2000" dirty="0"/>
              <a:t>    f"🍹 {bebida} con {ingrediente}"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for</a:t>
            </a:r>
            <a:r>
              <a:rPr lang="es-419" sz="2000" dirty="0"/>
              <a:t> bebida in </a:t>
            </a:r>
            <a:r>
              <a:rPr lang="es-419" sz="2000" dirty="0" err="1"/>
              <a:t>bebidas_base</a:t>
            </a:r>
            <a:endParaRPr lang="es-419" sz="2000" dirty="0"/>
          </a:p>
          <a:p>
            <a:r>
              <a:rPr lang="es-419" sz="2000" dirty="0"/>
              <a:t>    </a:t>
            </a:r>
            <a:r>
              <a:rPr lang="es-419" sz="2000" dirty="0" err="1"/>
              <a:t>for</a:t>
            </a:r>
            <a:r>
              <a:rPr lang="es-419" sz="2000" dirty="0"/>
              <a:t> ingrediente in ingredientes</a:t>
            </a:r>
          </a:p>
          <a:p>
            <a:r>
              <a:rPr lang="es-419" sz="2000" dirty="0"/>
              <a:t>]</a:t>
            </a:r>
          </a:p>
          <a:p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("\n=== 🔄 COMBINACIONES ANIDADAS ===")</a:t>
            </a:r>
          </a:p>
          <a:p>
            <a:r>
              <a:rPr lang="es-419" sz="2000" dirty="0" err="1"/>
              <a:t>for</a:t>
            </a:r>
            <a:r>
              <a:rPr lang="es-419" sz="2000" dirty="0"/>
              <a:t> combo in combinaciones[:6]:  # Mostrar solo 6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(combo)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1214294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0" ma:contentTypeDescription="Create a new document." ma:contentTypeScope="" ma:versionID="7d1db59624dbc79bd5c480d19ce3b6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3DAE29-CB70-4C0B-B4B8-C1B6ECF352F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D1A7A97-3319-40B3-AD7D-F589667D6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7D708C8-AE8E-4398-9FF6-5496B4D2E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1972</Words>
  <Application>Microsoft Office PowerPoint</Application>
  <PresentationFormat>Personalizado</PresentationFormat>
  <Paragraphs>262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Arial Narrow</vt:lpstr>
      <vt:lpstr>Calibri</vt:lpstr>
      <vt:lpstr>Helvetica</vt:lpstr>
      <vt:lpstr>Helvetica Neue</vt:lpstr>
      <vt:lpstr>quote-cjk-patch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Cesar Augusto Lopez Gallego</cp:lastModifiedBy>
  <cp:revision>25</cp:revision>
  <dcterms:modified xsi:type="dcterms:W3CDTF">2025-11-21T01:47:46Z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